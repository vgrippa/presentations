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40"/>
  </p:notesMasterIdLst>
  <p:sldIdLst>
    <p:sldId id="257" r:id="rId2"/>
    <p:sldId id="283" r:id="rId3"/>
    <p:sldId id="284" r:id="rId4"/>
    <p:sldId id="261" r:id="rId5"/>
    <p:sldId id="285" r:id="rId6"/>
    <p:sldId id="295" r:id="rId7"/>
    <p:sldId id="288" r:id="rId8"/>
    <p:sldId id="287" r:id="rId9"/>
    <p:sldId id="296" r:id="rId10"/>
    <p:sldId id="290" r:id="rId11"/>
    <p:sldId id="291" r:id="rId12"/>
    <p:sldId id="294" r:id="rId13"/>
    <p:sldId id="293" r:id="rId14"/>
    <p:sldId id="292" r:id="rId15"/>
    <p:sldId id="289" r:id="rId16"/>
    <p:sldId id="258" r:id="rId17"/>
    <p:sldId id="259" r:id="rId18"/>
    <p:sldId id="256" r:id="rId19"/>
    <p:sldId id="260"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Lst>
  <p:sldSz cx="12192000" cy="6858000"/>
  <p:notesSz cx="6858000" cy="9144000"/>
  <p:embeddedFontLst>
    <p:embeddedFont>
      <p:font typeface="Open Sans" panose="020B0606030504020204" pitchFamily="34" charset="0"/>
      <p:regular r:id="rId41"/>
      <p:bold r:id="rId42"/>
      <p:italic r:id="rId43"/>
      <p:boldItalic r:id="rId44"/>
    </p:embeddedFont>
    <p:embeddedFont>
      <p:font typeface="Poppins" pitchFamily="2" charset="77"/>
      <p:regular r:id="rId45"/>
      <p:bold r:id="rId46"/>
      <p:italic r:id="rId47"/>
      <p:boldItalic r:id="rId48"/>
    </p:embeddedFont>
    <p:embeddedFont>
      <p:font typeface="Poppins Medium" panose="00000600000000000000" pitchFamily="2" charset="77"/>
      <p:regular r:id="rId49"/>
      <p:bold r:id="rId50"/>
      <p:italic r:id="rId51"/>
      <p:boldItalic r:id="rId52"/>
    </p:embeddedFont>
    <p:embeddedFont>
      <p:font typeface="Poppins SemiBold" panose="00000700000000000000" pitchFamily="2" charset="77"/>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5"/>
    <p:restoredTop sz="86463"/>
  </p:normalViewPr>
  <p:slideViewPr>
    <p:cSldViewPr snapToGrid="0">
      <p:cViewPr varScale="1">
        <p:scale>
          <a:sx n="110" d="100"/>
          <a:sy n="110" d="100"/>
        </p:scale>
        <p:origin x="11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hyperlink" Target="https://en.wikipedia.org/wiki/MySQL_AB" TargetMode="External"/></Relationships>
</file>

<file path=ppt/diagrams/_rels/data2.xml.rels><?xml version="1.0" encoding="UTF-8" standalone="yes"?>
<Relationships xmlns="http://schemas.openxmlformats.org/package/2006/relationships"><Relationship Id="rId2" Type="http://schemas.openxmlformats.org/officeDocument/2006/relationships/hyperlink" Target="https://en.wikipedia.org/wiki/Amazon_Web_Services" TargetMode="External"/><Relationship Id="rId1" Type="http://schemas.openxmlformats.org/officeDocument/2006/relationships/hyperlink" Target="https://www.percona.com/sites/default/files/The-Story-of-Percona.pdf"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en.wikipedia.org/wiki/MySQL_AB" TargetMode="External"/></Relationships>
</file>

<file path=ppt/diagrams/_rels/drawing2.xml.rels><?xml version="1.0" encoding="UTF-8" standalone="yes"?>
<Relationships xmlns="http://schemas.openxmlformats.org/package/2006/relationships"><Relationship Id="rId2" Type="http://schemas.openxmlformats.org/officeDocument/2006/relationships/hyperlink" Target="https://en.wikipedia.org/wiki/Amazon_Web_Services" TargetMode="External"/><Relationship Id="rId1" Type="http://schemas.openxmlformats.org/officeDocument/2006/relationships/hyperlink" Target="https://www.percona.com/sites/default/files/The-Story-of-Percona.pdf"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40350E-79FB-8D40-83B1-477DD46E4A88}"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A6EF3352-2E86-D648-9D63-3065F054E77A}">
      <dgm:prSet custT="1"/>
      <dgm:spPr/>
      <dgm:t>
        <a:bodyPr/>
        <a:lstStyle/>
        <a:p>
          <a:r>
            <a:rPr lang="en-US" sz="1200" b="1" dirty="0"/>
            <a:t>1995</a:t>
          </a:r>
          <a:r>
            <a:rPr lang="en-US" sz="1200" dirty="0"/>
            <a:t>: </a:t>
          </a:r>
          <a:br>
            <a:rPr lang="en-US" sz="1200" dirty="0"/>
          </a:br>
          <a:r>
            <a:rPr lang="en-US" sz="1200" dirty="0"/>
            <a:t>First internal MySQL release (Michael "Monty" </a:t>
          </a:r>
          <a:r>
            <a:rPr lang="en-US" sz="1200" dirty="0" err="1"/>
            <a:t>Widenius</a:t>
          </a:r>
          <a:r>
            <a:rPr lang="en-US" sz="1200" dirty="0"/>
            <a:t>);</a:t>
          </a:r>
        </a:p>
        <a:p>
          <a:br>
            <a:rPr lang="en-US" sz="1200" dirty="0"/>
          </a:br>
          <a:r>
            <a:rPr lang="en-US" sz="1200" dirty="0" err="1"/>
            <a:t>Innobase</a:t>
          </a:r>
          <a:r>
            <a:rPr lang="en-US" sz="1200" dirty="0"/>
            <a:t> is founded by </a:t>
          </a:r>
          <a:r>
            <a:rPr lang="en-US" sz="1200" dirty="0" err="1"/>
            <a:t>Heikki</a:t>
          </a:r>
          <a:r>
            <a:rPr lang="en-US" sz="1200" dirty="0"/>
            <a:t> Tuuri to develop </a:t>
          </a:r>
          <a:r>
            <a:rPr lang="en-US" sz="1200" dirty="0" err="1"/>
            <a:t>InnoDB</a:t>
          </a:r>
          <a:endParaRPr lang="en-US" sz="1200" dirty="0"/>
        </a:p>
      </dgm:t>
    </dgm:pt>
    <dgm:pt modelId="{25B7039D-1F6F-D744-BC48-9EAC317261BC}" type="parTrans" cxnId="{91A90C23-D813-0C45-9342-22490339F328}">
      <dgm:prSet/>
      <dgm:spPr/>
      <dgm:t>
        <a:bodyPr/>
        <a:lstStyle/>
        <a:p>
          <a:endParaRPr lang="en-US"/>
        </a:p>
      </dgm:t>
    </dgm:pt>
    <dgm:pt modelId="{6C8CF8E5-00F1-B34C-8C6E-7444FFE705CE}" type="sibTrans" cxnId="{91A90C23-D813-0C45-9342-22490339F328}">
      <dgm:prSet/>
      <dgm:spPr/>
      <dgm:t>
        <a:bodyPr/>
        <a:lstStyle/>
        <a:p>
          <a:endParaRPr lang="en-US"/>
        </a:p>
      </dgm:t>
    </dgm:pt>
    <dgm:pt modelId="{06324CCF-B836-3C48-9FD8-ABDED6F6E3E0}">
      <dgm:prSet custT="1"/>
      <dgm:spPr/>
      <dgm:t>
        <a:bodyPr/>
        <a:lstStyle/>
        <a:p>
          <a:r>
            <a:rPr lang="en-US" sz="1200" b="1" dirty="0"/>
            <a:t>1996</a:t>
          </a:r>
          <a:r>
            <a:rPr lang="en-US" sz="1200" dirty="0"/>
            <a:t>: </a:t>
          </a:r>
          <a:br>
            <a:rPr lang="en-US" sz="1200" dirty="0"/>
          </a:br>
          <a:r>
            <a:rPr lang="en-US" sz="1200" dirty="0"/>
            <a:t>Version 3.19 released</a:t>
          </a:r>
        </a:p>
      </dgm:t>
    </dgm:pt>
    <dgm:pt modelId="{EA0081AA-3556-284A-B4B2-AEE268F3CDF5}" type="parTrans" cxnId="{3C14E509-BFCF-054A-9DBA-383228BAE38D}">
      <dgm:prSet/>
      <dgm:spPr/>
      <dgm:t>
        <a:bodyPr/>
        <a:lstStyle/>
        <a:p>
          <a:endParaRPr lang="en-US"/>
        </a:p>
      </dgm:t>
    </dgm:pt>
    <dgm:pt modelId="{543B04C3-E2D2-2848-88BE-572DCDC40475}" type="sibTrans" cxnId="{3C14E509-BFCF-054A-9DBA-383228BAE38D}">
      <dgm:prSet/>
      <dgm:spPr/>
      <dgm:t>
        <a:bodyPr/>
        <a:lstStyle/>
        <a:p>
          <a:endParaRPr lang="en-US"/>
        </a:p>
      </dgm:t>
    </dgm:pt>
    <dgm:pt modelId="{F62DE39C-3DAC-CB44-9E5D-CE14D7FC720E}">
      <dgm:prSet custT="1"/>
      <dgm:spPr/>
      <dgm:t>
        <a:bodyPr/>
        <a:lstStyle/>
        <a:p>
          <a:r>
            <a:rPr lang="en-US" sz="1200" b="1" dirty="0"/>
            <a:t>2000</a:t>
          </a:r>
          <a:r>
            <a:rPr lang="en-US" sz="1200" dirty="0"/>
            <a:t>:</a:t>
          </a:r>
          <a:br>
            <a:rPr lang="en-US" sz="1200" dirty="0"/>
          </a:br>
          <a:br>
            <a:rPr lang="en-US" sz="1200" dirty="0"/>
          </a:br>
          <a:r>
            <a:rPr lang="en-US" sz="1200" b="0" i="0" dirty="0" err="1"/>
            <a:t>Innobase</a:t>
          </a:r>
          <a:r>
            <a:rPr lang="en-US" sz="1200" b="0" i="0" dirty="0"/>
            <a:t> started collaboration with </a:t>
          </a:r>
          <a:r>
            <a:rPr lang="en-US" sz="1200" b="0" i="0" dirty="0">
              <a:hlinkClick xmlns:r="http://schemas.openxmlformats.org/officeDocument/2006/relationships" r:id="rId1"/>
            </a:rPr>
            <a:t>MySQL AB</a:t>
          </a:r>
          <a:endParaRPr lang="en-US" sz="1200" dirty="0"/>
        </a:p>
      </dgm:t>
    </dgm:pt>
    <dgm:pt modelId="{5DD4B1ED-A7A3-F84C-B8AE-B3A2DBB32C8F}" type="parTrans" cxnId="{74F39F4B-4CE6-5846-B7E1-FB00E8726A77}">
      <dgm:prSet/>
      <dgm:spPr/>
      <dgm:t>
        <a:bodyPr/>
        <a:lstStyle/>
        <a:p>
          <a:endParaRPr lang="en-US"/>
        </a:p>
      </dgm:t>
    </dgm:pt>
    <dgm:pt modelId="{A1210295-4F1D-114F-92C1-E6C875086601}" type="sibTrans" cxnId="{74F39F4B-4CE6-5846-B7E1-FB00E8726A77}">
      <dgm:prSet/>
      <dgm:spPr/>
      <dgm:t>
        <a:bodyPr/>
        <a:lstStyle/>
        <a:p>
          <a:endParaRPr lang="en-US"/>
        </a:p>
      </dgm:t>
    </dgm:pt>
    <dgm:pt modelId="{98F8552A-F94B-8841-8DC6-277BB6F9190E}">
      <dgm:prSet custT="1"/>
      <dgm:spPr/>
      <dgm:t>
        <a:bodyPr/>
        <a:lstStyle/>
        <a:p>
          <a:r>
            <a:rPr lang="en-US" sz="1200" b="1" dirty="0"/>
            <a:t>2001</a:t>
          </a:r>
          <a:r>
            <a:rPr lang="en-US" sz="1200" dirty="0"/>
            <a:t>: Version 3.23 production release.</a:t>
          </a:r>
        </a:p>
      </dgm:t>
    </dgm:pt>
    <dgm:pt modelId="{F3BAAF7D-8A79-6844-8ED7-C685CEF7A653}" type="parTrans" cxnId="{3F245411-D375-5B40-B6A2-694D14A279E6}">
      <dgm:prSet/>
      <dgm:spPr/>
      <dgm:t>
        <a:bodyPr/>
        <a:lstStyle/>
        <a:p>
          <a:endParaRPr lang="en-US"/>
        </a:p>
      </dgm:t>
    </dgm:pt>
    <dgm:pt modelId="{804A0B4A-93B0-1D4D-8A39-9AA598BFEDEF}" type="sibTrans" cxnId="{3F245411-D375-5B40-B6A2-694D14A279E6}">
      <dgm:prSet/>
      <dgm:spPr/>
      <dgm:t>
        <a:bodyPr/>
        <a:lstStyle/>
        <a:p>
          <a:endParaRPr lang="en-US"/>
        </a:p>
      </dgm:t>
    </dgm:pt>
    <dgm:pt modelId="{5435587F-DE44-0D48-9A3E-4ED0FDA0FE46}">
      <dgm:prSet custT="1"/>
      <dgm:spPr/>
      <dgm:t>
        <a:bodyPr/>
        <a:lstStyle/>
        <a:p>
          <a:r>
            <a:rPr lang="en-US" sz="1200" b="1" dirty="0"/>
            <a:t>2002</a:t>
          </a:r>
          <a:r>
            <a:rPr lang="en-US" sz="1200" dirty="0"/>
            <a:t>: Version 4.0 beta released.</a:t>
          </a:r>
        </a:p>
      </dgm:t>
    </dgm:pt>
    <dgm:pt modelId="{88E8C2B8-25AD-2A40-8DB2-E986D2C23410}" type="parTrans" cxnId="{E3B19F29-2CF6-7A48-A3EE-0ED910392227}">
      <dgm:prSet/>
      <dgm:spPr/>
      <dgm:t>
        <a:bodyPr/>
        <a:lstStyle/>
        <a:p>
          <a:endParaRPr lang="en-US"/>
        </a:p>
      </dgm:t>
    </dgm:pt>
    <dgm:pt modelId="{CA856977-B58B-3143-A73C-8B39A2ADF56D}" type="sibTrans" cxnId="{E3B19F29-2CF6-7A48-A3EE-0ED910392227}">
      <dgm:prSet/>
      <dgm:spPr/>
      <dgm:t>
        <a:bodyPr/>
        <a:lstStyle/>
        <a:p>
          <a:endParaRPr lang="en-US"/>
        </a:p>
      </dgm:t>
    </dgm:pt>
    <dgm:pt modelId="{45A3297A-B9A0-3347-842B-0A6842241CA1}">
      <dgm:prSet custT="1"/>
      <dgm:spPr/>
      <dgm:t>
        <a:bodyPr/>
        <a:lstStyle/>
        <a:p>
          <a:r>
            <a:rPr lang="en-US" sz="1200" b="1" dirty="0"/>
            <a:t>2003</a:t>
          </a:r>
          <a:r>
            <a:rPr lang="en-US" sz="1200" dirty="0"/>
            <a:t>: Version 4.0 production release (unions added).</a:t>
          </a:r>
        </a:p>
      </dgm:t>
    </dgm:pt>
    <dgm:pt modelId="{78270750-CEE9-7D46-BF1D-316F12518EE2}" type="parTrans" cxnId="{DCF49A08-F98D-9C49-BEA6-AE403E5595CA}">
      <dgm:prSet/>
      <dgm:spPr/>
      <dgm:t>
        <a:bodyPr/>
        <a:lstStyle/>
        <a:p>
          <a:endParaRPr lang="en-US"/>
        </a:p>
      </dgm:t>
    </dgm:pt>
    <dgm:pt modelId="{8A77B12B-CE5A-5541-8618-0E029E4AD117}" type="sibTrans" cxnId="{DCF49A08-F98D-9C49-BEA6-AE403E5595CA}">
      <dgm:prSet/>
      <dgm:spPr/>
      <dgm:t>
        <a:bodyPr/>
        <a:lstStyle/>
        <a:p>
          <a:endParaRPr lang="en-US"/>
        </a:p>
      </dgm:t>
    </dgm:pt>
    <dgm:pt modelId="{EB62E4FC-C31C-D545-9F54-22C3B7898E47}">
      <dgm:prSet custT="1"/>
      <dgm:spPr/>
      <dgm:t>
        <a:bodyPr/>
        <a:lstStyle/>
        <a:p>
          <a:r>
            <a:rPr lang="en-US" sz="1200" b="1" dirty="0"/>
            <a:t>2004</a:t>
          </a:r>
          <a:r>
            <a:rPr lang="en-US" sz="1200" dirty="0"/>
            <a:t>: Version 4.1 production release (R-trees, B-trees, subqueries, prepared statements).</a:t>
          </a:r>
        </a:p>
      </dgm:t>
    </dgm:pt>
    <dgm:pt modelId="{4790CD22-EDAB-C74E-A4DD-E09EAC544337}" type="parTrans" cxnId="{EE7DD5DA-A2AC-8847-BAAA-74A8E83466C4}">
      <dgm:prSet/>
      <dgm:spPr/>
      <dgm:t>
        <a:bodyPr/>
        <a:lstStyle/>
        <a:p>
          <a:endParaRPr lang="en-US"/>
        </a:p>
      </dgm:t>
    </dgm:pt>
    <dgm:pt modelId="{267D64ED-FAE8-954D-A6FE-5A42CC9DBB79}" type="sibTrans" cxnId="{EE7DD5DA-A2AC-8847-BAAA-74A8E83466C4}">
      <dgm:prSet/>
      <dgm:spPr/>
      <dgm:t>
        <a:bodyPr/>
        <a:lstStyle/>
        <a:p>
          <a:endParaRPr lang="en-US"/>
        </a:p>
      </dgm:t>
    </dgm:pt>
    <dgm:pt modelId="{824590B0-504D-824C-B1CA-90FAC04625B2}">
      <dgm:prSet custT="1"/>
      <dgm:spPr/>
      <dgm:t>
        <a:bodyPr/>
        <a:lstStyle/>
        <a:p>
          <a:r>
            <a:rPr lang="en-US" sz="1200" b="1" dirty="0"/>
            <a:t>1998</a:t>
          </a:r>
          <a:r>
            <a:rPr lang="en-US" sz="1200" dirty="0"/>
            <a:t>: </a:t>
          </a:r>
          <a:br>
            <a:rPr lang="en-US" sz="1200" dirty="0"/>
          </a:br>
          <a:br>
            <a:rPr lang="en-US" sz="1200" dirty="0"/>
          </a:br>
          <a:r>
            <a:rPr lang="en-US" sz="1200" dirty="0"/>
            <a:t>Release for Windows 95 and NT; </a:t>
          </a:r>
          <a:br>
            <a:rPr lang="en-US" sz="1200" dirty="0"/>
          </a:br>
          <a:endParaRPr lang="en-US" sz="1200" dirty="0"/>
        </a:p>
        <a:p>
          <a:r>
            <a:rPr lang="en-US" sz="1200" dirty="0"/>
            <a:t>Version 3.21 production release; </a:t>
          </a:r>
        </a:p>
      </dgm:t>
    </dgm:pt>
    <dgm:pt modelId="{47E78320-2C53-F94C-AADC-77529CF2C188}" type="parTrans" cxnId="{0EA97F81-B8CA-3443-87BE-5D95EF3720CD}">
      <dgm:prSet/>
      <dgm:spPr/>
      <dgm:t>
        <a:bodyPr/>
        <a:lstStyle/>
        <a:p>
          <a:endParaRPr lang="en-US"/>
        </a:p>
      </dgm:t>
    </dgm:pt>
    <dgm:pt modelId="{F5E09DF0-EB8C-D242-B2D2-ABCE07BB0A8A}" type="sibTrans" cxnId="{0EA97F81-B8CA-3443-87BE-5D95EF3720CD}">
      <dgm:prSet/>
      <dgm:spPr/>
      <dgm:t>
        <a:bodyPr/>
        <a:lstStyle/>
        <a:p>
          <a:endParaRPr lang="en-US"/>
        </a:p>
      </dgm:t>
    </dgm:pt>
    <dgm:pt modelId="{38F20BD9-DEE8-1E41-9CFD-55C3D3CC9268}" type="pres">
      <dgm:prSet presAssocID="{4840350E-79FB-8D40-83B1-477DD46E4A88}" presName="Name0" presStyleCnt="0">
        <dgm:presLayoutVars>
          <dgm:dir/>
          <dgm:resizeHandles val="exact"/>
        </dgm:presLayoutVars>
      </dgm:prSet>
      <dgm:spPr/>
    </dgm:pt>
    <dgm:pt modelId="{5A375800-D51A-F04A-BF43-83C3C9C02533}" type="pres">
      <dgm:prSet presAssocID="{4840350E-79FB-8D40-83B1-477DD46E4A88}" presName="arrow" presStyleLbl="bgShp" presStyleIdx="0" presStyleCnt="1"/>
      <dgm:spPr/>
    </dgm:pt>
    <dgm:pt modelId="{12865F1B-F601-9B47-80AF-B09B8F32773B}" type="pres">
      <dgm:prSet presAssocID="{4840350E-79FB-8D40-83B1-477DD46E4A88}" presName="points" presStyleCnt="0"/>
      <dgm:spPr/>
    </dgm:pt>
    <dgm:pt modelId="{BB5D46B5-0DB1-984E-8C29-888415E06A28}" type="pres">
      <dgm:prSet presAssocID="{A6EF3352-2E86-D648-9D63-3065F054E77A}" presName="compositeA" presStyleCnt="0"/>
      <dgm:spPr/>
    </dgm:pt>
    <dgm:pt modelId="{DE268FF2-2324-ED40-93D6-275611E0A014}" type="pres">
      <dgm:prSet presAssocID="{A6EF3352-2E86-D648-9D63-3065F054E77A}" presName="textA" presStyleLbl="revTx" presStyleIdx="0" presStyleCnt="8" custScaleX="158905">
        <dgm:presLayoutVars>
          <dgm:bulletEnabled val="1"/>
        </dgm:presLayoutVars>
      </dgm:prSet>
      <dgm:spPr/>
    </dgm:pt>
    <dgm:pt modelId="{DB652523-8B8E-0B4C-8211-D965B620FE0D}" type="pres">
      <dgm:prSet presAssocID="{A6EF3352-2E86-D648-9D63-3065F054E77A}" presName="circleA" presStyleLbl="node1" presStyleIdx="0" presStyleCnt="8"/>
      <dgm:spPr/>
    </dgm:pt>
    <dgm:pt modelId="{FB0ADA00-2343-6A43-9FC6-6144F5CA335F}" type="pres">
      <dgm:prSet presAssocID="{A6EF3352-2E86-D648-9D63-3065F054E77A}" presName="spaceA" presStyleCnt="0"/>
      <dgm:spPr/>
    </dgm:pt>
    <dgm:pt modelId="{EF5BF780-D53E-F84B-94EF-A3192F46401A}" type="pres">
      <dgm:prSet presAssocID="{6C8CF8E5-00F1-B34C-8C6E-7444FFE705CE}" presName="space" presStyleCnt="0"/>
      <dgm:spPr/>
    </dgm:pt>
    <dgm:pt modelId="{88A39209-E6C2-1048-9463-4AC8B2E8E466}" type="pres">
      <dgm:prSet presAssocID="{06324CCF-B836-3C48-9FD8-ABDED6F6E3E0}" presName="compositeB" presStyleCnt="0"/>
      <dgm:spPr/>
    </dgm:pt>
    <dgm:pt modelId="{8004CA2D-11DD-1D4A-B7B1-90DB9EA7CF8B}" type="pres">
      <dgm:prSet presAssocID="{06324CCF-B836-3C48-9FD8-ABDED6F6E3E0}" presName="textB" presStyleLbl="revTx" presStyleIdx="1" presStyleCnt="8">
        <dgm:presLayoutVars>
          <dgm:bulletEnabled val="1"/>
        </dgm:presLayoutVars>
      </dgm:prSet>
      <dgm:spPr/>
    </dgm:pt>
    <dgm:pt modelId="{496D5488-B356-E542-A374-740451610FEA}" type="pres">
      <dgm:prSet presAssocID="{06324CCF-B836-3C48-9FD8-ABDED6F6E3E0}" presName="circleB" presStyleLbl="node1" presStyleIdx="1" presStyleCnt="8"/>
      <dgm:spPr/>
    </dgm:pt>
    <dgm:pt modelId="{D428020B-A0D7-E14F-94C9-912A7AAFEBD3}" type="pres">
      <dgm:prSet presAssocID="{06324CCF-B836-3C48-9FD8-ABDED6F6E3E0}" presName="spaceB" presStyleCnt="0"/>
      <dgm:spPr/>
    </dgm:pt>
    <dgm:pt modelId="{9F182B36-286E-6A41-BA21-1A18B36086FD}" type="pres">
      <dgm:prSet presAssocID="{543B04C3-E2D2-2848-88BE-572DCDC40475}" presName="space" presStyleCnt="0"/>
      <dgm:spPr/>
    </dgm:pt>
    <dgm:pt modelId="{BADBA45E-A8B2-1C40-8C74-C59D8DBD2206}" type="pres">
      <dgm:prSet presAssocID="{824590B0-504D-824C-B1CA-90FAC04625B2}" presName="compositeA" presStyleCnt="0"/>
      <dgm:spPr/>
    </dgm:pt>
    <dgm:pt modelId="{3E1A8314-8DB4-A34D-A40E-C936DA1446B7}" type="pres">
      <dgm:prSet presAssocID="{824590B0-504D-824C-B1CA-90FAC04625B2}" presName="textA" presStyleLbl="revTx" presStyleIdx="2" presStyleCnt="8" custScaleX="140050">
        <dgm:presLayoutVars>
          <dgm:bulletEnabled val="1"/>
        </dgm:presLayoutVars>
      </dgm:prSet>
      <dgm:spPr/>
    </dgm:pt>
    <dgm:pt modelId="{538A938F-E0C9-B541-9A3E-ECA1FB6431CA}" type="pres">
      <dgm:prSet presAssocID="{824590B0-504D-824C-B1CA-90FAC04625B2}" presName="circleA" presStyleLbl="node1" presStyleIdx="2" presStyleCnt="8"/>
      <dgm:spPr/>
    </dgm:pt>
    <dgm:pt modelId="{6727DA90-0330-BD4F-A04E-6394EA098492}" type="pres">
      <dgm:prSet presAssocID="{824590B0-504D-824C-B1CA-90FAC04625B2}" presName="spaceA" presStyleCnt="0"/>
      <dgm:spPr/>
    </dgm:pt>
    <dgm:pt modelId="{ACC57F30-5C04-1F41-8034-CF8CEB818458}" type="pres">
      <dgm:prSet presAssocID="{F5E09DF0-EB8C-D242-B2D2-ABCE07BB0A8A}" presName="space" presStyleCnt="0"/>
      <dgm:spPr/>
    </dgm:pt>
    <dgm:pt modelId="{2DC31801-8928-E343-886D-CDED6EA58E05}" type="pres">
      <dgm:prSet presAssocID="{F62DE39C-3DAC-CB44-9E5D-CE14D7FC720E}" presName="compositeB" presStyleCnt="0"/>
      <dgm:spPr/>
    </dgm:pt>
    <dgm:pt modelId="{F44A2443-72F3-3746-A541-3EDA06123E76}" type="pres">
      <dgm:prSet presAssocID="{F62DE39C-3DAC-CB44-9E5D-CE14D7FC720E}" presName="textB" presStyleLbl="revTx" presStyleIdx="3" presStyleCnt="8" custScaleX="143451">
        <dgm:presLayoutVars>
          <dgm:bulletEnabled val="1"/>
        </dgm:presLayoutVars>
      </dgm:prSet>
      <dgm:spPr/>
    </dgm:pt>
    <dgm:pt modelId="{A693C0A8-5EC9-9A47-A76B-ED97A5E8A92F}" type="pres">
      <dgm:prSet presAssocID="{F62DE39C-3DAC-CB44-9E5D-CE14D7FC720E}" presName="circleB" presStyleLbl="node1" presStyleIdx="3" presStyleCnt="8"/>
      <dgm:spPr/>
    </dgm:pt>
    <dgm:pt modelId="{CCA5694C-4AC4-F649-A981-9B45C0588F14}" type="pres">
      <dgm:prSet presAssocID="{F62DE39C-3DAC-CB44-9E5D-CE14D7FC720E}" presName="spaceB" presStyleCnt="0"/>
      <dgm:spPr/>
    </dgm:pt>
    <dgm:pt modelId="{B558ED0B-6070-0F46-99F8-09906E8917A0}" type="pres">
      <dgm:prSet presAssocID="{A1210295-4F1D-114F-92C1-E6C875086601}" presName="space" presStyleCnt="0"/>
      <dgm:spPr/>
    </dgm:pt>
    <dgm:pt modelId="{6D3FF284-4829-BE41-92A8-A6E67B7B5370}" type="pres">
      <dgm:prSet presAssocID="{98F8552A-F94B-8841-8DC6-277BB6F9190E}" presName="compositeA" presStyleCnt="0"/>
      <dgm:spPr/>
    </dgm:pt>
    <dgm:pt modelId="{6CCD46B9-583A-DB40-97EA-269FC03CB350}" type="pres">
      <dgm:prSet presAssocID="{98F8552A-F94B-8841-8DC6-277BB6F9190E}" presName="textA" presStyleLbl="revTx" presStyleIdx="4" presStyleCnt="8">
        <dgm:presLayoutVars>
          <dgm:bulletEnabled val="1"/>
        </dgm:presLayoutVars>
      </dgm:prSet>
      <dgm:spPr/>
    </dgm:pt>
    <dgm:pt modelId="{0DE99F5F-73F1-614C-96CB-3D5EFC4E6E87}" type="pres">
      <dgm:prSet presAssocID="{98F8552A-F94B-8841-8DC6-277BB6F9190E}" presName="circleA" presStyleLbl="node1" presStyleIdx="4" presStyleCnt="8"/>
      <dgm:spPr/>
    </dgm:pt>
    <dgm:pt modelId="{0871EEA9-21CE-2440-AF0C-F83139F78B63}" type="pres">
      <dgm:prSet presAssocID="{98F8552A-F94B-8841-8DC6-277BB6F9190E}" presName="spaceA" presStyleCnt="0"/>
      <dgm:spPr/>
    </dgm:pt>
    <dgm:pt modelId="{433C17F0-2ACC-0A49-813B-C95F159C4BA8}" type="pres">
      <dgm:prSet presAssocID="{804A0B4A-93B0-1D4D-8A39-9AA598BFEDEF}" presName="space" presStyleCnt="0"/>
      <dgm:spPr/>
    </dgm:pt>
    <dgm:pt modelId="{2735FA45-04B1-B844-BBE9-A1AD0E0DC18B}" type="pres">
      <dgm:prSet presAssocID="{5435587F-DE44-0D48-9A3E-4ED0FDA0FE46}" presName="compositeB" presStyleCnt="0"/>
      <dgm:spPr/>
    </dgm:pt>
    <dgm:pt modelId="{43B53A1F-E82A-3F44-8BD7-18C52F8FBB11}" type="pres">
      <dgm:prSet presAssocID="{5435587F-DE44-0D48-9A3E-4ED0FDA0FE46}" presName="textB" presStyleLbl="revTx" presStyleIdx="5" presStyleCnt="8">
        <dgm:presLayoutVars>
          <dgm:bulletEnabled val="1"/>
        </dgm:presLayoutVars>
      </dgm:prSet>
      <dgm:spPr/>
    </dgm:pt>
    <dgm:pt modelId="{D86B4540-E7E9-FB4C-BF61-B67CB2918FEE}" type="pres">
      <dgm:prSet presAssocID="{5435587F-DE44-0D48-9A3E-4ED0FDA0FE46}" presName="circleB" presStyleLbl="node1" presStyleIdx="5" presStyleCnt="8"/>
      <dgm:spPr/>
    </dgm:pt>
    <dgm:pt modelId="{13D748F9-2268-2B41-89AE-D58DBDBA0066}" type="pres">
      <dgm:prSet presAssocID="{5435587F-DE44-0D48-9A3E-4ED0FDA0FE46}" presName="spaceB" presStyleCnt="0"/>
      <dgm:spPr/>
    </dgm:pt>
    <dgm:pt modelId="{E6C19640-A323-6849-9B36-4E6F9B5FEA57}" type="pres">
      <dgm:prSet presAssocID="{CA856977-B58B-3143-A73C-8B39A2ADF56D}" presName="space" presStyleCnt="0"/>
      <dgm:spPr/>
    </dgm:pt>
    <dgm:pt modelId="{C7085D35-7638-C84D-884C-DE877BE8F8F5}" type="pres">
      <dgm:prSet presAssocID="{45A3297A-B9A0-3347-842B-0A6842241CA1}" presName="compositeA" presStyleCnt="0"/>
      <dgm:spPr/>
    </dgm:pt>
    <dgm:pt modelId="{97CA167B-F672-2547-941D-EA2F2AA3CB9F}" type="pres">
      <dgm:prSet presAssocID="{45A3297A-B9A0-3347-842B-0A6842241CA1}" presName="textA" presStyleLbl="revTx" presStyleIdx="6" presStyleCnt="8">
        <dgm:presLayoutVars>
          <dgm:bulletEnabled val="1"/>
        </dgm:presLayoutVars>
      </dgm:prSet>
      <dgm:spPr/>
    </dgm:pt>
    <dgm:pt modelId="{963981D2-2454-CC42-B19C-1436EA96FD77}" type="pres">
      <dgm:prSet presAssocID="{45A3297A-B9A0-3347-842B-0A6842241CA1}" presName="circleA" presStyleLbl="node1" presStyleIdx="6" presStyleCnt="8"/>
      <dgm:spPr/>
    </dgm:pt>
    <dgm:pt modelId="{3C1C97F2-8E45-3240-90D5-FB2508386E73}" type="pres">
      <dgm:prSet presAssocID="{45A3297A-B9A0-3347-842B-0A6842241CA1}" presName="spaceA" presStyleCnt="0"/>
      <dgm:spPr/>
    </dgm:pt>
    <dgm:pt modelId="{F84B263D-9887-4841-A764-452F618ECC88}" type="pres">
      <dgm:prSet presAssocID="{8A77B12B-CE5A-5541-8618-0E029E4AD117}" presName="space" presStyleCnt="0"/>
      <dgm:spPr/>
    </dgm:pt>
    <dgm:pt modelId="{01A012C5-1CDE-AF4D-90DF-5912F9EF1A22}" type="pres">
      <dgm:prSet presAssocID="{EB62E4FC-C31C-D545-9F54-22C3B7898E47}" presName="compositeB" presStyleCnt="0"/>
      <dgm:spPr/>
    </dgm:pt>
    <dgm:pt modelId="{E500E3C0-544D-F749-975C-51A034B5EDE1}" type="pres">
      <dgm:prSet presAssocID="{EB62E4FC-C31C-D545-9F54-22C3B7898E47}" presName="textB" presStyleLbl="revTx" presStyleIdx="7" presStyleCnt="8">
        <dgm:presLayoutVars>
          <dgm:bulletEnabled val="1"/>
        </dgm:presLayoutVars>
      </dgm:prSet>
      <dgm:spPr/>
    </dgm:pt>
    <dgm:pt modelId="{8F97894C-D43B-1D40-BBC0-81AB032184CF}" type="pres">
      <dgm:prSet presAssocID="{EB62E4FC-C31C-D545-9F54-22C3B7898E47}" presName="circleB" presStyleLbl="node1" presStyleIdx="7" presStyleCnt="8"/>
      <dgm:spPr/>
    </dgm:pt>
    <dgm:pt modelId="{3FAB4DF5-9E90-9C49-BB84-AC1924E15E5C}" type="pres">
      <dgm:prSet presAssocID="{EB62E4FC-C31C-D545-9F54-22C3B7898E47}" presName="spaceB" presStyleCnt="0"/>
      <dgm:spPr/>
    </dgm:pt>
  </dgm:ptLst>
  <dgm:cxnLst>
    <dgm:cxn modelId="{DCF49A08-F98D-9C49-BEA6-AE403E5595CA}" srcId="{4840350E-79FB-8D40-83B1-477DD46E4A88}" destId="{45A3297A-B9A0-3347-842B-0A6842241CA1}" srcOrd="6" destOrd="0" parTransId="{78270750-CEE9-7D46-BF1D-316F12518EE2}" sibTransId="{8A77B12B-CE5A-5541-8618-0E029E4AD117}"/>
    <dgm:cxn modelId="{3C14E509-BFCF-054A-9DBA-383228BAE38D}" srcId="{4840350E-79FB-8D40-83B1-477DD46E4A88}" destId="{06324CCF-B836-3C48-9FD8-ABDED6F6E3E0}" srcOrd="1" destOrd="0" parTransId="{EA0081AA-3556-284A-B4B2-AEE268F3CDF5}" sibTransId="{543B04C3-E2D2-2848-88BE-572DCDC40475}"/>
    <dgm:cxn modelId="{3F245411-D375-5B40-B6A2-694D14A279E6}" srcId="{4840350E-79FB-8D40-83B1-477DD46E4A88}" destId="{98F8552A-F94B-8841-8DC6-277BB6F9190E}" srcOrd="4" destOrd="0" parTransId="{F3BAAF7D-8A79-6844-8ED7-C685CEF7A653}" sibTransId="{804A0B4A-93B0-1D4D-8A39-9AA598BFEDEF}"/>
    <dgm:cxn modelId="{91A90C23-D813-0C45-9342-22490339F328}" srcId="{4840350E-79FB-8D40-83B1-477DD46E4A88}" destId="{A6EF3352-2E86-D648-9D63-3065F054E77A}" srcOrd="0" destOrd="0" parTransId="{25B7039D-1F6F-D744-BC48-9EAC317261BC}" sibTransId="{6C8CF8E5-00F1-B34C-8C6E-7444FFE705CE}"/>
    <dgm:cxn modelId="{E3B19F29-2CF6-7A48-A3EE-0ED910392227}" srcId="{4840350E-79FB-8D40-83B1-477DD46E4A88}" destId="{5435587F-DE44-0D48-9A3E-4ED0FDA0FE46}" srcOrd="5" destOrd="0" parTransId="{88E8C2B8-25AD-2A40-8DB2-E986D2C23410}" sibTransId="{CA856977-B58B-3143-A73C-8B39A2ADF56D}"/>
    <dgm:cxn modelId="{C19FC536-6EF8-1341-8286-126C060FF27F}" type="presOf" srcId="{824590B0-504D-824C-B1CA-90FAC04625B2}" destId="{3E1A8314-8DB4-A34D-A40E-C936DA1446B7}" srcOrd="0" destOrd="0" presId="urn:microsoft.com/office/officeart/2005/8/layout/hProcess11"/>
    <dgm:cxn modelId="{80A1ED37-0445-EA4C-AAE6-7B601462AED7}" type="presOf" srcId="{F62DE39C-3DAC-CB44-9E5D-CE14D7FC720E}" destId="{F44A2443-72F3-3746-A541-3EDA06123E76}" srcOrd="0" destOrd="0" presId="urn:microsoft.com/office/officeart/2005/8/layout/hProcess11"/>
    <dgm:cxn modelId="{5A5C5B3B-E7EC-DC43-BA81-17AB7900425F}" type="presOf" srcId="{EB62E4FC-C31C-D545-9F54-22C3B7898E47}" destId="{E500E3C0-544D-F749-975C-51A034B5EDE1}" srcOrd="0" destOrd="0" presId="urn:microsoft.com/office/officeart/2005/8/layout/hProcess11"/>
    <dgm:cxn modelId="{74F39F4B-4CE6-5846-B7E1-FB00E8726A77}" srcId="{4840350E-79FB-8D40-83B1-477DD46E4A88}" destId="{F62DE39C-3DAC-CB44-9E5D-CE14D7FC720E}" srcOrd="3" destOrd="0" parTransId="{5DD4B1ED-A7A3-F84C-B8AE-B3A2DBB32C8F}" sibTransId="{A1210295-4F1D-114F-92C1-E6C875086601}"/>
    <dgm:cxn modelId="{EDCB6350-DD1B-7348-BBE2-3FB2DA33E345}" type="presOf" srcId="{98F8552A-F94B-8841-8DC6-277BB6F9190E}" destId="{6CCD46B9-583A-DB40-97EA-269FC03CB350}" srcOrd="0" destOrd="0" presId="urn:microsoft.com/office/officeart/2005/8/layout/hProcess11"/>
    <dgm:cxn modelId="{B9CB737E-9678-9948-8314-92CFFCD8883F}" type="presOf" srcId="{06324CCF-B836-3C48-9FD8-ABDED6F6E3E0}" destId="{8004CA2D-11DD-1D4A-B7B1-90DB9EA7CF8B}" srcOrd="0" destOrd="0" presId="urn:microsoft.com/office/officeart/2005/8/layout/hProcess11"/>
    <dgm:cxn modelId="{0EA97F81-B8CA-3443-87BE-5D95EF3720CD}" srcId="{4840350E-79FB-8D40-83B1-477DD46E4A88}" destId="{824590B0-504D-824C-B1CA-90FAC04625B2}" srcOrd="2" destOrd="0" parTransId="{47E78320-2C53-F94C-AADC-77529CF2C188}" sibTransId="{F5E09DF0-EB8C-D242-B2D2-ABCE07BB0A8A}"/>
    <dgm:cxn modelId="{2FA25C9C-0B06-2A42-91E6-8D29A0DAA070}" type="presOf" srcId="{4840350E-79FB-8D40-83B1-477DD46E4A88}" destId="{38F20BD9-DEE8-1E41-9CFD-55C3D3CC9268}" srcOrd="0" destOrd="0" presId="urn:microsoft.com/office/officeart/2005/8/layout/hProcess11"/>
    <dgm:cxn modelId="{84C91BB2-F6AC-B24D-951E-C765B24ED712}" type="presOf" srcId="{A6EF3352-2E86-D648-9D63-3065F054E77A}" destId="{DE268FF2-2324-ED40-93D6-275611E0A014}" srcOrd="0" destOrd="0" presId="urn:microsoft.com/office/officeart/2005/8/layout/hProcess11"/>
    <dgm:cxn modelId="{4360F8CA-9927-3646-8172-C0A102B8FCBE}" type="presOf" srcId="{45A3297A-B9A0-3347-842B-0A6842241CA1}" destId="{97CA167B-F672-2547-941D-EA2F2AA3CB9F}" srcOrd="0" destOrd="0" presId="urn:microsoft.com/office/officeart/2005/8/layout/hProcess11"/>
    <dgm:cxn modelId="{EE7DD5DA-A2AC-8847-BAAA-74A8E83466C4}" srcId="{4840350E-79FB-8D40-83B1-477DD46E4A88}" destId="{EB62E4FC-C31C-D545-9F54-22C3B7898E47}" srcOrd="7" destOrd="0" parTransId="{4790CD22-EDAB-C74E-A4DD-E09EAC544337}" sibTransId="{267D64ED-FAE8-954D-A6FE-5A42CC9DBB79}"/>
    <dgm:cxn modelId="{DA37A2EE-FBF7-EC42-9376-E2694A9ABE56}" type="presOf" srcId="{5435587F-DE44-0D48-9A3E-4ED0FDA0FE46}" destId="{43B53A1F-E82A-3F44-8BD7-18C52F8FBB11}" srcOrd="0" destOrd="0" presId="urn:microsoft.com/office/officeart/2005/8/layout/hProcess11"/>
    <dgm:cxn modelId="{2B1043EB-C33B-5548-AFBD-898EC0AAB089}" type="presParOf" srcId="{38F20BD9-DEE8-1E41-9CFD-55C3D3CC9268}" destId="{5A375800-D51A-F04A-BF43-83C3C9C02533}" srcOrd="0" destOrd="0" presId="urn:microsoft.com/office/officeart/2005/8/layout/hProcess11"/>
    <dgm:cxn modelId="{19480ACA-78A9-6E4A-A832-F4FA2F8DC00E}" type="presParOf" srcId="{38F20BD9-DEE8-1E41-9CFD-55C3D3CC9268}" destId="{12865F1B-F601-9B47-80AF-B09B8F32773B}" srcOrd="1" destOrd="0" presId="urn:microsoft.com/office/officeart/2005/8/layout/hProcess11"/>
    <dgm:cxn modelId="{E865B6C5-7993-3B42-A7F8-7758D4F9486C}" type="presParOf" srcId="{12865F1B-F601-9B47-80AF-B09B8F32773B}" destId="{BB5D46B5-0DB1-984E-8C29-888415E06A28}" srcOrd="0" destOrd="0" presId="urn:microsoft.com/office/officeart/2005/8/layout/hProcess11"/>
    <dgm:cxn modelId="{20DC8A8D-E59C-1740-8541-2B4B96132FAA}" type="presParOf" srcId="{BB5D46B5-0DB1-984E-8C29-888415E06A28}" destId="{DE268FF2-2324-ED40-93D6-275611E0A014}" srcOrd="0" destOrd="0" presId="urn:microsoft.com/office/officeart/2005/8/layout/hProcess11"/>
    <dgm:cxn modelId="{D66CCBAA-A422-1648-89E2-DD7229659516}" type="presParOf" srcId="{BB5D46B5-0DB1-984E-8C29-888415E06A28}" destId="{DB652523-8B8E-0B4C-8211-D965B620FE0D}" srcOrd="1" destOrd="0" presId="urn:microsoft.com/office/officeart/2005/8/layout/hProcess11"/>
    <dgm:cxn modelId="{7D48FA5F-69CD-9B4B-8A8E-FF4F4824F937}" type="presParOf" srcId="{BB5D46B5-0DB1-984E-8C29-888415E06A28}" destId="{FB0ADA00-2343-6A43-9FC6-6144F5CA335F}" srcOrd="2" destOrd="0" presId="urn:microsoft.com/office/officeart/2005/8/layout/hProcess11"/>
    <dgm:cxn modelId="{C369894D-2BEE-8E4E-889B-C256281A62E0}" type="presParOf" srcId="{12865F1B-F601-9B47-80AF-B09B8F32773B}" destId="{EF5BF780-D53E-F84B-94EF-A3192F46401A}" srcOrd="1" destOrd="0" presId="urn:microsoft.com/office/officeart/2005/8/layout/hProcess11"/>
    <dgm:cxn modelId="{0824A9C8-44BB-E94E-BADF-47FBB378E893}" type="presParOf" srcId="{12865F1B-F601-9B47-80AF-B09B8F32773B}" destId="{88A39209-E6C2-1048-9463-4AC8B2E8E466}" srcOrd="2" destOrd="0" presId="urn:microsoft.com/office/officeart/2005/8/layout/hProcess11"/>
    <dgm:cxn modelId="{30270CCC-8A64-6447-8B08-3CEADCCF5132}" type="presParOf" srcId="{88A39209-E6C2-1048-9463-4AC8B2E8E466}" destId="{8004CA2D-11DD-1D4A-B7B1-90DB9EA7CF8B}" srcOrd="0" destOrd="0" presId="urn:microsoft.com/office/officeart/2005/8/layout/hProcess11"/>
    <dgm:cxn modelId="{F3C59180-3DA1-EF49-8DCE-8F372ABB1713}" type="presParOf" srcId="{88A39209-E6C2-1048-9463-4AC8B2E8E466}" destId="{496D5488-B356-E542-A374-740451610FEA}" srcOrd="1" destOrd="0" presId="urn:microsoft.com/office/officeart/2005/8/layout/hProcess11"/>
    <dgm:cxn modelId="{550FA86F-7F10-2743-90E2-CB5310A50A4C}" type="presParOf" srcId="{88A39209-E6C2-1048-9463-4AC8B2E8E466}" destId="{D428020B-A0D7-E14F-94C9-912A7AAFEBD3}" srcOrd="2" destOrd="0" presId="urn:microsoft.com/office/officeart/2005/8/layout/hProcess11"/>
    <dgm:cxn modelId="{AAD9C825-B628-864A-A51A-6D4F6B85ADD5}" type="presParOf" srcId="{12865F1B-F601-9B47-80AF-B09B8F32773B}" destId="{9F182B36-286E-6A41-BA21-1A18B36086FD}" srcOrd="3" destOrd="0" presId="urn:microsoft.com/office/officeart/2005/8/layout/hProcess11"/>
    <dgm:cxn modelId="{48CB11AE-3BCF-8A4E-8BA1-1E0A0265EAB5}" type="presParOf" srcId="{12865F1B-F601-9B47-80AF-B09B8F32773B}" destId="{BADBA45E-A8B2-1C40-8C74-C59D8DBD2206}" srcOrd="4" destOrd="0" presId="urn:microsoft.com/office/officeart/2005/8/layout/hProcess11"/>
    <dgm:cxn modelId="{65EB0FEC-95EB-7541-8FE9-6D55C5D55705}" type="presParOf" srcId="{BADBA45E-A8B2-1C40-8C74-C59D8DBD2206}" destId="{3E1A8314-8DB4-A34D-A40E-C936DA1446B7}" srcOrd="0" destOrd="0" presId="urn:microsoft.com/office/officeart/2005/8/layout/hProcess11"/>
    <dgm:cxn modelId="{5E00F6F9-5850-FF48-8307-378398776153}" type="presParOf" srcId="{BADBA45E-A8B2-1C40-8C74-C59D8DBD2206}" destId="{538A938F-E0C9-B541-9A3E-ECA1FB6431CA}" srcOrd="1" destOrd="0" presId="urn:microsoft.com/office/officeart/2005/8/layout/hProcess11"/>
    <dgm:cxn modelId="{FE9D939D-BC1F-9646-9C09-1A30CCF1A2B6}" type="presParOf" srcId="{BADBA45E-A8B2-1C40-8C74-C59D8DBD2206}" destId="{6727DA90-0330-BD4F-A04E-6394EA098492}" srcOrd="2" destOrd="0" presId="urn:microsoft.com/office/officeart/2005/8/layout/hProcess11"/>
    <dgm:cxn modelId="{70F4E7E5-F7CC-A345-8142-EA53F94024DB}" type="presParOf" srcId="{12865F1B-F601-9B47-80AF-B09B8F32773B}" destId="{ACC57F30-5C04-1F41-8034-CF8CEB818458}" srcOrd="5" destOrd="0" presId="urn:microsoft.com/office/officeart/2005/8/layout/hProcess11"/>
    <dgm:cxn modelId="{7E0EEAAB-E275-5840-86D7-1ABA88A3FAD3}" type="presParOf" srcId="{12865F1B-F601-9B47-80AF-B09B8F32773B}" destId="{2DC31801-8928-E343-886D-CDED6EA58E05}" srcOrd="6" destOrd="0" presId="urn:microsoft.com/office/officeart/2005/8/layout/hProcess11"/>
    <dgm:cxn modelId="{58D8CCB7-4C6C-0E4B-89A2-D8E29EA0C640}" type="presParOf" srcId="{2DC31801-8928-E343-886D-CDED6EA58E05}" destId="{F44A2443-72F3-3746-A541-3EDA06123E76}" srcOrd="0" destOrd="0" presId="urn:microsoft.com/office/officeart/2005/8/layout/hProcess11"/>
    <dgm:cxn modelId="{317922E7-874C-244B-9968-4FC7B101274A}" type="presParOf" srcId="{2DC31801-8928-E343-886D-CDED6EA58E05}" destId="{A693C0A8-5EC9-9A47-A76B-ED97A5E8A92F}" srcOrd="1" destOrd="0" presId="urn:microsoft.com/office/officeart/2005/8/layout/hProcess11"/>
    <dgm:cxn modelId="{EBD5C7DD-F07D-7F4D-8353-BAC38FF4427B}" type="presParOf" srcId="{2DC31801-8928-E343-886D-CDED6EA58E05}" destId="{CCA5694C-4AC4-F649-A981-9B45C0588F14}" srcOrd="2" destOrd="0" presId="urn:microsoft.com/office/officeart/2005/8/layout/hProcess11"/>
    <dgm:cxn modelId="{0423EE45-51FB-D345-AFAB-9AE9E816B509}" type="presParOf" srcId="{12865F1B-F601-9B47-80AF-B09B8F32773B}" destId="{B558ED0B-6070-0F46-99F8-09906E8917A0}" srcOrd="7" destOrd="0" presId="urn:microsoft.com/office/officeart/2005/8/layout/hProcess11"/>
    <dgm:cxn modelId="{0482007C-A707-984C-8FC6-D310A69FB2BA}" type="presParOf" srcId="{12865F1B-F601-9B47-80AF-B09B8F32773B}" destId="{6D3FF284-4829-BE41-92A8-A6E67B7B5370}" srcOrd="8" destOrd="0" presId="urn:microsoft.com/office/officeart/2005/8/layout/hProcess11"/>
    <dgm:cxn modelId="{CB777D23-0009-ED4C-8597-70D7BAE4EEB1}" type="presParOf" srcId="{6D3FF284-4829-BE41-92A8-A6E67B7B5370}" destId="{6CCD46B9-583A-DB40-97EA-269FC03CB350}" srcOrd="0" destOrd="0" presId="urn:microsoft.com/office/officeart/2005/8/layout/hProcess11"/>
    <dgm:cxn modelId="{F97E4380-337E-8548-B9FE-7392C187D862}" type="presParOf" srcId="{6D3FF284-4829-BE41-92A8-A6E67B7B5370}" destId="{0DE99F5F-73F1-614C-96CB-3D5EFC4E6E87}" srcOrd="1" destOrd="0" presId="urn:microsoft.com/office/officeart/2005/8/layout/hProcess11"/>
    <dgm:cxn modelId="{27960C4B-AF56-504B-90E4-FC19A80DDFFE}" type="presParOf" srcId="{6D3FF284-4829-BE41-92A8-A6E67B7B5370}" destId="{0871EEA9-21CE-2440-AF0C-F83139F78B63}" srcOrd="2" destOrd="0" presId="urn:microsoft.com/office/officeart/2005/8/layout/hProcess11"/>
    <dgm:cxn modelId="{150AFD56-9232-4C4A-B0F9-58DCEF8F37DA}" type="presParOf" srcId="{12865F1B-F601-9B47-80AF-B09B8F32773B}" destId="{433C17F0-2ACC-0A49-813B-C95F159C4BA8}" srcOrd="9" destOrd="0" presId="urn:microsoft.com/office/officeart/2005/8/layout/hProcess11"/>
    <dgm:cxn modelId="{4E04BC46-704D-8548-A4FF-94198897FB94}" type="presParOf" srcId="{12865F1B-F601-9B47-80AF-B09B8F32773B}" destId="{2735FA45-04B1-B844-BBE9-A1AD0E0DC18B}" srcOrd="10" destOrd="0" presId="urn:microsoft.com/office/officeart/2005/8/layout/hProcess11"/>
    <dgm:cxn modelId="{E0B8F200-3F9E-6C4F-8E58-DAE5E08965FC}" type="presParOf" srcId="{2735FA45-04B1-B844-BBE9-A1AD0E0DC18B}" destId="{43B53A1F-E82A-3F44-8BD7-18C52F8FBB11}" srcOrd="0" destOrd="0" presId="urn:microsoft.com/office/officeart/2005/8/layout/hProcess11"/>
    <dgm:cxn modelId="{D809C246-433D-5E41-9DDB-E1734C9817CE}" type="presParOf" srcId="{2735FA45-04B1-B844-BBE9-A1AD0E0DC18B}" destId="{D86B4540-E7E9-FB4C-BF61-B67CB2918FEE}" srcOrd="1" destOrd="0" presId="urn:microsoft.com/office/officeart/2005/8/layout/hProcess11"/>
    <dgm:cxn modelId="{39A88500-6FCA-354D-8E1E-8B85CE47363F}" type="presParOf" srcId="{2735FA45-04B1-B844-BBE9-A1AD0E0DC18B}" destId="{13D748F9-2268-2B41-89AE-D58DBDBA0066}" srcOrd="2" destOrd="0" presId="urn:microsoft.com/office/officeart/2005/8/layout/hProcess11"/>
    <dgm:cxn modelId="{CEAB49DC-FADD-C147-97BC-BCA407448A57}" type="presParOf" srcId="{12865F1B-F601-9B47-80AF-B09B8F32773B}" destId="{E6C19640-A323-6849-9B36-4E6F9B5FEA57}" srcOrd="11" destOrd="0" presId="urn:microsoft.com/office/officeart/2005/8/layout/hProcess11"/>
    <dgm:cxn modelId="{0C90A535-FE07-7342-9025-21C53AEABEBA}" type="presParOf" srcId="{12865F1B-F601-9B47-80AF-B09B8F32773B}" destId="{C7085D35-7638-C84D-884C-DE877BE8F8F5}" srcOrd="12" destOrd="0" presId="urn:microsoft.com/office/officeart/2005/8/layout/hProcess11"/>
    <dgm:cxn modelId="{70A37346-E07F-2D44-8078-BE989906501E}" type="presParOf" srcId="{C7085D35-7638-C84D-884C-DE877BE8F8F5}" destId="{97CA167B-F672-2547-941D-EA2F2AA3CB9F}" srcOrd="0" destOrd="0" presId="urn:microsoft.com/office/officeart/2005/8/layout/hProcess11"/>
    <dgm:cxn modelId="{8F40B65B-55A6-4C46-9A6B-260A415860B2}" type="presParOf" srcId="{C7085D35-7638-C84D-884C-DE877BE8F8F5}" destId="{963981D2-2454-CC42-B19C-1436EA96FD77}" srcOrd="1" destOrd="0" presId="urn:microsoft.com/office/officeart/2005/8/layout/hProcess11"/>
    <dgm:cxn modelId="{7B38C4CF-0C20-2543-AAD9-C30938E8AD2A}" type="presParOf" srcId="{C7085D35-7638-C84D-884C-DE877BE8F8F5}" destId="{3C1C97F2-8E45-3240-90D5-FB2508386E73}" srcOrd="2" destOrd="0" presId="urn:microsoft.com/office/officeart/2005/8/layout/hProcess11"/>
    <dgm:cxn modelId="{BBC0DA94-0104-4E40-AE39-AEC4020527F4}" type="presParOf" srcId="{12865F1B-F601-9B47-80AF-B09B8F32773B}" destId="{F84B263D-9887-4841-A764-452F618ECC88}" srcOrd="13" destOrd="0" presId="urn:microsoft.com/office/officeart/2005/8/layout/hProcess11"/>
    <dgm:cxn modelId="{A25EB739-99F6-1946-9529-7575FF3495C0}" type="presParOf" srcId="{12865F1B-F601-9B47-80AF-B09B8F32773B}" destId="{01A012C5-1CDE-AF4D-90DF-5912F9EF1A22}" srcOrd="14" destOrd="0" presId="urn:microsoft.com/office/officeart/2005/8/layout/hProcess11"/>
    <dgm:cxn modelId="{D477EC3F-6BEB-794E-8315-67609E572E5D}" type="presParOf" srcId="{01A012C5-1CDE-AF4D-90DF-5912F9EF1A22}" destId="{E500E3C0-544D-F749-975C-51A034B5EDE1}" srcOrd="0" destOrd="0" presId="urn:microsoft.com/office/officeart/2005/8/layout/hProcess11"/>
    <dgm:cxn modelId="{F55B4A66-4F84-3545-9D27-9B630DB26283}" type="presParOf" srcId="{01A012C5-1CDE-AF4D-90DF-5912F9EF1A22}" destId="{8F97894C-D43B-1D40-BBC0-81AB032184CF}" srcOrd="1" destOrd="0" presId="urn:microsoft.com/office/officeart/2005/8/layout/hProcess11"/>
    <dgm:cxn modelId="{61682B6F-B9D1-1241-AF72-5DD7E586D8AF}" type="presParOf" srcId="{01A012C5-1CDE-AF4D-90DF-5912F9EF1A22}" destId="{3FAB4DF5-9E90-9C49-BB84-AC1924E15E5C}"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40350E-79FB-8D40-83B1-477DD46E4A88}"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EB62E4FC-C31C-D545-9F54-22C3B7898E47}">
      <dgm:prSet custT="1"/>
      <dgm:spPr/>
      <dgm:t>
        <a:bodyPr/>
        <a:lstStyle/>
        <a:p>
          <a:r>
            <a:rPr lang="en-US" sz="1200" b="1" dirty="0"/>
            <a:t>2004</a:t>
          </a:r>
          <a:r>
            <a:rPr lang="en-US" sz="1200" dirty="0"/>
            <a:t>: Version 4.1 production release (R-trees, B-trees, subqueries, prepared statements).</a:t>
          </a:r>
        </a:p>
      </dgm:t>
    </dgm:pt>
    <dgm:pt modelId="{4790CD22-EDAB-C74E-A4DD-E09EAC544337}" type="parTrans" cxnId="{EE7DD5DA-A2AC-8847-BAAA-74A8E83466C4}">
      <dgm:prSet/>
      <dgm:spPr/>
      <dgm:t>
        <a:bodyPr/>
        <a:lstStyle/>
        <a:p>
          <a:endParaRPr lang="en-US"/>
        </a:p>
      </dgm:t>
    </dgm:pt>
    <dgm:pt modelId="{267D64ED-FAE8-954D-A6FE-5A42CC9DBB79}" type="sibTrans" cxnId="{EE7DD5DA-A2AC-8847-BAAA-74A8E83466C4}">
      <dgm:prSet/>
      <dgm:spPr/>
      <dgm:t>
        <a:bodyPr/>
        <a:lstStyle/>
        <a:p>
          <a:endParaRPr lang="en-US"/>
        </a:p>
      </dgm:t>
    </dgm:pt>
    <dgm:pt modelId="{AF9E91F3-BC7E-854F-ADD6-05DB20AD4BDB}">
      <dgm:prSet custT="1"/>
      <dgm:spPr/>
      <dgm:t>
        <a:bodyPr/>
        <a:lstStyle/>
        <a:p>
          <a:r>
            <a:rPr lang="en-US" sz="1200" b="1" dirty="0"/>
            <a:t>2005</a:t>
          </a:r>
          <a:r>
            <a:rPr lang="en-US" sz="1200" dirty="0"/>
            <a:t>: Version 5.0 production release (cursors, stored procedures, triggers, views, XA transactions);</a:t>
          </a:r>
        </a:p>
        <a:p>
          <a:endParaRPr lang="en-US" sz="1200" dirty="0"/>
        </a:p>
        <a:p>
          <a:r>
            <a:rPr lang="en-US" sz="1200" dirty="0"/>
            <a:t>Oracle acquires </a:t>
          </a:r>
          <a:r>
            <a:rPr lang="en-US" sz="1200" dirty="0" err="1"/>
            <a:t>Innobase</a:t>
          </a:r>
          <a:endParaRPr lang="en-US" sz="1200" dirty="0"/>
        </a:p>
      </dgm:t>
    </dgm:pt>
    <dgm:pt modelId="{CC8F9246-EDC4-9340-AB0A-F76397587C41}" type="parTrans" cxnId="{9EB8F469-67C1-1A48-95FE-FEE5C7BF1758}">
      <dgm:prSet/>
      <dgm:spPr/>
      <dgm:t>
        <a:bodyPr/>
        <a:lstStyle/>
        <a:p>
          <a:endParaRPr lang="en-US"/>
        </a:p>
      </dgm:t>
    </dgm:pt>
    <dgm:pt modelId="{F1EFFF8E-190A-1445-B098-4064BBE9B11C}" type="sibTrans" cxnId="{9EB8F469-67C1-1A48-95FE-FEE5C7BF1758}">
      <dgm:prSet/>
      <dgm:spPr/>
      <dgm:t>
        <a:bodyPr/>
        <a:lstStyle/>
        <a:p>
          <a:endParaRPr lang="en-US"/>
        </a:p>
      </dgm:t>
    </dgm:pt>
    <dgm:pt modelId="{830799E7-7EB3-AD4A-BAA7-1736D020C669}">
      <dgm:prSet custT="1"/>
      <dgm:spPr/>
      <dgm:t>
        <a:bodyPr/>
        <a:lstStyle/>
        <a:p>
          <a:r>
            <a:rPr lang="en-US" sz="1200" b="1" dirty="0"/>
            <a:t>2008</a:t>
          </a:r>
          <a:r>
            <a:rPr lang="en-US" sz="1200" dirty="0"/>
            <a:t>: </a:t>
          </a:r>
        </a:p>
        <a:p>
          <a:r>
            <a:rPr lang="en-US" sz="1200" dirty="0"/>
            <a:t>Sun acquired MySQL AB;</a:t>
          </a:r>
          <a:br>
            <a:rPr lang="en-US" sz="1200" dirty="0"/>
          </a:br>
          <a:r>
            <a:rPr lang="en-US" sz="1200" dirty="0"/>
            <a:t> </a:t>
          </a:r>
          <a:br>
            <a:rPr lang="en-US" sz="1200" dirty="0"/>
          </a:br>
          <a:r>
            <a:rPr lang="en-US" sz="1200" dirty="0"/>
            <a:t>Version 5.1 production release (event scheduler, partitioning, plugin API, row-based replication, server log tables).</a:t>
          </a:r>
        </a:p>
      </dgm:t>
    </dgm:pt>
    <dgm:pt modelId="{AD102961-AAFC-5C42-A892-AEDD9D039BB8}" type="parTrans" cxnId="{7AFD4688-85CE-4141-AFF6-D58DEF8B3553}">
      <dgm:prSet/>
      <dgm:spPr/>
      <dgm:t>
        <a:bodyPr/>
        <a:lstStyle/>
        <a:p>
          <a:endParaRPr lang="en-US"/>
        </a:p>
      </dgm:t>
    </dgm:pt>
    <dgm:pt modelId="{85CAE70E-7913-604C-9E5D-6DC95862BA55}" type="sibTrans" cxnId="{7AFD4688-85CE-4141-AFF6-D58DEF8B3553}">
      <dgm:prSet/>
      <dgm:spPr/>
      <dgm:t>
        <a:bodyPr/>
        <a:lstStyle/>
        <a:p>
          <a:endParaRPr lang="en-US"/>
        </a:p>
      </dgm:t>
    </dgm:pt>
    <dgm:pt modelId="{C7A6AFC1-E9A3-154C-AB62-49F9829B7963}">
      <dgm:prSet custT="1"/>
      <dgm:spPr/>
      <dgm:t>
        <a:bodyPr/>
        <a:lstStyle/>
        <a:p>
          <a:r>
            <a:rPr lang="en-US" sz="1200" b="1" dirty="0"/>
            <a:t>2006</a:t>
          </a:r>
          <a:r>
            <a:rPr lang="en-US" sz="1200" dirty="0"/>
            <a:t>: </a:t>
          </a:r>
          <a:r>
            <a:rPr lang="en-US" sz="1200" dirty="0">
              <a:hlinkClick xmlns:r="http://schemas.openxmlformats.org/officeDocument/2006/relationships" r:id="rId1"/>
            </a:rPr>
            <a:t>Percona</a:t>
          </a:r>
          <a:r>
            <a:rPr lang="en-US" sz="1200" dirty="0"/>
            <a:t> was founded by Vadim and Peter </a:t>
          </a:r>
        </a:p>
        <a:p>
          <a:r>
            <a:rPr lang="en-US" sz="1200" dirty="0">
              <a:hlinkClick xmlns:r="http://schemas.openxmlformats.org/officeDocument/2006/relationships" r:id="rId2"/>
            </a:rPr>
            <a:t>AWS</a:t>
          </a:r>
          <a:r>
            <a:rPr lang="en-US" sz="1200" dirty="0"/>
            <a:t> is Released</a:t>
          </a:r>
        </a:p>
      </dgm:t>
    </dgm:pt>
    <dgm:pt modelId="{70C2373B-38E6-CD43-91D7-8D7461D64536}" type="parTrans" cxnId="{C5F1595B-2314-6846-A669-C59B6C57D555}">
      <dgm:prSet/>
      <dgm:spPr/>
      <dgm:t>
        <a:bodyPr/>
        <a:lstStyle/>
        <a:p>
          <a:endParaRPr lang="en-US"/>
        </a:p>
      </dgm:t>
    </dgm:pt>
    <dgm:pt modelId="{1A6E4EEC-52DA-2C41-8CDD-3508F24A42F4}" type="sibTrans" cxnId="{C5F1595B-2314-6846-A669-C59B6C57D555}">
      <dgm:prSet/>
      <dgm:spPr/>
      <dgm:t>
        <a:bodyPr/>
        <a:lstStyle/>
        <a:p>
          <a:endParaRPr lang="en-US"/>
        </a:p>
      </dgm:t>
    </dgm:pt>
    <dgm:pt modelId="{38F20BD9-DEE8-1E41-9CFD-55C3D3CC9268}" type="pres">
      <dgm:prSet presAssocID="{4840350E-79FB-8D40-83B1-477DD46E4A88}" presName="Name0" presStyleCnt="0">
        <dgm:presLayoutVars>
          <dgm:dir/>
          <dgm:resizeHandles val="exact"/>
        </dgm:presLayoutVars>
      </dgm:prSet>
      <dgm:spPr/>
    </dgm:pt>
    <dgm:pt modelId="{5A375800-D51A-F04A-BF43-83C3C9C02533}" type="pres">
      <dgm:prSet presAssocID="{4840350E-79FB-8D40-83B1-477DD46E4A88}" presName="arrow" presStyleLbl="bgShp" presStyleIdx="0" presStyleCnt="1"/>
      <dgm:spPr/>
    </dgm:pt>
    <dgm:pt modelId="{12865F1B-F601-9B47-80AF-B09B8F32773B}" type="pres">
      <dgm:prSet presAssocID="{4840350E-79FB-8D40-83B1-477DD46E4A88}" presName="points" presStyleCnt="0"/>
      <dgm:spPr/>
    </dgm:pt>
    <dgm:pt modelId="{EE190C5C-3960-B044-B249-DE5B7D707061}" type="pres">
      <dgm:prSet presAssocID="{EB62E4FC-C31C-D545-9F54-22C3B7898E47}" presName="compositeA" presStyleCnt="0"/>
      <dgm:spPr/>
    </dgm:pt>
    <dgm:pt modelId="{3C5D17E0-551D-EC46-A4A8-64E1746E6D21}" type="pres">
      <dgm:prSet presAssocID="{EB62E4FC-C31C-D545-9F54-22C3B7898E47}" presName="textA" presStyleLbl="revTx" presStyleIdx="0" presStyleCnt="4">
        <dgm:presLayoutVars>
          <dgm:bulletEnabled val="1"/>
        </dgm:presLayoutVars>
      </dgm:prSet>
      <dgm:spPr/>
    </dgm:pt>
    <dgm:pt modelId="{CA921182-6338-C04D-B945-E93482119552}" type="pres">
      <dgm:prSet presAssocID="{EB62E4FC-C31C-D545-9F54-22C3B7898E47}" presName="circleA" presStyleLbl="node1" presStyleIdx="0" presStyleCnt="4"/>
      <dgm:spPr/>
    </dgm:pt>
    <dgm:pt modelId="{0698C371-865F-984D-82BB-5C8282E2FA9F}" type="pres">
      <dgm:prSet presAssocID="{EB62E4FC-C31C-D545-9F54-22C3B7898E47}" presName="spaceA" presStyleCnt="0"/>
      <dgm:spPr/>
    </dgm:pt>
    <dgm:pt modelId="{C3A8829D-6EC7-1446-BC87-44E142BA9A43}" type="pres">
      <dgm:prSet presAssocID="{267D64ED-FAE8-954D-A6FE-5A42CC9DBB79}" presName="space" presStyleCnt="0"/>
      <dgm:spPr/>
    </dgm:pt>
    <dgm:pt modelId="{D783CBFD-16A9-8F4F-BF4E-9F514DDBDA69}" type="pres">
      <dgm:prSet presAssocID="{AF9E91F3-BC7E-854F-ADD6-05DB20AD4BDB}" presName="compositeB" presStyleCnt="0"/>
      <dgm:spPr/>
    </dgm:pt>
    <dgm:pt modelId="{7099F870-7E00-1340-9DE1-665D5EEEFF07}" type="pres">
      <dgm:prSet presAssocID="{AF9E91F3-BC7E-854F-ADD6-05DB20AD4BDB}" presName="textB" presStyleLbl="revTx" presStyleIdx="1" presStyleCnt="4">
        <dgm:presLayoutVars>
          <dgm:bulletEnabled val="1"/>
        </dgm:presLayoutVars>
      </dgm:prSet>
      <dgm:spPr/>
    </dgm:pt>
    <dgm:pt modelId="{B66AF83C-B9AD-C644-A067-A4D93DA373C0}" type="pres">
      <dgm:prSet presAssocID="{AF9E91F3-BC7E-854F-ADD6-05DB20AD4BDB}" presName="circleB" presStyleLbl="node1" presStyleIdx="1" presStyleCnt="4"/>
      <dgm:spPr/>
    </dgm:pt>
    <dgm:pt modelId="{121099A4-3B72-5E47-A6C1-B3D1B2F872DF}" type="pres">
      <dgm:prSet presAssocID="{AF9E91F3-BC7E-854F-ADD6-05DB20AD4BDB}" presName="spaceB" presStyleCnt="0"/>
      <dgm:spPr/>
    </dgm:pt>
    <dgm:pt modelId="{2B8A529A-337E-1844-BD02-9CDC961254D3}" type="pres">
      <dgm:prSet presAssocID="{F1EFFF8E-190A-1445-B098-4064BBE9B11C}" presName="space" presStyleCnt="0"/>
      <dgm:spPr/>
    </dgm:pt>
    <dgm:pt modelId="{CBBEF0CA-A623-7F4D-B590-8F9E2199693A}" type="pres">
      <dgm:prSet presAssocID="{C7A6AFC1-E9A3-154C-AB62-49F9829B7963}" presName="compositeA" presStyleCnt="0"/>
      <dgm:spPr/>
    </dgm:pt>
    <dgm:pt modelId="{A354969A-22DE-E248-94CF-680B0405D64E}" type="pres">
      <dgm:prSet presAssocID="{C7A6AFC1-E9A3-154C-AB62-49F9829B7963}" presName="textA" presStyleLbl="revTx" presStyleIdx="2" presStyleCnt="4">
        <dgm:presLayoutVars>
          <dgm:bulletEnabled val="1"/>
        </dgm:presLayoutVars>
      </dgm:prSet>
      <dgm:spPr/>
    </dgm:pt>
    <dgm:pt modelId="{87E92135-914F-0946-A4D2-A599CB873347}" type="pres">
      <dgm:prSet presAssocID="{C7A6AFC1-E9A3-154C-AB62-49F9829B7963}" presName="circleA" presStyleLbl="node1" presStyleIdx="2" presStyleCnt="4"/>
      <dgm:spPr/>
    </dgm:pt>
    <dgm:pt modelId="{0FC7B53C-41D3-064E-AA7E-D87BF2876B35}" type="pres">
      <dgm:prSet presAssocID="{C7A6AFC1-E9A3-154C-AB62-49F9829B7963}" presName="spaceA" presStyleCnt="0"/>
      <dgm:spPr/>
    </dgm:pt>
    <dgm:pt modelId="{8B6F2F34-F1B6-2E48-A70A-962DA451FEC0}" type="pres">
      <dgm:prSet presAssocID="{1A6E4EEC-52DA-2C41-8CDD-3508F24A42F4}" presName="space" presStyleCnt="0"/>
      <dgm:spPr/>
    </dgm:pt>
    <dgm:pt modelId="{A43E4830-3E6C-BA47-857E-773C524E28D0}" type="pres">
      <dgm:prSet presAssocID="{830799E7-7EB3-AD4A-BAA7-1736D020C669}" presName="compositeB" presStyleCnt="0"/>
      <dgm:spPr/>
    </dgm:pt>
    <dgm:pt modelId="{0D64D5A5-B90C-404D-AC01-1D280256ACAF}" type="pres">
      <dgm:prSet presAssocID="{830799E7-7EB3-AD4A-BAA7-1736D020C669}" presName="textB" presStyleLbl="revTx" presStyleIdx="3" presStyleCnt="4">
        <dgm:presLayoutVars>
          <dgm:bulletEnabled val="1"/>
        </dgm:presLayoutVars>
      </dgm:prSet>
      <dgm:spPr/>
    </dgm:pt>
    <dgm:pt modelId="{F9C51998-9754-A24E-B631-37D56E3AB17A}" type="pres">
      <dgm:prSet presAssocID="{830799E7-7EB3-AD4A-BAA7-1736D020C669}" presName="circleB" presStyleLbl="node1" presStyleIdx="3" presStyleCnt="4"/>
      <dgm:spPr/>
    </dgm:pt>
    <dgm:pt modelId="{63A8B571-0241-554E-BF21-CE1E91E4F06D}" type="pres">
      <dgm:prSet presAssocID="{830799E7-7EB3-AD4A-BAA7-1736D020C669}" presName="spaceB" presStyleCnt="0"/>
      <dgm:spPr/>
    </dgm:pt>
  </dgm:ptLst>
  <dgm:cxnLst>
    <dgm:cxn modelId="{01EA6602-84CB-4441-99AC-AB8297A5A81A}" type="presOf" srcId="{830799E7-7EB3-AD4A-BAA7-1736D020C669}" destId="{0D64D5A5-B90C-404D-AC01-1D280256ACAF}" srcOrd="0" destOrd="0" presId="urn:microsoft.com/office/officeart/2005/8/layout/hProcess11"/>
    <dgm:cxn modelId="{ACB3CE10-F8E7-F04A-B28C-0877A92099B1}" type="presOf" srcId="{AF9E91F3-BC7E-854F-ADD6-05DB20AD4BDB}" destId="{7099F870-7E00-1340-9DE1-665D5EEEFF07}" srcOrd="0" destOrd="0" presId="urn:microsoft.com/office/officeart/2005/8/layout/hProcess11"/>
    <dgm:cxn modelId="{A2636636-E1FA-3D49-B243-F98EAF1A85D1}" type="presOf" srcId="{EB62E4FC-C31C-D545-9F54-22C3B7898E47}" destId="{3C5D17E0-551D-EC46-A4A8-64E1746E6D21}" srcOrd="0" destOrd="0" presId="urn:microsoft.com/office/officeart/2005/8/layout/hProcess11"/>
    <dgm:cxn modelId="{C5F1595B-2314-6846-A669-C59B6C57D555}" srcId="{4840350E-79FB-8D40-83B1-477DD46E4A88}" destId="{C7A6AFC1-E9A3-154C-AB62-49F9829B7963}" srcOrd="2" destOrd="0" parTransId="{70C2373B-38E6-CD43-91D7-8D7461D64536}" sibTransId="{1A6E4EEC-52DA-2C41-8CDD-3508F24A42F4}"/>
    <dgm:cxn modelId="{9EB8F469-67C1-1A48-95FE-FEE5C7BF1758}" srcId="{4840350E-79FB-8D40-83B1-477DD46E4A88}" destId="{AF9E91F3-BC7E-854F-ADD6-05DB20AD4BDB}" srcOrd="1" destOrd="0" parTransId="{CC8F9246-EDC4-9340-AB0A-F76397587C41}" sibTransId="{F1EFFF8E-190A-1445-B098-4064BBE9B11C}"/>
    <dgm:cxn modelId="{7AFD4688-85CE-4141-AFF6-D58DEF8B3553}" srcId="{4840350E-79FB-8D40-83B1-477DD46E4A88}" destId="{830799E7-7EB3-AD4A-BAA7-1736D020C669}" srcOrd="3" destOrd="0" parTransId="{AD102961-AAFC-5C42-A892-AEDD9D039BB8}" sibTransId="{85CAE70E-7913-604C-9E5D-6DC95862BA55}"/>
    <dgm:cxn modelId="{2FA25C9C-0B06-2A42-91E6-8D29A0DAA070}" type="presOf" srcId="{4840350E-79FB-8D40-83B1-477DD46E4A88}" destId="{38F20BD9-DEE8-1E41-9CFD-55C3D3CC9268}" srcOrd="0" destOrd="0" presId="urn:microsoft.com/office/officeart/2005/8/layout/hProcess11"/>
    <dgm:cxn modelId="{EE7DD5DA-A2AC-8847-BAAA-74A8E83466C4}" srcId="{4840350E-79FB-8D40-83B1-477DD46E4A88}" destId="{EB62E4FC-C31C-D545-9F54-22C3B7898E47}" srcOrd="0" destOrd="0" parTransId="{4790CD22-EDAB-C74E-A4DD-E09EAC544337}" sibTransId="{267D64ED-FAE8-954D-A6FE-5A42CC9DBB79}"/>
    <dgm:cxn modelId="{9A16DEE7-39F5-3642-9B5E-F25716917EA8}" type="presOf" srcId="{C7A6AFC1-E9A3-154C-AB62-49F9829B7963}" destId="{A354969A-22DE-E248-94CF-680B0405D64E}" srcOrd="0" destOrd="0" presId="urn:microsoft.com/office/officeart/2005/8/layout/hProcess11"/>
    <dgm:cxn modelId="{2B1043EB-C33B-5548-AFBD-898EC0AAB089}" type="presParOf" srcId="{38F20BD9-DEE8-1E41-9CFD-55C3D3CC9268}" destId="{5A375800-D51A-F04A-BF43-83C3C9C02533}" srcOrd="0" destOrd="0" presId="urn:microsoft.com/office/officeart/2005/8/layout/hProcess11"/>
    <dgm:cxn modelId="{19480ACA-78A9-6E4A-A832-F4FA2F8DC00E}" type="presParOf" srcId="{38F20BD9-DEE8-1E41-9CFD-55C3D3CC9268}" destId="{12865F1B-F601-9B47-80AF-B09B8F32773B}" srcOrd="1" destOrd="0" presId="urn:microsoft.com/office/officeart/2005/8/layout/hProcess11"/>
    <dgm:cxn modelId="{20E46CBE-D07E-EE4D-B5CF-EABC8D6B6E37}" type="presParOf" srcId="{12865F1B-F601-9B47-80AF-B09B8F32773B}" destId="{EE190C5C-3960-B044-B249-DE5B7D707061}" srcOrd="0" destOrd="0" presId="urn:microsoft.com/office/officeart/2005/8/layout/hProcess11"/>
    <dgm:cxn modelId="{31154A76-F77C-4A46-8D56-5C920B9024F9}" type="presParOf" srcId="{EE190C5C-3960-B044-B249-DE5B7D707061}" destId="{3C5D17E0-551D-EC46-A4A8-64E1746E6D21}" srcOrd="0" destOrd="0" presId="urn:microsoft.com/office/officeart/2005/8/layout/hProcess11"/>
    <dgm:cxn modelId="{8E3C953B-0DF6-184D-B643-1C463A87EE20}" type="presParOf" srcId="{EE190C5C-3960-B044-B249-DE5B7D707061}" destId="{CA921182-6338-C04D-B945-E93482119552}" srcOrd="1" destOrd="0" presId="urn:microsoft.com/office/officeart/2005/8/layout/hProcess11"/>
    <dgm:cxn modelId="{2192E0CC-D8A2-134A-8E03-D2DA7EACA722}" type="presParOf" srcId="{EE190C5C-3960-B044-B249-DE5B7D707061}" destId="{0698C371-865F-984D-82BB-5C8282E2FA9F}" srcOrd="2" destOrd="0" presId="urn:microsoft.com/office/officeart/2005/8/layout/hProcess11"/>
    <dgm:cxn modelId="{9EEDC1E9-51ED-1243-AC5C-F2C3915CFABE}" type="presParOf" srcId="{12865F1B-F601-9B47-80AF-B09B8F32773B}" destId="{C3A8829D-6EC7-1446-BC87-44E142BA9A43}" srcOrd="1" destOrd="0" presId="urn:microsoft.com/office/officeart/2005/8/layout/hProcess11"/>
    <dgm:cxn modelId="{759C7006-71F0-F449-86F6-D7823383707E}" type="presParOf" srcId="{12865F1B-F601-9B47-80AF-B09B8F32773B}" destId="{D783CBFD-16A9-8F4F-BF4E-9F514DDBDA69}" srcOrd="2" destOrd="0" presId="urn:microsoft.com/office/officeart/2005/8/layout/hProcess11"/>
    <dgm:cxn modelId="{CC119326-476C-2B42-BA27-B6D60290905A}" type="presParOf" srcId="{D783CBFD-16A9-8F4F-BF4E-9F514DDBDA69}" destId="{7099F870-7E00-1340-9DE1-665D5EEEFF07}" srcOrd="0" destOrd="0" presId="urn:microsoft.com/office/officeart/2005/8/layout/hProcess11"/>
    <dgm:cxn modelId="{7A2F09CA-1B81-E14E-BDEF-D250D48D13B0}" type="presParOf" srcId="{D783CBFD-16A9-8F4F-BF4E-9F514DDBDA69}" destId="{B66AF83C-B9AD-C644-A067-A4D93DA373C0}" srcOrd="1" destOrd="0" presId="urn:microsoft.com/office/officeart/2005/8/layout/hProcess11"/>
    <dgm:cxn modelId="{466B65BF-14DD-804A-AC70-D00F93E804A5}" type="presParOf" srcId="{D783CBFD-16A9-8F4F-BF4E-9F514DDBDA69}" destId="{121099A4-3B72-5E47-A6C1-B3D1B2F872DF}" srcOrd="2" destOrd="0" presId="urn:microsoft.com/office/officeart/2005/8/layout/hProcess11"/>
    <dgm:cxn modelId="{C8AE5F18-203D-DF47-BB29-A58F09A4BE4D}" type="presParOf" srcId="{12865F1B-F601-9B47-80AF-B09B8F32773B}" destId="{2B8A529A-337E-1844-BD02-9CDC961254D3}" srcOrd="3" destOrd="0" presId="urn:microsoft.com/office/officeart/2005/8/layout/hProcess11"/>
    <dgm:cxn modelId="{5FF6128F-BAFB-5546-BAF7-FCD6B95E00D8}" type="presParOf" srcId="{12865F1B-F601-9B47-80AF-B09B8F32773B}" destId="{CBBEF0CA-A623-7F4D-B590-8F9E2199693A}" srcOrd="4" destOrd="0" presId="urn:microsoft.com/office/officeart/2005/8/layout/hProcess11"/>
    <dgm:cxn modelId="{399340AA-62D8-834D-8086-D7A2633DB313}" type="presParOf" srcId="{CBBEF0CA-A623-7F4D-B590-8F9E2199693A}" destId="{A354969A-22DE-E248-94CF-680B0405D64E}" srcOrd="0" destOrd="0" presId="urn:microsoft.com/office/officeart/2005/8/layout/hProcess11"/>
    <dgm:cxn modelId="{6BE7BED4-A9DF-7746-8B60-93903C10EB6B}" type="presParOf" srcId="{CBBEF0CA-A623-7F4D-B590-8F9E2199693A}" destId="{87E92135-914F-0946-A4D2-A599CB873347}" srcOrd="1" destOrd="0" presId="urn:microsoft.com/office/officeart/2005/8/layout/hProcess11"/>
    <dgm:cxn modelId="{034CEC33-4A5D-434B-9206-4CD3D0BE9939}" type="presParOf" srcId="{CBBEF0CA-A623-7F4D-B590-8F9E2199693A}" destId="{0FC7B53C-41D3-064E-AA7E-D87BF2876B35}" srcOrd="2" destOrd="0" presId="urn:microsoft.com/office/officeart/2005/8/layout/hProcess11"/>
    <dgm:cxn modelId="{2E139197-B614-5041-A21B-C390B83C118C}" type="presParOf" srcId="{12865F1B-F601-9B47-80AF-B09B8F32773B}" destId="{8B6F2F34-F1B6-2E48-A70A-962DA451FEC0}" srcOrd="5" destOrd="0" presId="urn:microsoft.com/office/officeart/2005/8/layout/hProcess11"/>
    <dgm:cxn modelId="{A490334A-0169-2A40-9092-D6C812E19B73}" type="presParOf" srcId="{12865F1B-F601-9B47-80AF-B09B8F32773B}" destId="{A43E4830-3E6C-BA47-857E-773C524E28D0}" srcOrd="6" destOrd="0" presId="urn:microsoft.com/office/officeart/2005/8/layout/hProcess11"/>
    <dgm:cxn modelId="{D682EE86-6E20-D841-8D3E-8E73A94BC369}" type="presParOf" srcId="{A43E4830-3E6C-BA47-857E-773C524E28D0}" destId="{0D64D5A5-B90C-404D-AC01-1D280256ACAF}" srcOrd="0" destOrd="0" presId="urn:microsoft.com/office/officeart/2005/8/layout/hProcess11"/>
    <dgm:cxn modelId="{E064FEF8-C63C-0C47-9F37-EF89C8C27735}" type="presParOf" srcId="{A43E4830-3E6C-BA47-857E-773C524E28D0}" destId="{F9C51998-9754-A24E-B631-37D56E3AB17A}" srcOrd="1" destOrd="0" presId="urn:microsoft.com/office/officeart/2005/8/layout/hProcess11"/>
    <dgm:cxn modelId="{1FAA0E3E-4C0F-A848-9173-BE0E7D42CF2C}" type="presParOf" srcId="{A43E4830-3E6C-BA47-857E-773C524E28D0}" destId="{63A8B571-0241-554E-BF21-CE1E91E4F06D}"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40350E-79FB-8D40-83B1-477DD46E4A88}"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1694F527-76AB-C145-BF50-22714FFC913F}">
      <dgm:prSet custT="1"/>
      <dgm:spPr/>
      <dgm:t>
        <a:bodyPr/>
        <a:lstStyle/>
        <a:p>
          <a:r>
            <a:rPr lang="en-US" sz="1000" b="1" dirty="0"/>
            <a:t>2010</a:t>
          </a:r>
          <a:r>
            <a:rPr lang="en-US" sz="1000" dirty="0"/>
            <a:t>: Oracle acquired Sun Microsystems </a:t>
          </a:r>
          <a:br>
            <a:rPr lang="en-US" sz="1000" dirty="0"/>
          </a:br>
          <a:r>
            <a:rPr lang="en-US" sz="1000" b="1" dirty="0"/>
            <a:t>MariaDB forked</a:t>
          </a:r>
          <a:r>
            <a:rPr lang="en-US" sz="1000" dirty="0"/>
            <a:t> by Michael “Monty” </a:t>
          </a:r>
          <a:r>
            <a:rPr lang="en-US" sz="1000" dirty="0" err="1"/>
            <a:t>Widenius</a:t>
          </a:r>
          <a:br>
            <a:rPr lang="en-US" sz="1000" dirty="0"/>
          </a:br>
          <a:r>
            <a:rPr lang="en-US" sz="1000" dirty="0"/>
            <a:t>MySQL Server 5.5 released</a:t>
          </a:r>
        </a:p>
      </dgm:t>
    </dgm:pt>
    <dgm:pt modelId="{6049ED50-6E63-9147-A9D5-4C153DE777A8}" type="parTrans" cxnId="{49E8874A-91C5-5A4A-8C89-5AD1549B2AB3}">
      <dgm:prSet/>
      <dgm:spPr/>
      <dgm:t>
        <a:bodyPr/>
        <a:lstStyle/>
        <a:p>
          <a:endParaRPr lang="en-US"/>
        </a:p>
      </dgm:t>
    </dgm:pt>
    <dgm:pt modelId="{698322E5-5E94-7647-9F2E-3B06AADD8177}" type="sibTrans" cxnId="{49E8874A-91C5-5A4A-8C89-5AD1549B2AB3}">
      <dgm:prSet/>
      <dgm:spPr/>
      <dgm:t>
        <a:bodyPr/>
        <a:lstStyle/>
        <a:p>
          <a:endParaRPr lang="en-US"/>
        </a:p>
      </dgm:t>
    </dgm:pt>
    <dgm:pt modelId="{FF6E3527-755E-6A4D-B258-F1D793F59202}">
      <dgm:prSet custT="1"/>
      <dgm:spPr/>
      <dgm:t>
        <a:bodyPr/>
        <a:lstStyle/>
        <a:p>
          <a:r>
            <a:rPr lang="en-US" sz="1000" b="1" dirty="0"/>
            <a:t>2015</a:t>
          </a:r>
          <a:r>
            <a:rPr lang="en-US" sz="1000" dirty="0"/>
            <a:t>: Version 5.7 released (native JSON data type support, replication improvements).</a:t>
          </a:r>
        </a:p>
        <a:p>
          <a:endParaRPr lang="en-US" sz="1000" dirty="0"/>
        </a:p>
        <a:p>
          <a:r>
            <a:rPr lang="en-US" sz="1000" dirty="0" err="1"/>
            <a:t>ProxySQL</a:t>
          </a:r>
          <a:r>
            <a:rPr lang="en-US" sz="1000" dirty="0"/>
            <a:t> is released</a:t>
          </a:r>
        </a:p>
      </dgm:t>
    </dgm:pt>
    <dgm:pt modelId="{0764E87D-D368-0543-9F68-CB634CECCB27}" type="parTrans" cxnId="{EA414E2B-4DEF-6940-B3F0-BB0A1460A9BB}">
      <dgm:prSet/>
      <dgm:spPr/>
      <dgm:t>
        <a:bodyPr/>
        <a:lstStyle/>
        <a:p>
          <a:endParaRPr lang="en-US"/>
        </a:p>
      </dgm:t>
    </dgm:pt>
    <dgm:pt modelId="{E3106518-A842-314E-861A-4E5F5B748C9C}" type="sibTrans" cxnId="{EA414E2B-4DEF-6940-B3F0-BB0A1460A9BB}">
      <dgm:prSet/>
      <dgm:spPr/>
      <dgm:t>
        <a:bodyPr/>
        <a:lstStyle/>
        <a:p>
          <a:endParaRPr lang="en-US"/>
        </a:p>
      </dgm:t>
    </dgm:pt>
    <dgm:pt modelId="{0C6EDA04-0DBA-4D40-B423-C751DD1154F5}">
      <dgm:prSet custT="1"/>
      <dgm:spPr/>
      <dgm:t>
        <a:bodyPr/>
        <a:lstStyle/>
        <a:p>
          <a:r>
            <a:rPr lang="en-US" sz="1000" b="1" dirty="0"/>
            <a:t>2013:</a:t>
          </a:r>
          <a:r>
            <a:rPr lang="en-US" sz="1000" dirty="0"/>
            <a:t> Version 5.6 released (query optimizer improvements, higher transactional throughput, NoSQL-style APIs, better performance monitoring).</a:t>
          </a:r>
        </a:p>
      </dgm:t>
    </dgm:pt>
    <dgm:pt modelId="{D5BF8B10-F203-E641-9B3A-BA37800A13B6}" type="parTrans" cxnId="{C723F486-F516-DA4A-A508-3582010FE99C}">
      <dgm:prSet/>
      <dgm:spPr/>
      <dgm:t>
        <a:bodyPr/>
        <a:lstStyle/>
        <a:p>
          <a:endParaRPr lang="en-US"/>
        </a:p>
      </dgm:t>
    </dgm:pt>
    <dgm:pt modelId="{C4A02280-11BB-3A45-9FE7-C6BA80550873}" type="sibTrans" cxnId="{C723F486-F516-DA4A-A508-3582010FE99C}">
      <dgm:prSet/>
      <dgm:spPr/>
      <dgm:t>
        <a:bodyPr/>
        <a:lstStyle/>
        <a:p>
          <a:endParaRPr lang="en-US"/>
        </a:p>
      </dgm:t>
    </dgm:pt>
    <dgm:pt modelId="{3BD6147E-7438-BC42-951B-2739F0802A1E}">
      <dgm:prSet custT="1"/>
      <dgm:spPr/>
      <dgm:t>
        <a:bodyPr/>
        <a:lstStyle/>
        <a:p>
          <a:r>
            <a:rPr lang="en-US" sz="1000" b="1" dirty="0"/>
            <a:t>2016</a:t>
          </a:r>
          <a:r>
            <a:rPr lang="en-US" sz="1000" dirty="0"/>
            <a:t>: </a:t>
          </a:r>
          <a:br>
            <a:rPr lang="en-US" sz="1000" dirty="0"/>
          </a:br>
          <a:r>
            <a:rPr lang="en-US" sz="1000" dirty="0"/>
            <a:t>MySQL Group Replication Release</a:t>
          </a:r>
        </a:p>
      </dgm:t>
    </dgm:pt>
    <dgm:pt modelId="{A9E92D33-A463-364B-826B-2E8ECA79EF5D}" type="parTrans" cxnId="{82F35FA9-DFC4-734D-87D2-8CF5112A2866}">
      <dgm:prSet/>
      <dgm:spPr/>
      <dgm:t>
        <a:bodyPr/>
        <a:lstStyle/>
        <a:p>
          <a:endParaRPr lang="en-US"/>
        </a:p>
      </dgm:t>
    </dgm:pt>
    <dgm:pt modelId="{38777FB4-8E5F-0042-B5B1-A758C1DB5E27}" type="sibTrans" cxnId="{82F35FA9-DFC4-734D-87D2-8CF5112A2866}">
      <dgm:prSet/>
      <dgm:spPr/>
      <dgm:t>
        <a:bodyPr/>
        <a:lstStyle/>
        <a:p>
          <a:endParaRPr lang="en-US"/>
        </a:p>
      </dgm:t>
    </dgm:pt>
    <dgm:pt modelId="{C009294C-2837-9740-91B8-B501A308FABD}">
      <dgm:prSet custT="1"/>
      <dgm:spPr/>
      <dgm:t>
        <a:bodyPr/>
        <a:lstStyle/>
        <a:p>
          <a:r>
            <a:rPr lang="en-US" sz="1000" dirty="0"/>
            <a:t>2014: Kubernetes Release</a:t>
          </a:r>
        </a:p>
      </dgm:t>
    </dgm:pt>
    <dgm:pt modelId="{6C1660F9-5715-314E-848D-063B99AEA0CD}" type="parTrans" cxnId="{F3294066-5518-C542-B027-8C1BB23F3F39}">
      <dgm:prSet/>
      <dgm:spPr/>
      <dgm:t>
        <a:bodyPr/>
        <a:lstStyle/>
        <a:p>
          <a:endParaRPr lang="en-US"/>
        </a:p>
      </dgm:t>
    </dgm:pt>
    <dgm:pt modelId="{2D128627-BAC5-2740-922D-CA91D598D403}" type="sibTrans" cxnId="{F3294066-5518-C542-B027-8C1BB23F3F39}">
      <dgm:prSet/>
      <dgm:spPr/>
      <dgm:t>
        <a:bodyPr/>
        <a:lstStyle/>
        <a:p>
          <a:endParaRPr lang="en-US"/>
        </a:p>
      </dgm:t>
    </dgm:pt>
    <dgm:pt modelId="{38F20BD9-DEE8-1E41-9CFD-55C3D3CC9268}" type="pres">
      <dgm:prSet presAssocID="{4840350E-79FB-8D40-83B1-477DD46E4A88}" presName="Name0" presStyleCnt="0">
        <dgm:presLayoutVars>
          <dgm:dir/>
          <dgm:resizeHandles val="exact"/>
        </dgm:presLayoutVars>
      </dgm:prSet>
      <dgm:spPr/>
    </dgm:pt>
    <dgm:pt modelId="{5A375800-D51A-F04A-BF43-83C3C9C02533}" type="pres">
      <dgm:prSet presAssocID="{4840350E-79FB-8D40-83B1-477DD46E4A88}" presName="arrow" presStyleLbl="bgShp" presStyleIdx="0" presStyleCnt="1"/>
      <dgm:spPr/>
    </dgm:pt>
    <dgm:pt modelId="{12865F1B-F601-9B47-80AF-B09B8F32773B}" type="pres">
      <dgm:prSet presAssocID="{4840350E-79FB-8D40-83B1-477DD46E4A88}" presName="points" presStyleCnt="0"/>
      <dgm:spPr/>
    </dgm:pt>
    <dgm:pt modelId="{2C2E0D65-ABF4-8247-A16B-2568DDB09843}" type="pres">
      <dgm:prSet presAssocID="{1694F527-76AB-C145-BF50-22714FFC913F}" presName="compositeA" presStyleCnt="0"/>
      <dgm:spPr/>
    </dgm:pt>
    <dgm:pt modelId="{B4B77FB3-E687-034E-8BF1-F047075BD36C}" type="pres">
      <dgm:prSet presAssocID="{1694F527-76AB-C145-BF50-22714FFC913F}" presName="textA" presStyleLbl="revTx" presStyleIdx="0" presStyleCnt="5" custScaleX="159919">
        <dgm:presLayoutVars>
          <dgm:bulletEnabled val="1"/>
        </dgm:presLayoutVars>
      </dgm:prSet>
      <dgm:spPr/>
    </dgm:pt>
    <dgm:pt modelId="{051CAC02-9F5D-E240-8961-DA3A45AABD6A}" type="pres">
      <dgm:prSet presAssocID="{1694F527-76AB-C145-BF50-22714FFC913F}" presName="circleA" presStyleLbl="node1" presStyleIdx="0" presStyleCnt="5"/>
      <dgm:spPr/>
    </dgm:pt>
    <dgm:pt modelId="{406FD4DD-D513-5541-A839-59FFE5B0885F}" type="pres">
      <dgm:prSet presAssocID="{1694F527-76AB-C145-BF50-22714FFC913F}" presName="spaceA" presStyleCnt="0"/>
      <dgm:spPr/>
    </dgm:pt>
    <dgm:pt modelId="{49125AEB-F44B-8B44-B9D6-D37EBD48FE86}" type="pres">
      <dgm:prSet presAssocID="{698322E5-5E94-7647-9F2E-3B06AADD8177}" presName="space" presStyleCnt="0"/>
      <dgm:spPr/>
    </dgm:pt>
    <dgm:pt modelId="{AA0B7DAC-A0D7-614E-9126-20AC67087A83}" type="pres">
      <dgm:prSet presAssocID="{0C6EDA04-0DBA-4D40-B423-C751DD1154F5}" presName="compositeB" presStyleCnt="0"/>
      <dgm:spPr/>
    </dgm:pt>
    <dgm:pt modelId="{4143B9F2-9262-2842-A7C8-50ACC930DCAF}" type="pres">
      <dgm:prSet presAssocID="{0C6EDA04-0DBA-4D40-B423-C751DD1154F5}" presName="textB" presStyleLbl="revTx" presStyleIdx="1" presStyleCnt="5" custScaleX="184804">
        <dgm:presLayoutVars>
          <dgm:bulletEnabled val="1"/>
        </dgm:presLayoutVars>
      </dgm:prSet>
      <dgm:spPr/>
    </dgm:pt>
    <dgm:pt modelId="{1DA826D3-CBB5-3B41-AB75-AEFB243E7FDB}" type="pres">
      <dgm:prSet presAssocID="{0C6EDA04-0DBA-4D40-B423-C751DD1154F5}" presName="circleB" presStyleLbl="node1" presStyleIdx="1" presStyleCnt="5"/>
      <dgm:spPr/>
    </dgm:pt>
    <dgm:pt modelId="{0816E489-6BCE-4240-907A-F1FFB671A15E}" type="pres">
      <dgm:prSet presAssocID="{0C6EDA04-0DBA-4D40-B423-C751DD1154F5}" presName="spaceB" presStyleCnt="0"/>
      <dgm:spPr/>
    </dgm:pt>
    <dgm:pt modelId="{EC420346-0F35-6E43-B766-5D4CF72BC01F}" type="pres">
      <dgm:prSet presAssocID="{C4A02280-11BB-3A45-9FE7-C6BA80550873}" presName="space" presStyleCnt="0"/>
      <dgm:spPr/>
    </dgm:pt>
    <dgm:pt modelId="{9AD43133-EF55-4D46-B3C0-4192A08D86F5}" type="pres">
      <dgm:prSet presAssocID="{C009294C-2837-9740-91B8-B501A308FABD}" presName="compositeA" presStyleCnt="0"/>
      <dgm:spPr/>
    </dgm:pt>
    <dgm:pt modelId="{1F6C7988-441B-8F43-91A2-5CD43ECC2AF8}" type="pres">
      <dgm:prSet presAssocID="{C009294C-2837-9740-91B8-B501A308FABD}" presName="textA" presStyleLbl="revTx" presStyleIdx="2" presStyleCnt="5">
        <dgm:presLayoutVars>
          <dgm:bulletEnabled val="1"/>
        </dgm:presLayoutVars>
      </dgm:prSet>
      <dgm:spPr/>
    </dgm:pt>
    <dgm:pt modelId="{958E02DE-E7DC-C446-8A86-2844F7E7FF96}" type="pres">
      <dgm:prSet presAssocID="{C009294C-2837-9740-91B8-B501A308FABD}" presName="circleA" presStyleLbl="node1" presStyleIdx="2" presStyleCnt="5"/>
      <dgm:spPr/>
    </dgm:pt>
    <dgm:pt modelId="{63C248C3-DF00-E745-BCE1-34CF48799653}" type="pres">
      <dgm:prSet presAssocID="{C009294C-2837-9740-91B8-B501A308FABD}" presName="spaceA" presStyleCnt="0"/>
      <dgm:spPr/>
    </dgm:pt>
    <dgm:pt modelId="{34DF37E8-4265-594F-B913-9C79F276C05D}" type="pres">
      <dgm:prSet presAssocID="{2D128627-BAC5-2740-922D-CA91D598D403}" presName="space" presStyleCnt="0"/>
      <dgm:spPr/>
    </dgm:pt>
    <dgm:pt modelId="{A35374CF-D987-E446-90CD-E8F3546D076B}" type="pres">
      <dgm:prSet presAssocID="{FF6E3527-755E-6A4D-B258-F1D793F59202}" presName="compositeB" presStyleCnt="0"/>
      <dgm:spPr/>
    </dgm:pt>
    <dgm:pt modelId="{6169173F-367D-2A4B-A7A4-190E16C3EBA4}" type="pres">
      <dgm:prSet presAssocID="{FF6E3527-755E-6A4D-B258-F1D793F59202}" presName="textB" presStyleLbl="revTx" presStyleIdx="3" presStyleCnt="5" custScaleX="137321">
        <dgm:presLayoutVars>
          <dgm:bulletEnabled val="1"/>
        </dgm:presLayoutVars>
      </dgm:prSet>
      <dgm:spPr/>
    </dgm:pt>
    <dgm:pt modelId="{2DCB76AF-A4F3-4D42-B2EB-C410B469D597}" type="pres">
      <dgm:prSet presAssocID="{FF6E3527-755E-6A4D-B258-F1D793F59202}" presName="circleB" presStyleLbl="node1" presStyleIdx="3" presStyleCnt="5"/>
      <dgm:spPr/>
    </dgm:pt>
    <dgm:pt modelId="{A482FC73-04AD-1546-B03E-4CF5F762F344}" type="pres">
      <dgm:prSet presAssocID="{FF6E3527-755E-6A4D-B258-F1D793F59202}" presName="spaceB" presStyleCnt="0"/>
      <dgm:spPr/>
    </dgm:pt>
    <dgm:pt modelId="{56528B55-40CF-E440-A45C-4AD216211C3C}" type="pres">
      <dgm:prSet presAssocID="{E3106518-A842-314E-861A-4E5F5B748C9C}" presName="space" presStyleCnt="0"/>
      <dgm:spPr/>
    </dgm:pt>
    <dgm:pt modelId="{762CD0D6-E6BA-6A46-A16B-F436C90DBC59}" type="pres">
      <dgm:prSet presAssocID="{3BD6147E-7438-BC42-951B-2739F0802A1E}" presName="compositeA" presStyleCnt="0"/>
      <dgm:spPr/>
    </dgm:pt>
    <dgm:pt modelId="{A5BD701E-9952-114E-8ED4-34262C514546}" type="pres">
      <dgm:prSet presAssocID="{3BD6147E-7438-BC42-951B-2739F0802A1E}" presName="textA" presStyleLbl="revTx" presStyleIdx="4" presStyleCnt="5">
        <dgm:presLayoutVars>
          <dgm:bulletEnabled val="1"/>
        </dgm:presLayoutVars>
      </dgm:prSet>
      <dgm:spPr/>
    </dgm:pt>
    <dgm:pt modelId="{3B2B7462-F0AA-5A4B-9975-A16FD7196FB4}" type="pres">
      <dgm:prSet presAssocID="{3BD6147E-7438-BC42-951B-2739F0802A1E}" presName="circleA" presStyleLbl="node1" presStyleIdx="4" presStyleCnt="5"/>
      <dgm:spPr/>
    </dgm:pt>
    <dgm:pt modelId="{2842E7CC-3848-D94B-ADFC-AE07CAC5A61E}" type="pres">
      <dgm:prSet presAssocID="{3BD6147E-7438-BC42-951B-2739F0802A1E}" presName="spaceA" presStyleCnt="0"/>
      <dgm:spPr/>
    </dgm:pt>
  </dgm:ptLst>
  <dgm:cxnLst>
    <dgm:cxn modelId="{AD45142B-30A7-8945-BF6B-F3FE8AF44D56}" type="presOf" srcId="{1694F527-76AB-C145-BF50-22714FFC913F}" destId="{B4B77FB3-E687-034E-8BF1-F047075BD36C}" srcOrd="0" destOrd="0" presId="urn:microsoft.com/office/officeart/2005/8/layout/hProcess11"/>
    <dgm:cxn modelId="{EA414E2B-4DEF-6940-B3F0-BB0A1460A9BB}" srcId="{4840350E-79FB-8D40-83B1-477DD46E4A88}" destId="{FF6E3527-755E-6A4D-B258-F1D793F59202}" srcOrd="3" destOrd="0" parTransId="{0764E87D-D368-0543-9F68-CB634CECCB27}" sibTransId="{E3106518-A842-314E-861A-4E5F5B748C9C}"/>
    <dgm:cxn modelId="{49E8874A-91C5-5A4A-8C89-5AD1549B2AB3}" srcId="{4840350E-79FB-8D40-83B1-477DD46E4A88}" destId="{1694F527-76AB-C145-BF50-22714FFC913F}" srcOrd="0" destOrd="0" parTransId="{6049ED50-6E63-9147-A9D5-4C153DE777A8}" sibTransId="{698322E5-5E94-7647-9F2E-3B06AADD8177}"/>
    <dgm:cxn modelId="{F3294066-5518-C542-B027-8C1BB23F3F39}" srcId="{4840350E-79FB-8D40-83B1-477DD46E4A88}" destId="{C009294C-2837-9740-91B8-B501A308FABD}" srcOrd="2" destOrd="0" parTransId="{6C1660F9-5715-314E-848D-063B99AEA0CD}" sibTransId="{2D128627-BAC5-2740-922D-CA91D598D403}"/>
    <dgm:cxn modelId="{C723F486-F516-DA4A-A508-3582010FE99C}" srcId="{4840350E-79FB-8D40-83B1-477DD46E4A88}" destId="{0C6EDA04-0DBA-4D40-B423-C751DD1154F5}" srcOrd="1" destOrd="0" parTransId="{D5BF8B10-F203-E641-9B3A-BA37800A13B6}" sibTransId="{C4A02280-11BB-3A45-9FE7-C6BA80550873}"/>
    <dgm:cxn modelId="{447EF987-D393-744D-820C-2A044C957481}" type="presOf" srcId="{3BD6147E-7438-BC42-951B-2739F0802A1E}" destId="{A5BD701E-9952-114E-8ED4-34262C514546}" srcOrd="0" destOrd="0" presId="urn:microsoft.com/office/officeart/2005/8/layout/hProcess11"/>
    <dgm:cxn modelId="{010E2C96-1B68-504D-B210-1191376BFCB6}" type="presOf" srcId="{FF6E3527-755E-6A4D-B258-F1D793F59202}" destId="{6169173F-367D-2A4B-A7A4-190E16C3EBA4}" srcOrd="0" destOrd="0" presId="urn:microsoft.com/office/officeart/2005/8/layout/hProcess11"/>
    <dgm:cxn modelId="{2FA25C9C-0B06-2A42-91E6-8D29A0DAA070}" type="presOf" srcId="{4840350E-79FB-8D40-83B1-477DD46E4A88}" destId="{38F20BD9-DEE8-1E41-9CFD-55C3D3CC9268}" srcOrd="0" destOrd="0" presId="urn:microsoft.com/office/officeart/2005/8/layout/hProcess11"/>
    <dgm:cxn modelId="{82F35FA9-DFC4-734D-87D2-8CF5112A2866}" srcId="{4840350E-79FB-8D40-83B1-477DD46E4A88}" destId="{3BD6147E-7438-BC42-951B-2739F0802A1E}" srcOrd="4" destOrd="0" parTransId="{A9E92D33-A463-364B-826B-2E8ECA79EF5D}" sibTransId="{38777FB4-8E5F-0042-B5B1-A758C1DB5E27}"/>
    <dgm:cxn modelId="{01C1E3C0-CC56-724B-8E85-E4CB30CD4B18}" type="presOf" srcId="{C009294C-2837-9740-91B8-B501A308FABD}" destId="{1F6C7988-441B-8F43-91A2-5CD43ECC2AF8}" srcOrd="0" destOrd="0" presId="urn:microsoft.com/office/officeart/2005/8/layout/hProcess11"/>
    <dgm:cxn modelId="{E6363EF0-8C94-1A45-BD5D-5F6A74F01D46}" type="presOf" srcId="{0C6EDA04-0DBA-4D40-B423-C751DD1154F5}" destId="{4143B9F2-9262-2842-A7C8-50ACC930DCAF}" srcOrd="0" destOrd="0" presId="urn:microsoft.com/office/officeart/2005/8/layout/hProcess11"/>
    <dgm:cxn modelId="{4D1C8A92-88BB-AE4D-B84A-93874528846B}" type="presParOf" srcId="{38F20BD9-DEE8-1E41-9CFD-55C3D3CC9268}" destId="{5A375800-D51A-F04A-BF43-83C3C9C02533}" srcOrd="0" destOrd="0" presId="urn:microsoft.com/office/officeart/2005/8/layout/hProcess11"/>
    <dgm:cxn modelId="{4AAC696D-030C-374E-BEB3-47C712F9510F}" type="presParOf" srcId="{38F20BD9-DEE8-1E41-9CFD-55C3D3CC9268}" destId="{12865F1B-F601-9B47-80AF-B09B8F32773B}" srcOrd="1" destOrd="0" presId="urn:microsoft.com/office/officeart/2005/8/layout/hProcess11"/>
    <dgm:cxn modelId="{2D53CF55-8578-A24A-924C-1AA5F18DADA3}" type="presParOf" srcId="{12865F1B-F601-9B47-80AF-B09B8F32773B}" destId="{2C2E0D65-ABF4-8247-A16B-2568DDB09843}" srcOrd="0" destOrd="0" presId="urn:microsoft.com/office/officeart/2005/8/layout/hProcess11"/>
    <dgm:cxn modelId="{AA10D158-0B75-6044-BDAA-B11C692455A2}" type="presParOf" srcId="{2C2E0D65-ABF4-8247-A16B-2568DDB09843}" destId="{B4B77FB3-E687-034E-8BF1-F047075BD36C}" srcOrd="0" destOrd="0" presId="urn:microsoft.com/office/officeart/2005/8/layout/hProcess11"/>
    <dgm:cxn modelId="{8725DB9B-8F3D-E745-95CA-323B5497E3D7}" type="presParOf" srcId="{2C2E0D65-ABF4-8247-A16B-2568DDB09843}" destId="{051CAC02-9F5D-E240-8961-DA3A45AABD6A}" srcOrd="1" destOrd="0" presId="urn:microsoft.com/office/officeart/2005/8/layout/hProcess11"/>
    <dgm:cxn modelId="{6CE9DCB1-3DBA-E549-A348-35DE0FFCAB7E}" type="presParOf" srcId="{2C2E0D65-ABF4-8247-A16B-2568DDB09843}" destId="{406FD4DD-D513-5541-A839-59FFE5B0885F}" srcOrd="2" destOrd="0" presId="urn:microsoft.com/office/officeart/2005/8/layout/hProcess11"/>
    <dgm:cxn modelId="{F2EF62C6-9062-9741-9FAF-20573AC7F2CC}" type="presParOf" srcId="{12865F1B-F601-9B47-80AF-B09B8F32773B}" destId="{49125AEB-F44B-8B44-B9D6-D37EBD48FE86}" srcOrd="1" destOrd="0" presId="urn:microsoft.com/office/officeart/2005/8/layout/hProcess11"/>
    <dgm:cxn modelId="{F26DED2E-192C-CE49-B059-9FE80F0B3AF5}" type="presParOf" srcId="{12865F1B-F601-9B47-80AF-B09B8F32773B}" destId="{AA0B7DAC-A0D7-614E-9126-20AC67087A83}" srcOrd="2" destOrd="0" presId="urn:microsoft.com/office/officeart/2005/8/layout/hProcess11"/>
    <dgm:cxn modelId="{A4E134BA-5476-E74B-BE72-ACE38E092B95}" type="presParOf" srcId="{AA0B7DAC-A0D7-614E-9126-20AC67087A83}" destId="{4143B9F2-9262-2842-A7C8-50ACC930DCAF}" srcOrd="0" destOrd="0" presId="urn:microsoft.com/office/officeart/2005/8/layout/hProcess11"/>
    <dgm:cxn modelId="{74AE678D-9388-1E44-B25F-CB3B0072979F}" type="presParOf" srcId="{AA0B7DAC-A0D7-614E-9126-20AC67087A83}" destId="{1DA826D3-CBB5-3B41-AB75-AEFB243E7FDB}" srcOrd="1" destOrd="0" presId="urn:microsoft.com/office/officeart/2005/8/layout/hProcess11"/>
    <dgm:cxn modelId="{3EAE3322-D7A1-E343-B52A-9DE4F0BC99EF}" type="presParOf" srcId="{AA0B7DAC-A0D7-614E-9126-20AC67087A83}" destId="{0816E489-6BCE-4240-907A-F1FFB671A15E}" srcOrd="2" destOrd="0" presId="urn:microsoft.com/office/officeart/2005/8/layout/hProcess11"/>
    <dgm:cxn modelId="{7AE1F6FC-0406-CA46-8080-9F7008360CC2}" type="presParOf" srcId="{12865F1B-F601-9B47-80AF-B09B8F32773B}" destId="{EC420346-0F35-6E43-B766-5D4CF72BC01F}" srcOrd="3" destOrd="0" presId="urn:microsoft.com/office/officeart/2005/8/layout/hProcess11"/>
    <dgm:cxn modelId="{8777757A-DCA0-EF47-BA51-340207E0E9E7}" type="presParOf" srcId="{12865F1B-F601-9B47-80AF-B09B8F32773B}" destId="{9AD43133-EF55-4D46-B3C0-4192A08D86F5}" srcOrd="4" destOrd="0" presId="urn:microsoft.com/office/officeart/2005/8/layout/hProcess11"/>
    <dgm:cxn modelId="{0EA18F59-BE40-7541-87BF-669EBDDCEA05}" type="presParOf" srcId="{9AD43133-EF55-4D46-B3C0-4192A08D86F5}" destId="{1F6C7988-441B-8F43-91A2-5CD43ECC2AF8}" srcOrd="0" destOrd="0" presId="urn:microsoft.com/office/officeart/2005/8/layout/hProcess11"/>
    <dgm:cxn modelId="{58946C89-9BAF-D749-9ED7-06237B6ADA57}" type="presParOf" srcId="{9AD43133-EF55-4D46-B3C0-4192A08D86F5}" destId="{958E02DE-E7DC-C446-8A86-2844F7E7FF96}" srcOrd="1" destOrd="0" presId="urn:microsoft.com/office/officeart/2005/8/layout/hProcess11"/>
    <dgm:cxn modelId="{8C3830FC-2494-B043-A955-982A22B14E60}" type="presParOf" srcId="{9AD43133-EF55-4D46-B3C0-4192A08D86F5}" destId="{63C248C3-DF00-E745-BCE1-34CF48799653}" srcOrd="2" destOrd="0" presId="urn:microsoft.com/office/officeart/2005/8/layout/hProcess11"/>
    <dgm:cxn modelId="{37B6C9A5-D7AE-AD48-B2DA-C40BE4ADCA4A}" type="presParOf" srcId="{12865F1B-F601-9B47-80AF-B09B8F32773B}" destId="{34DF37E8-4265-594F-B913-9C79F276C05D}" srcOrd="5" destOrd="0" presId="urn:microsoft.com/office/officeart/2005/8/layout/hProcess11"/>
    <dgm:cxn modelId="{C41F2253-5ADF-384C-B2A1-DC502BC62077}" type="presParOf" srcId="{12865F1B-F601-9B47-80AF-B09B8F32773B}" destId="{A35374CF-D987-E446-90CD-E8F3546D076B}" srcOrd="6" destOrd="0" presId="urn:microsoft.com/office/officeart/2005/8/layout/hProcess11"/>
    <dgm:cxn modelId="{39DDC0AC-1F3C-8046-87FF-E1D5AF09BF71}" type="presParOf" srcId="{A35374CF-D987-E446-90CD-E8F3546D076B}" destId="{6169173F-367D-2A4B-A7A4-190E16C3EBA4}" srcOrd="0" destOrd="0" presId="urn:microsoft.com/office/officeart/2005/8/layout/hProcess11"/>
    <dgm:cxn modelId="{363FBA51-F908-3B47-BFB5-9F0FB93B8C8A}" type="presParOf" srcId="{A35374CF-D987-E446-90CD-E8F3546D076B}" destId="{2DCB76AF-A4F3-4D42-B2EB-C410B469D597}" srcOrd="1" destOrd="0" presId="urn:microsoft.com/office/officeart/2005/8/layout/hProcess11"/>
    <dgm:cxn modelId="{84169C65-8247-084B-8AEA-68C14A121CCD}" type="presParOf" srcId="{A35374CF-D987-E446-90CD-E8F3546D076B}" destId="{A482FC73-04AD-1546-B03E-4CF5F762F344}" srcOrd="2" destOrd="0" presId="urn:microsoft.com/office/officeart/2005/8/layout/hProcess11"/>
    <dgm:cxn modelId="{BA54F464-D99F-E44B-BC64-896EB83AEABD}" type="presParOf" srcId="{12865F1B-F601-9B47-80AF-B09B8F32773B}" destId="{56528B55-40CF-E440-A45C-4AD216211C3C}" srcOrd="7" destOrd="0" presId="urn:microsoft.com/office/officeart/2005/8/layout/hProcess11"/>
    <dgm:cxn modelId="{33C388AF-3120-E64C-A4F6-B036C95A8659}" type="presParOf" srcId="{12865F1B-F601-9B47-80AF-B09B8F32773B}" destId="{762CD0D6-E6BA-6A46-A16B-F436C90DBC59}" srcOrd="8" destOrd="0" presId="urn:microsoft.com/office/officeart/2005/8/layout/hProcess11"/>
    <dgm:cxn modelId="{24C0A838-1B20-0642-A73C-418259A13EFD}" type="presParOf" srcId="{762CD0D6-E6BA-6A46-A16B-F436C90DBC59}" destId="{A5BD701E-9952-114E-8ED4-34262C514546}" srcOrd="0" destOrd="0" presId="urn:microsoft.com/office/officeart/2005/8/layout/hProcess11"/>
    <dgm:cxn modelId="{91239E2D-BBC9-8146-894F-C5043ADA6D65}" type="presParOf" srcId="{762CD0D6-E6BA-6A46-A16B-F436C90DBC59}" destId="{3B2B7462-F0AA-5A4B-9975-A16FD7196FB4}" srcOrd="1" destOrd="0" presId="urn:microsoft.com/office/officeart/2005/8/layout/hProcess11"/>
    <dgm:cxn modelId="{E56AE23D-E61E-2F48-8E70-6CACAA6E4DFB}" type="presParOf" srcId="{762CD0D6-E6BA-6A46-A16B-F436C90DBC59}" destId="{2842E7CC-3848-D94B-ADFC-AE07CAC5A61E}"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40350E-79FB-8D40-83B1-477DD46E4A88}"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BCCCF7BC-5CAB-2B48-935B-3C15C3F9C5AD}">
      <dgm:prSet custT="1"/>
      <dgm:spPr/>
      <dgm:t>
        <a:bodyPr/>
        <a:lstStyle/>
        <a:p>
          <a:r>
            <a:rPr lang="en-US" sz="1000" b="1" dirty="0"/>
            <a:t>2018</a:t>
          </a:r>
          <a:r>
            <a:rPr lang="en-US" sz="1000" dirty="0"/>
            <a:t>: Version 8.0 released (NoSQL Document Store, JSON enhancements, atomic DDL); </a:t>
          </a:r>
        </a:p>
      </dgm:t>
    </dgm:pt>
    <dgm:pt modelId="{E400F4FB-EC63-574C-B58B-1648F1EB1AEB}" type="parTrans" cxnId="{8DD62E8A-9B73-264E-9C2F-E76DD4E87A5B}">
      <dgm:prSet/>
      <dgm:spPr/>
      <dgm:t>
        <a:bodyPr/>
        <a:lstStyle/>
        <a:p>
          <a:endParaRPr lang="en-US"/>
        </a:p>
      </dgm:t>
    </dgm:pt>
    <dgm:pt modelId="{DFE94327-3133-FF4E-B12F-FD68C1CB3EB6}" type="sibTrans" cxnId="{8DD62E8A-9B73-264E-9C2F-E76DD4E87A5B}">
      <dgm:prSet/>
      <dgm:spPr/>
      <dgm:t>
        <a:bodyPr/>
        <a:lstStyle/>
        <a:p>
          <a:endParaRPr lang="en-US"/>
        </a:p>
      </dgm:t>
    </dgm:pt>
    <dgm:pt modelId="{198AF98A-4F5B-8B4F-AB3C-64C692869F9A}">
      <dgm:prSet custT="1"/>
      <dgm:spPr/>
      <dgm:t>
        <a:bodyPr/>
        <a:lstStyle/>
        <a:p>
          <a:r>
            <a:rPr lang="en-BR" sz="1000" b="1" i="0" dirty="0"/>
            <a:t>2024:</a:t>
          </a:r>
          <a:r>
            <a:rPr lang="en-BR" sz="1000" b="0" i="0" dirty="0"/>
            <a:t> MySQL 8.4 release</a:t>
          </a:r>
          <a:endParaRPr lang="en-US" sz="1000" dirty="0"/>
        </a:p>
      </dgm:t>
    </dgm:pt>
    <dgm:pt modelId="{6F52D55A-BD7F-0742-9A93-97A68C78A4D8}" type="parTrans" cxnId="{BE3C6081-0D92-3C42-B492-8E0A58BB3F7C}">
      <dgm:prSet/>
      <dgm:spPr/>
      <dgm:t>
        <a:bodyPr/>
        <a:lstStyle/>
        <a:p>
          <a:endParaRPr lang="en-US"/>
        </a:p>
      </dgm:t>
    </dgm:pt>
    <dgm:pt modelId="{FF65D32B-5611-CD46-8555-5FE43DA07F50}" type="sibTrans" cxnId="{BE3C6081-0D92-3C42-B492-8E0A58BB3F7C}">
      <dgm:prSet/>
      <dgm:spPr/>
      <dgm:t>
        <a:bodyPr/>
        <a:lstStyle/>
        <a:p>
          <a:endParaRPr lang="en-US"/>
        </a:p>
      </dgm:t>
    </dgm:pt>
    <dgm:pt modelId="{1997E6E4-1AB8-5C4D-AA2D-60814815595C}">
      <dgm:prSet custT="1"/>
      <dgm:spPr/>
      <dgm:t>
        <a:bodyPr/>
        <a:lstStyle/>
        <a:p>
          <a:r>
            <a:rPr lang="en-US" sz="1000" b="1" dirty="0"/>
            <a:t>2023: </a:t>
          </a:r>
          <a:br>
            <a:rPr lang="en-US" sz="1000" b="1" dirty="0"/>
          </a:br>
          <a:r>
            <a:rPr lang="en-US" sz="1000" b="0" i="0" dirty="0"/>
            <a:t>MySQL HeatWave Oracle OCI</a:t>
          </a:r>
          <a:br>
            <a:rPr lang="en-US" sz="1000" b="0" i="0" dirty="0"/>
          </a:br>
          <a:br>
            <a:rPr lang="en-US" sz="1000" b="0" i="0" dirty="0"/>
          </a:br>
          <a:r>
            <a:rPr lang="en-US" sz="1000" b="0" i="0" dirty="0"/>
            <a:t>PostgreSQL 16 released</a:t>
          </a:r>
          <a:endParaRPr lang="en-US" sz="1000" dirty="0"/>
        </a:p>
      </dgm:t>
    </dgm:pt>
    <dgm:pt modelId="{44FB6F18-0AEF-1947-BF4C-DE837FC7F9ED}" type="parTrans" cxnId="{6CD9AF5E-B017-CC4A-850C-16E5A6FC1CE6}">
      <dgm:prSet/>
      <dgm:spPr/>
      <dgm:t>
        <a:bodyPr/>
        <a:lstStyle/>
        <a:p>
          <a:endParaRPr lang="en-US"/>
        </a:p>
      </dgm:t>
    </dgm:pt>
    <dgm:pt modelId="{110D3835-5D9A-9141-9037-F9229ECD3828}" type="sibTrans" cxnId="{6CD9AF5E-B017-CC4A-850C-16E5A6FC1CE6}">
      <dgm:prSet/>
      <dgm:spPr/>
      <dgm:t>
        <a:bodyPr/>
        <a:lstStyle/>
        <a:p>
          <a:endParaRPr lang="en-US"/>
        </a:p>
      </dgm:t>
    </dgm:pt>
    <dgm:pt modelId="{25C9BC8F-5B13-AA45-8EC5-61C6581145F0}">
      <dgm:prSet custT="1"/>
      <dgm:spPr/>
      <dgm:t>
        <a:bodyPr/>
        <a:lstStyle/>
        <a:p>
          <a:r>
            <a:rPr lang="en-US" sz="1000" b="1" dirty="0"/>
            <a:t>2030:</a:t>
          </a:r>
          <a:r>
            <a:rPr lang="en-US" sz="1000" dirty="0"/>
            <a:t> ???</a:t>
          </a:r>
        </a:p>
      </dgm:t>
    </dgm:pt>
    <dgm:pt modelId="{FCFB5F4A-25E5-234F-8CC2-8EC6990B5417}" type="parTrans" cxnId="{E48E9E4D-EB69-DE49-9A04-E86B933D09DA}">
      <dgm:prSet/>
      <dgm:spPr/>
      <dgm:t>
        <a:bodyPr/>
        <a:lstStyle/>
        <a:p>
          <a:endParaRPr lang="en-US"/>
        </a:p>
      </dgm:t>
    </dgm:pt>
    <dgm:pt modelId="{9B7B85C8-C156-C041-9490-E4BCC2C701A4}" type="sibTrans" cxnId="{E48E9E4D-EB69-DE49-9A04-E86B933D09DA}">
      <dgm:prSet/>
      <dgm:spPr/>
      <dgm:t>
        <a:bodyPr/>
        <a:lstStyle/>
        <a:p>
          <a:endParaRPr lang="en-US"/>
        </a:p>
      </dgm:t>
    </dgm:pt>
    <dgm:pt modelId="{2FC1698C-028D-3248-A5B3-83EFB1C8ED0C}">
      <dgm:prSet custT="1"/>
      <dgm:spPr/>
      <dgm:t>
        <a:bodyPr/>
        <a:lstStyle/>
        <a:p>
          <a:r>
            <a:rPr lang="en-US" sz="1000" b="1" dirty="0"/>
            <a:t>2025</a:t>
          </a:r>
          <a:r>
            <a:rPr lang="en-US" sz="1000" dirty="0"/>
            <a:t>:</a:t>
          </a:r>
        </a:p>
      </dgm:t>
    </dgm:pt>
    <dgm:pt modelId="{B3ECF599-38F7-1843-ABFD-4EB54DEEB6EB}" type="parTrans" cxnId="{9413AD50-5C3E-5B4A-A424-B2D9862E2BE4}">
      <dgm:prSet/>
      <dgm:spPr/>
      <dgm:t>
        <a:bodyPr/>
        <a:lstStyle/>
        <a:p>
          <a:endParaRPr lang="en-US"/>
        </a:p>
      </dgm:t>
    </dgm:pt>
    <dgm:pt modelId="{70718ADA-468E-A443-AA21-39CD5DDEA8FF}" type="sibTrans" cxnId="{9413AD50-5C3E-5B4A-A424-B2D9862E2BE4}">
      <dgm:prSet/>
      <dgm:spPr/>
      <dgm:t>
        <a:bodyPr/>
        <a:lstStyle/>
        <a:p>
          <a:endParaRPr lang="en-US"/>
        </a:p>
      </dgm:t>
    </dgm:pt>
    <dgm:pt modelId="{3BD6147E-7438-BC42-951B-2739F0802A1E}">
      <dgm:prSet custT="1"/>
      <dgm:spPr/>
      <dgm:t>
        <a:bodyPr/>
        <a:lstStyle/>
        <a:p>
          <a:r>
            <a:rPr lang="en-US" sz="1000" b="1" dirty="0"/>
            <a:t>2016</a:t>
          </a:r>
          <a:r>
            <a:rPr lang="en-US" sz="1000" dirty="0"/>
            <a:t>: </a:t>
          </a:r>
          <a:br>
            <a:rPr lang="en-US" sz="1000" dirty="0"/>
          </a:br>
          <a:r>
            <a:rPr lang="en-US" sz="1000" dirty="0"/>
            <a:t>MySQL Group Replication Release</a:t>
          </a:r>
        </a:p>
      </dgm:t>
    </dgm:pt>
    <dgm:pt modelId="{A9E92D33-A463-364B-826B-2E8ECA79EF5D}" type="parTrans" cxnId="{82F35FA9-DFC4-734D-87D2-8CF5112A2866}">
      <dgm:prSet/>
      <dgm:spPr/>
      <dgm:t>
        <a:bodyPr/>
        <a:lstStyle/>
        <a:p>
          <a:endParaRPr lang="en-US"/>
        </a:p>
      </dgm:t>
    </dgm:pt>
    <dgm:pt modelId="{38777FB4-8E5F-0042-B5B1-A758C1DB5E27}" type="sibTrans" cxnId="{82F35FA9-DFC4-734D-87D2-8CF5112A2866}">
      <dgm:prSet/>
      <dgm:spPr/>
      <dgm:t>
        <a:bodyPr/>
        <a:lstStyle/>
        <a:p>
          <a:endParaRPr lang="en-US"/>
        </a:p>
      </dgm:t>
    </dgm:pt>
    <dgm:pt modelId="{A2E5BD45-636C-8F46-84D0-CEBBE4FF7FD0}">
      <dgm:prSet custT="1"/>
      <dgm:spPr/>
      <dgm:t>
        <a:bodyPr/>
        <a:lstStyle/>
        <a:p>
          <a:r>
            <a:rPr lang="en-US" sz="1000" b="1" dirty="0"/>
            <a:t>2022</a:t>
          </a:r>
          <a:r>
            <a:rPr lang="en-US" sz="1000" dirty="0"/>
            <a:t>:</a:t>
          </a:r>
          <a:br>
            <a:rPr lang="en-US" sz="1000" dirty="0"/>
          </a:br>
          <a:r>
            <a:rPr lang="en-US" sz="1000" dirty="0"/>
            <a:t>ChatGPT release date</a:t>
          </a:r>
        </a:p>
      </dgm:t>
    </dgm:pt>
    <dgm:pt modelId="{DE1094FC-0E5D-C54D-A441-86974E4B87D3}" type="parTrans" cxnId="{CF4FAFDE-8FFC-4442-9057-314635ECA9B8}">
      <dgm:prSet/>
      <dgm:spPr/>
      <dgm:t>
        <a:bodyPr/>
        <a:lstStyle/>
        <a:p>
          <a:endParaRPr lang="en-US"/>
        </a:p>
      </dgm:t>
    </dgm:pt>
    <dgm:pt modelId="{0CDD78D5-448F-BF4C-981B-6627FFC152E8}" type="sibTrans" cxnId="{CF4FAFDE-8FFC-4442-9057-314635ECA9B8}">
      <dgm:prSet/>
      <dgm:spPr/>
      <dgm:t>
        <a:bodyPr/>
        <a:lstStyle/>
        <a:p>
          <a:endParaRPr lang="en-US"/>
        </a:p>
      </dgm:t>
    </dgm:pt>
    <dgm:pt modelId="{6795A1D5-AB9C-EB4F-83B5-5E2AEFE2168D}">
      <dgm:prSet custT="1"/>
      <dgm:spPr/>
      <dgm:t>
        <a:bodyPr/>
        <a:lstStyle/>
        <a:p>
          <a:r>
            <a:rPr lang="en-US" sz="1000" dirty="0"/>
            <a:t>...</a:t>
          </a:r>
        </a:p>
      </dgm:t>
    </dgm:pt>
    <dgm:pt modelId="{E439D2A7-2707-E145-BADE-F263416BACCC}" type="parTrans" cxnId="{99958921-47BD-F94B-B2F8-41E3B8CF959F}">
      <dgm:prSet/>
      <dgm:spPr/>
      <dgm:t>
        <a:bodyPr/>
        <a:lstStyle/>
        <a:p>
          <a:endParaRPr lang="en-US"/>
        </a:p>
      </dgm:t>
    </dgm:pt>
    <dgm:pt modelId="{3833AE14-0DE1-5A4E-80D3-2856976DC061}" type="sibTrans" cxnId="{99958921-47BD-F94B-B2F8-41E3B8CF959F}">
      <dgm:prSet/>
      <dgm:spPr/>
      <dgm:t>
        <a:bodyPr/>
        <a:lstStyle/>
        <a:p>
          <a:endParaRPr lang="en-US"/>
        </a:p>
      </dgm:t>
    </dgm:pt>
    <dgm:pt modelId="{38F20BD9-DEE8-1E41-9CFD-55C3D3CC9268}" type="pres">
      <dgm:prSet presAssocID="{4840350E-79FB-8D40-83B1-477DD46E4A88}" presName="Name0" presStyleCnt="0">
        <dgm:presLayoutVars>
          <dgm:dir/>
          <dgm:resizeHandles val="exact"/>
        </dgm:presLayoutVars>
      </dgm:prSet>
      <dgm:spPr/>
    </dgm:pt>
    <dgm:pt modelId="{5A375800-D51A-F04A-BF43-83C3C9C02533}" type="pres">
      <dgm:prSet presAssocID="{4840350E-79FB-8D40-83B1-477DD46E4A88}" presName="arrow" presStyleLbl="bgShp" presStyleIdx="0" presStyleCnt="1"/>
      <dgm:spPr/>
    </dgm:pt>
    <dgm:pt modelId="{12865F1B-F601-9B47-80AF-B09B8F32773B}" type="pres">
      <dgm:prSet presAssocID="{4840350E-79FB-8D40-83B1-477DD46E4A88}" presName="points" presStyleCnt="0"/>
      <dgm:spPr/>
    </dgm:pt>
    <dgm:pt modelId="{762CD0D6-E6BA-6A46-A16B-F436C90DBC59}" type="pres">
      <dgm:prSet presAssocID="{3BD6147E-7438-BC42-951B-2739F0802A1E}" presName="compositeA" presStyleCnt="0"/>
      <dgm:spPr/>
    </dgm:pt>
    <dgm:pt modelId="{A5BD701E-9952-114E-8ED4-34262C514546}" type="pres">
      <dgm:prSet presAssocID="{3BD6147E-7438-BC42-951B-2739F0802A1E}" presName="textA" presStyleLbl="revTx" presStyleIdx="0" presStyleCnt="8">
        <dgm:presLayoutVars>
          <dgm:bulletEnabled val="1"/>
        </dgm:presLayoutVars>
      </dgm:prSet>
      <dgm:spPr/>
    </dgm:pt>
    <dgm:pt modelId="{3B2B7462-F0AA-5A4B-9975-A16FD7196FB4}" type="pres">
      <dgm:prSet presAssocID="{3BD6147E-7438-BC42-951B-2739F0802A1E}" presName="circleA" presStyleLbl="node1" presStyleIdx="0" presStyleCnt="8"/>
      <dgm:spPr/>
    </dgm:pt>
    <dgm:pt modelId="{2842E7CC-3848-D94B-ADFC-AE07CAC5A61E}" type="pres">
      <dgm:prSet presAssocID="{3BD6147E-7438-BC42-951B-2739F0802A1E}" presName="spaceA" presStyleCnt="0"/>
      <dgm:spPr/>
    </dgm:pt>
    <dgm:pt modelId="{1E45A444-196C-1F48-B459-F18CD19B7F52}" type="pres">
      <dgm:prSet presAssocID="{38777FB4-8E5F-0042-B5B1-A758C1DB5E27}" presName="space" presStyleCnt="0"/>
      <dgm:spPr/>
    </dgm:pt>
    <dgm:pt modelId="{7F99C145-5819-8942-87A4-6C78F68727F3}" type="pres">
      <dgm:prSet presAssocID="{BCCCF7BC-5CAB-2B48-935B-3C15C3F9C5AD}" presName="compositeB" presStyleCnt="0"/>
      <dgm:spPr/>
    </dgm:pt>
    <dgm:pt modelId="{E661121C-6D3B-6045-A790-B57A6F26228C}" type="pres">
      <dgm:prSet presAssocID="{BCCCF7BC-5CAB-2B48-935B-3C15C3F9C5AD}" presName="textB" presStyleLbl="revTx" presStyleIdx="1" presStyleCnt="8">
        <dgm:presLayoutVars>
          <dgm:bulletEnabled val="1"/>
        </dgm:presLayoutVars>
      </dgm:prSet>
      <dgm:spPr/>
    </dgm:pt>
    <dgm:pt modelId="{9F42D9B7-2271-7A46-BBE7-ED715C89540C}" type="pres">
      <dgm:prSet presAssocID="{BCCCF7BC-5CAB-2B48-935B-3C15C3F9C5AD}" presName="circleB" presStyleLbl="node1" presStyleIdx="1" presStyleCnt="8"/>
      <dgm:spPr/>
    </dgm:pt>
    <dgm:pt modelId="{1DEC2AD9-5FD4-2748-B706-8D008E238625}" type="pres">
      <dgm:prSet presAssocID="{BCCCF7BC-5CAB-2B48-935B-3C15C3F9C5AD}" presName="spaceB" presStyleCnt="0"/>
      <dgm:spPr/>
    </dgm:pt>
    <dgm:pt modelId="{5EB7A8D6-98AA-FF41-94CF-060708C0D49B}" type="pres">
      <dgm:prSet presAssocID="{DFE94327-3133-FF4E-B12F-FD68C1CB3EB6}" presName="space" presStyleCnt="0"/>
      <dgm:spPr/>
    </dgm:pt>
    <dgm:pt modelId="{BFBBB52E-7EC7-8F44-A2AB-EDDFBC33C959}" type="pres">
      <dgm:prSet presAssocID="{A2E5BD45-636C-8F46-84D0-CEBBE4FF7FD0}" presName="compositeA" presStyleCnt="0"/>
      <dgm:spPr/>
    </dgm:pt>
    <dgm:pt modelId="{F069C5BD-9F37-ED4B-869E-0E4A7EC9554E}" type="pres">
      <dgm:prSet presAssocID="{A2E5BD45-636C-8F46-84D0-CEBBE4FF7FD0}" presName="textA" presStyleLbl="revTx" presStyleIdx="2" presStyleCnt="8">
        <dgm:presLayoutVars>
          <dgm:bulletEnabled val="1"/>
        </dgm:presLayoutVars>
      </dgm:prSet>
      <dgm:spPr/>
    </dgm:pt>
    <dgm:pt modelId="{4B973C9C-981E-B345-9956-191B30B57E7B}" type="pres">
      <dgm:prSet presAssocID="{A2E5BD45-636C-8F46-84D0-CEBBE4FF7FD0}" presName="circleA" presStyleLbl="node1" presStyleIdx="2" presStyleCnt="8"/>
      <dgm:spPr/>
    </dgm:pt>
    <dgm:pt modelId="{91F145F3-D86C-C342-8680-188FD5151D1C}" type="pres">
      <dgm:prSet presAssocID="{A2E5BD45-636C-8F46-84D0-CEBBE4FF7FD0}" presName="spaceA" presStyleCnt="0"/>
      <dgm:spPr/>
    </dgm:pt>
    <dgm:pt modelId="{47169191-63BE-3F44-A149-F6294F41EBEC}" type="pres">
      <dgm:prSet presAssocID="{0CDD78D5-448F-BF4C-981B-6627FFC152E8}" presName="space" presStyleCnt="0"/>
      <dgm:spPr/>
    </dgm:pt>
    <dgm:pt modelId="{E918A7A2-EA77-BA42-8D2B-BE71814367C2}" type="pres">
      <dgm:prSet presAssocID="{1997E6E4-1AB8-5C4D-AA2D-60814815595C}" presName="compositeB" presStyleCnt="0"/>
      <dgm:spPr/>
    </dgm:pt>
    <dgm:pt modelId="{AEB83853-1DEA-6D4F-85C1-2DA42EB77226}" type="pres">
      <dgm:prSet presAssocID="{1997E6E4-1AB8-5C4D-AA2D-60814815595C}" presName="textB" presStyleLbl="revTx" presStyleIdx="3" presStyleCnt="8">
        <dgm:presLayoutVars>
          <dgm:bulletEnabled val="1"/>
        </dgm:presLayoutVars>
      </dgm:prSet>
      <dgm:spPr/>
    </dgm:pt>
    <dgm:pt modelId="{66D359F5-CCE7-9449-8B0A-C7624F336D5D}" type="pres">
      <dgm:prSet presAssocID="{1997E6E4-1AB8-5C4D-AA2D-60814815595C}" presName="circleB" presStyleLbl="node1" presStyleIdx="3" presStyleCnt="8"/>
      <dgm:spPr/>
    </dgm:pt>
    <dgm:pt modelId="{D8D5100E-057A-7E4F-B76A-C839ADCC708C}" type="pres">
      <dgm:prSet presAssocID="{1997E6E4-1AB8-5C4D-AA2D-60814815595C}" presName="spaceB" presStyleCnt="0"/>
      <dgm:spPr/>
    </dgm:pt>
    <dgm:pt modelId="{20B0E8F8-603C-504F-9E3C-4EF4BFD68950}" type="pres">
      <dgm:prSet presAssocID="{110D3835-5D9A-9141-9037-F9229ECD3828}" presName="space" presStyleCnt="0"/>
      <dgm:spPr/>
    </dgm:pt>
    <dgm:pt modelId="{650E6FF8-36D9-D446-8787-4C5B3139D0BD}" type="pres">
      <dgm:prSet presAssocID="{198AF98A-4F5B-8B4F-AB3C-64C692869F9A}" presName="compositeA" presStyleCnt="0"/>
      <dgm:spPr/>
    </dgm:pt>
    <dgm:pt modelId="{87D7E2DD-27BF-7D48-A515-F81AEEC4C43F}" type="pres">
      <dgm:prSet presAssocID="{198AF98A-4F5B-8B4F-AB3C-64C692869F9A}" presName="textA" presStyleLbl="revTx" presStyleIdx="4" presStyleCnt="8">
        <dgm:presLayoutVars>
          <dgm:bulletEnabled val="1"/>
        </dgm:presLayoutVars>
      </dgm:prSet>
      <dgm:spPr/>
    </dgm:pt>
    <dgm:pt modelId="{92359BA3-1536-8A49-A587-F28FBFE418FD}" type="pres">
      <dgm:prSet presAssocID="{198AF98A-4F5B-8B4F-AB3C-64C692869F9A}" presName="circleA" presStyleLbl="node1" presStyleIdx="4" presStyleCnt="8"/>
      <dgm:spPr/>
    </dgm:pt>
    <dgm:pt modelId="{AF16F8CD-3188-D046-A76B-B796AABADF6E}" type="pres">
      <dgm:prSet presAssocID="{198AF98A-4F5B-8B4F-AB3C-64C692869F9A}" presName="spaceA" presStyleCnt="0"/>
      <dgm:spPr/>
    </dgm:pt>
    <dgm:pt modelId="{4AB69C79-2281-174E-A28B-61CF16A8FC7B}" type="pres">
      <dgm:prSet presAssocID="{FF65D32B-5611-CD46-8555-5FE43DA07F50}" presName="space" presStyleCnt="0"/>
      <dgm:spPr/>
    </dgm:pt>
    <dgm:pt modelId="{C2EF4B8B-D009-5A45-B6F5-C46232C5ADC0}" type="pres">
      <dgm:prSet presAssocID="{2FC1698C-028D-3248-A5B3-83EFB1C8ED0C}" presName="compositeB" presStyleCnt="0"/>
      <dgm:spPr/>
    </dgm:pt>
    <dgm:pt modelId="{436941CE-0164-D64F-AB40-EDFD26121CE0}" type="pres">
      <dgm:prSet presAssocID="{2FC1698C-028D-3248-A5B3-83EFB1C8ED0C}" presName="textB" presStyleLbl="revTx" presStyleIdx="5" presStyleCnt="8">
        <dgm:presLayoutVars>
          <dgm:bulletEnabled val="1"/>
        </dgm:presLayoutVars>
      </dgm:prSet>
      <dgm:spPr/>
    </dgm:pt>
    <dgm:pt modelId="{94459B35-B6A8-8747-95DA-3E28004E30C9}" type="pres">
      <dgm:prSet presAssocID="{2FC1698C-028D-3248-A5B3-83EFB1C8ED0C}" presName="circleB" presStyleLbl="node1" presStyleIdx="5" presStyleCnt="8"/>
      <dgm:spPr/>
    </dgm:pt>
    <dgm:pt modelId="{4903F85E-719F-B74E-A0D5-ECDC59325A89}" type="pres">
      <dgm:prSet presAssocID="{2FC1698C-028D-3248-A5B3-83EFB1C8ED0C}" presName="spaceB" presStyleCnt="0"/>
      <dgm:spPr/>
    </dgm:pt>
    <dgm:pt modelId="{93FF021E-74B5-7E4E-9C77-7F0A6948806A}" type="pres">
      <dgm:prSet presAssocID="{70718ADA-468E-A443-AA21-39CD5DDEA8FF}" presName="space" presStyleCnt="0"/>
      <dgm:spPr/>
    </dgm:pt>
    <dgm:pt modelId="{ACB042F2-D6AD-6D44-BBA6-62275BBE911B}" type="pres">
      <dgm:prSet presAssocID="{6795A1D5-AB9C-EB4F-83B5-5E2AEFE2168D}" presName="compositeA" presStyleCnt="0"/>
      <dgm:spPr/>
    </dgm:pt>
    <dgm:pt modelId="{3BBFA2ED-CC81-2F4E-9754-108F48B42DF9}" type="pres">
      <dgm:prSet presAssocID="{6795A1D5-AB9C-EB4F-83B5-5E2AEFE2168D}" presName="textA" presStyleLbl="revTx" presStyleIdx="6" presStyleCnt="8">
        <dgm:presLayoutVars>
          <dgm:bulletEnabled val="1"/>
        </dgm:presLayoutVars>
      </dgm:prSet>
      <dgm:spPr/>
    </dgm:pt>
    <dgm:pt modelId="{15C0B5F0-7A4A-2F4B-B1E1-C1D06F165A4B}" type="pres">
      <dgm:prSet presAssocID="{6795A1D5-AB9C-EB4F-83B5-5E2AEFE2168D}" presName="circleA" presStyleLbl="node1" presStyleIdx="6" presStyleCnt="8"/>
      <dgm:spPr/>
    </dgm:pt>
    <dgm:pt modelId="{6BDF058F-DEA5-AE4F-A67D-BE21B8D8A6F1}" type="pres">
      <dgm:prSet presAssocID="{6795A1D5-AB9C-EB4F-83B5-5E2AEFE2168D}" presName="spaceA" presStyleCnt="0"/>
      <dgm:spPr/>
    </dgm:pt>
    <dgm:pt modelId="{72E6E386-BA77-DC4E-9031-6C95492F84F3}" type="pres">
      <dgm:prSet presAssocID="{3833AE14-0DE1-5A4E-80D3-2856976DC061}" presName="space" presStyleCnt="0"/>
      <dgm:spPr/>
    </dgm:pt>
    <dgm:pt modelId="{FAABEF8F-2F94-8048-9C7E-152ADB99E309}" type="pres">
      <dgm:prSet presAssocID="{25C9BC8F-5B13-AA45-8EC5-61C6581145F0}" presName="compositeB" presStyleCnt="0"/>
      <dgm:spPr/>
    </dgm:pt>
    <dgm:pt modelId="{CCD1DE90-9864-F94F-81A8-D6278A385ACF}" type="pres">
      <dgm:prSet presAssocID="{25C9BC8F-5B13-AA45-8EC5-61C6581145F0}" presName="textB" presStyleLbl="revTx" presStyleIdx="7" presStyleCnt="8">
        <dgm:presLayoutVars>
          <dgm:bulletEnabled val="1"/>
        </dgm:presLayoutVars>
      </dgm:prSet>
      <dgm:spPr/>
    </dgm:pt>
    <dgm:pt modelId="{36E96235-8E02-584A-B40E-8569C776AD32}" type="pres">
      <dgm:prSet presAssocID="{25C9BC8F-5B13-AA45-8EC5-61C6581145F0}" presName="circleB" presStyleLbl="node1" presStyleIdx="7" presStyleCnt="8"/>
      <dgm:spPr/>
    </dgm:pt>
    <dgm:pt modelId="{1626701F-1CD6-C54A-87B3-5A29F076177B}" type="pres">
      <dgm:prSet presAssocID="{25C9BC8F-5B13-AA45-8EC5-61C6581145F0}" presName="spaceB" presStyleCnt="0"/>
      <dgm:spPr/>
    </dgm:pt>
  </dgm:ptLst>
  <dgm:cxnLst>
    <dgm:cxn modelId="{7AE81803-752E-6943-ABF0-2710B5DACCA1}" type="presOf" srcId="{6795A1D5-AB9C-EB4F-83B5-5E2AEFE2168D}" destId="{3BBFA2ED-CC81-2F4E-9754-108F48B42DF9}" srcOrd="0" destOrd="0" presId="urn:microsoft.com/office/officeart/2005/8/layout/hProcess11"/>
    <dgm:cxn modelId="{99958921-47BD-F94B-B2F8-41E3B8CF959F}" srcId="{4840350E-79FB-8D40-83B1-477DD46E4A88}" destId="{6795A1D5-AB9C-EB4F-83B5-5E2AEFE2168D}" srcOrd="6" destOrd="0" parTransId="{E439D2A7-2707-E145-BADE-F263416BACCC}" sibTransId="{3833AE14-0DE1-5A4E-80D3-2856976DC061}"/>
    <dgm:cxn modelId="{82D67633-1AD1-C744-BF7C-47F802D0F923}" type="presOf" srcId="{2FC1698C-028D-3248-A5B3-83EFB1C8ED0C}" destId="{436941CE-0164-D64F-AB40-EDFD26121CE0}" srcOrd="0" destOrd="0" presId="urn:microsoft.com/office/officeart/2005/8/layout/hProcess11"/>
    <dgm:cxn modelId="{C2DF9E3E-7050-F644-95C0-46EAB3045F0F}" type="presOf" srcId="{A2E5BD45-636C-8F46-84D0-CEBBE4FF7FD0}" destId="{F069C5BD-9F37-ED4B-869E-0E4A7EC9554E}" srcOrd="0" destOrd="0" presId="urn:microsoft.com/office/officeart/2005/8/layout/hProcess11"/>
    <dgm:cxn modelId="{E48E9E4D-EB69-DE49-9A04-E86B933D09DA}" srcId="{4840350E-79FB-8D40-83B1-477DD46E4A88}" destId="{25C9BC8F-5B13-AA45-8EC5-61C6581145F0}" srcOrd="7" destOrd="0" parTransId="{FCFB5F4A-25E5-234F-8CC2-8EC6990B5417}" sibTransId="{9B7B85C8-C156-C041-9490-E4BCC2C701A4}"/>
    <dgm:cxn modelId="{9413AD50-5C3E-5B4A-A424-B2D9862E2BE4}" srcId="{4840350E-79FB-8D40-83B1-477DD46E4A88}" destId="{2FC1698C-028D-3248-A5B3-83EFB1C8ED0C}" srcOrd="5" destOrd="0" parTransId="{B3ECF599-38F7-1843-ABFD-4EB54DEEB6EB}" sibTransId="{70718ADA-468E-A443-AA21-39CD5DDEA8FF}"/>
    <dgm:cxn modelId="{6CD9AF5E-B017-CC4A-850C-16E5A6FC1CE6}" srcId="{4840350E-79FB-8D40-83B1-477DD46E4A88}" destId="{1997E6E4-1AB8-5C4D-AA2D-60814815595C}" srcOrd="3" destOrd="0" parTransId="{44FB6F18-0AEF-1947-BF4C-DE837FC7F9ED}" sibTransId="{110D3835-5D9A-9141-9037-F9229ECD3828}"/>
    <dgm:cxn modelId="{BE3C6081-0D92-3C42-B492-8E0A58BB3F7C}" srcId="{4840350E-79FB-8D40-83B1-477DD46E4A88}" destId="{198AF98A-4F5B-8B4F-AB3C-64C692869F9A}" srcOrd="4" destOrd="0" parTransId="{6F52D55A-BD7F-0742-9A93-97A68C78A4D8}" sibTransId="{FF65D32B-5611-CD46-8555-5FE43DA07F50}"/>
    <dgm:cxn modelId="{447EF987-D393-744D-820C-2A044C957481}" type="presOf" srcId="{3BD6147E-7438-BC42-951B-2739F0802A1E}" destId="{A5BD701E-9952-114E-8ED4-34262C514546}" srcOrd="0" destOrd="0" presId="urn:microsoft.com/office/officeart/2005/8/layout/hProcess11"/>
    <dgm:cxn modelId="{8DD62E8A-9B73-264E-9C2F-E76DD4E87A5B}" srcId="{4840350E-79FB-8D40-83B1-477DD46E4A88}" destId="{BCCCF7BC-5CAB-2B48-935B-3C15C3F9C5AD}" srcOrd="1" destOrd="0" parTransId="{E400F4FB-EC63-574C-B58B-1648F1EB1AEB}" sibTransId="{DFE94327-3133-FF4E-B12F-FD68C1CB3EB6}"/>
    <dgm:cxn modelId="{2FA25C9C-0B06-2A42-91E6-8D29A0DAA070}" type="presOf" srcId="{4840350E-79FB-8D40-83B1-477DD46E4A88}" destId="{38F20BD9-DEE8-1E41-9CFD-55C3D3CC9268}" srcOrd="0" destOrd="0" presId="urn:microsoft.com/office/officeart/2005/8/layout/hProcess11"/>
    <dgm:cxn modelId="{82F35FA9-DFC4-734D-87D2-8CF5112A2866}" srcId="{4840350E-79FB-8D40-83B1-477DD46E4A88}" destId="{3BD6147E-7438-BC42-951B-2739F0802A1E}" srcOrd="0" destOrd="0" parTransId="{A9E92D33-A463-364B-826B-2E8ECA79EF5D}" sibTransId="{38777FB4-8E5F-0042-B5B1-A758C1DB5E27}"/>
    <dgm:cxn modelId="{0AF75AB1-4D9B-D540-BB65-F9DB11385F1D}" type="presOf" srcId="{198AF98A-4F5B-8B4F-AB3C-64C692869F9A}" destId="{87D7E2DD-27BF-7D48-A515-F81AEEC4C43F}" srcOrd="0" destOrd="0" presId="urn:microsoft.com/office/officeart/2005/8/layout/hProcess11"/>
    <dgm:cxn modelId="{98F351B3-2036-5248-B54E-DA09AAE1AF3A}" type="presOf" srcId="{1997E6E4-1AB8-5C4D-AA2D-60814815595C}" destId="{AEB83853-1DEA-6D4F-85C1-2DA42EB77226}" srcOrd="0" destOrd="0" presId="urn:microsoft.com/office/officeart/2005/8/layout/hProcess11"/>
    <dgm:cxn modelId="{DA8962CE-5330-D149-A99E-DCE25E97C44E}" type="presOf" srcId="{BCCCF7BC-5CAB-2B48-935B-3C15C3F9C5AD}" destId="{E661121C-6D3B-6045-A790-B57A6F26228C}" srcOrd="0" destOrd="0" presId="urn:microsoft.com/office/officeart/2005/8/layout/hProcess11"/>
    <dgm:cxn modelId="{CF4FAFDE-8FFC-4442-9057-314635ECA9B8}" srcId="{4840350E-79FB-8D40-83B1-477DD46E4A88}" destId="{A2E5BD45-636C-8F46-84D0-CEBBE4FF7FD0}" srcOrd="2" destOrd="0" parTransId="{DE1094FC-0E5D-C54D-A441-86974E4B87D3}" sibTransId="{0CDD78D5-448F-BF4C-981B-6627FFC152E8}"/>
    <dgm:cxn modelId="{91A932E3-233A-244F-9C98-2379F4C21293}" type="presOf" srcId="{25C9BC8F-5B13-AA45-8EC5-61C6581145F0}" destId="{CCD1DE90-9864-F94F-81A8-D6278A385ACF}" srcOrd="0" destOrd="0" presId="urn:microsoft.com/office/officeart/2005/8/layout/hProcess11"/>
    <dgm:cxn modelId="{4D1C8A92-88BB-AE4D-B84A-93874528846B}" type="presParOf" srcId="{38F20BD9-DEE8-1E41-9CFD-55C3D3CC9268}" destId="{5A375800-D51A-F04A-BF43-83C3C9C02533}" srcOrd="0" destOrd="0" presId="urn:microsoft.com/office/officeart/2005/8/layout/hProcess11"/>
    <dgm:cxn modelId="{4AAC696D-030C-374E-BEB3-47C712F9510F}" type="presParOf" srcId="{38F20BD9-DEE8-1E41-9CFD-55C3D3CC9268}" destId="{12865F1B-F601-9B47-80AF-B09B8F32773B}" srcOrd="1" destOrd="0" presId="urn:microsoft.com/office/officeart/2005/8/layout/hProcess11"/>
    <dgm:cxn modelId="{33C388AF-3120-E64C-A4F6-B036C95A8659}" type="presParOf" srcId="{12865F1B-F601-9B47-80AF-B09B8F32773B}" destId="{762CD0D6-E6BA-6A46-A16B-F436C90DBC59}" srcOrd="0" destOrd="0" presId="urn:microsoft.com/office/officeart/2005/8/layout/hProcess11"/>
    <dgm:cxn modelId="{24C0A838-1B20-0642-A73C-418259A13EFD}" type="presParOf" srcId="{762CD0D6-E6BA-6A46-A16B-F436C90DBC59}" destId="{A5BD701E-9952-114E-8ED4-34262C514546}" srcOrd="0" destOrd="0" presId="urn:microsoft.com/office/officeart/2005/8/layout/hProcess11"/>
    <dgm:cxn modelId="{91239E2D-BBC9-8146-894F-C5043ADA6D65}" type="presParOf" srcId="{762CD0D6-E6BA-6A46-A16B-F436C90DBC59}" destId="{3B2B7462-F0AA-5A4B-9975-A16FD7196FB4}" srcOrd="1" destOrd="0" presId="urn:microsoft.com/office/officeart/2005/8/layout/hProcess11"/>
    <dgm:cxn modelId="{E56AE23D-E61E-2F48-8E70-6CACAA6E4DFB}" type="presParOf" srcId="{762CD0D6-E6BA-6A46-A16B-F436C90DBC59}" destId="{2842E7CC-3848-D94B-ADFC-AE07CAC5A61E}" srcOrd="2" destOrd="0" presId="urn:microsoft.com/office/officeart/2005/8/layout/hProcess11"/>
    <dgm:cxn modelId="{784549C1-36AB-E642-9A35-B85204F7B700}" type="presParOf" srcId="{12865F1B-F601-9B47-80AF-B09B8F32773B}" destId="{1E45A444-196C-1F48-B459-F18CD19B7F52}" srcOrd="1" destOrd="0" presId="urn:microsoft.com/office/officeart/2005/8/layout/hProcess11"/>
    <dgm:cxn modelId="{E1EB583C-DCCA-F94A-958F-8E21DC066D53}" type="presParOf" srcId="{12865F1B-F601-9B47-80AF-B09B8F32773B}" destId="{7F99C145-5819-8942-87A4-6C78F68727F3}" srcOrd="2" destOrd="0" presId="urn:microsoft.com/office/officeart/2005/8/layout/hProcess11"/>
    <dgm:cxn modelId="{6F80258C-B682-3940-ABC8-0C759C364B61}" type="presParOf" srcId="{7F99C145-5819-8942-87A4-6C78F68727F3}" destId="{E661121C-6D3B-6045-A790-B57A6F26228C}" srcOrd="0" destOrd="0" presId="urn:microsoft.com/office/officeart/2005/8/layout/hProcess11"/>
    <dgm:cxn modelId="{ABF4E42E-9C68-8049-869B-259B12C43728}" type="presParOf" srcId="{7F99C145-5819-8942-87A4-6C78F68727F3}" destId="{9F42D9B7-2271-7A46-BBE7-ED715C89540C}" srcOrd="1" destOrd="0" presId="urn:microsoft.com/office/officeart/2005/8/layout/hProcess11"/>
    <dgm:cxn modelId="{8C50C625-B5F4-3B49-9D4F-DAF064A2415D}" type="presParOf" srcId="{7F99C145-5819-8942-87A4-6C78F68727F3}" destId="{1DEC2AD9-5FD4-2748-B706-8D008E238625}" srcOrd="2" destOrd="0" presId="urn:microsoft.com/office/officeart/2005/8/layout/hProcess11"/>
    <dgm:cxn modelId="{55D1918B-9041-784C-90CC-CD64AFF39660}" type="presParOf" srcId="{12865F1B-F601-9B47-80AF-B09B8F32773B}" destId="{5EB7A8D6-98AA-FF41-94CF-060708C0D49B}" srcOrd="3" destOrd="0" presId="urn:microsoft.com/office/officeart/2005/8/layout/hProcess11"/>
    <dgm:cxn modelId="{190D06C0-B56D-A04A-A8E4-D8B85C17F443}" type="presParOf" srcId="{12865F1B-F601-9B47-80AF-B09B8F32773B}" destId="{BFBBB52E-7EC7-8F44-A2AB-EDDFBC33C959}" srcOrd="4" destOrd="0" presId="urn:microsoft.com/office/officeart/2005/8/layout/hProcess11"/>
    <dgm:cxn modelId="{89DD6673-BE13-CF4A-B2C1-B2925B03BA87}" type="presParOf" srcId="{BFBBB52E-7EC7-8F44-A2AB-EDDFBC33C959}" destId="{F069C5BD-9F37-ED4B-869E-0E4A7EC9554E}" srcOrd="0" destOrd="0" presId="urn:microsoft.com/office/officeart/2005/8/layout/hProcess11"/>
    <dgm:cxn modelId="{9BA5D663-B3D7-9B4F-8B98-98005DF1615C}" type="presParOf" srcId="{BFBBB52E-7EC7-8F44-A2AB-EDDFBC33C959}" destId="{4B973C9C-981E-B345-9956-191B30B57E7B}" srcOrd="1" destOrd="0" presId="urn:microsoft.com/office/officeart/2005/8/layout/hProcess11"/>
    <dgm:cxn modelId="{464A0AF6-01AF-BC47-B07C-1A080487C57B}" type="presParOf" srcId="{BFBBB52E-7EC7-8F44-A2AB-EDDFBC33C959}" destId="{91F145F3-D86C-C342-8680-188FD5151D1C}" srcOrd="2" destOrd="0" presId="urn:microsoft.com/office/officeart/2005/8/layout/hProcess11"/>
    <dgm:cxn modelId="{6DF75835-8DF6-7E45-9B79-FC5071562A9F}" type="presParOf" srcId="{12865F1B-F601-9B47-80AF-B09B8F32773B}" destId="{47169191-63BE-3F44-A149-F6294F41EBEC}" srcOrd="5" destOrd="0" presId="urn:microsoft.com/office/officeart/2005/8/layout/hProcess11"/>
    <dgm:cxn modelId="{7EFA296A-4AFF-7D4A-A054-CD08C7787ACF}" type="presParOf" srcId="{12865F1B-F601-9B47-80AF-B09B8F32773B}" destId="{E918A7A2-EA77-BA42-8D2B-BE71814367C2}" srcOrd="6" destOrd="0" presId="urn:microsoft.com/office/officeart/2005/8/layout/hProcess11"/>
    <dgm:cxn modelId="{E57AC043-6943-374B-B5F3-39115CE34EC7}" type="presParOf" srcId="{E918A7A2-EA77-BA42-8D2B-BE71814367C2}" destId="{AEB83853-1DEA-6D4F-85C1-2DA42EB77226}" srcOrd="0" destOrd="0" presId="urn:microsoft.com/office/officeart/2005/8/layout/hProcess11"/>
    <dgm:cxn modelId="{B0483E15-ECD3-B44D-A600-685CD408C620}" type="presParOf" srcId="{E918A7A2-EA77-BA42-8D2B-BE71814367C2}" destId="{66D359F5-CCE7-9449-8B0A-C7624F336D5D}" srcOrd="1" destOrd="0" presId="urn:microsoft.com/office/officeart/2005/8/layout/hProcess11"/>
    <dgm:cxn modelId="{E72B7A86-9091-C44B-AB01-80AF481F04FC}" type="presParOf" srcId="{E918A7A2-EA77-BA42-8D2B-BE71814367C2}" destId="{D8D5100E-057A-7E4F-B76A-C839ADCC708C}" srcOrd="2" destOrd="0" presId="urn:microsoft.com/office/officeart/2005/8/layout/hProcess11"/>
    <dgm:cxn modelId="{FE44D7C2-649B-EA4E-B9D5-8A5A9958CFA6}" type="presParOf" srcId="{12865F1B-F601-9B47-80AF-B09B8F32773B}" destId="{20B0E8F8-603C-504F-9E3C-4EF4BFD68950}" srcOrd="7" destOrd="0" presId="urn:microsoft.com/office/officeart/2005/8/layout/hProcess11"/>
    <dgm:cxn modelId="{C7D15878-38AB-9942-AC3C-90CBD8EE9DA8}" type="presParOf" srcId="{12865F1B-F601-9B47-80AF-B09B8F32773B}" destId="{650E6FF8-36D9-D446-8787-4C5B3139D0BD}" srcOrd="8" destOrd="0" presId="urn:microsoft.com/office/officeart/2005/8/layout/hProcess11"/>
    <dgm:cxn modelId="{A355B66D-981B-354B-93F9-92EEF0068572}" type="presParOf" srcId="{650E6FF8-36D9-D446-8787-4C5B3139D0BD}" destId="{87D7E2DD-27BF-7D48-A515-F81AEEC4C43F}" srcOrd="0" destOrd="0" presId="urn:microsoft.com/office/officeart/2005/8/layout/hProcess11"/>
    <dgm:cxn modelId="{F02E9BE2-7DA8-D449-9278-7A0451651C2A}" type="presParOf" srcId="{650E6FF8-36D9-D446-8787-4C5B3139D0BD}" destId="{92359BA3-1536-8A49-A587-F28FBFE418FD}" srcOrd="1" destOrd="0" presId="urn:microsoft.com/office/officeart/2005/8/layout/hProcess11"/>
    <dgm:cxn modelId="{140F7B3A-A6AC-5146-BFBE-C78500A9DA8D}" type="presParOf" srcId="{650E6FF8-36D9-D446-8787-4C5B3139D0BD}" destId="{AF16F8CD-3188-D046-A76B-B796AABADF6E}" srcOrd="2" destOrd="0" presId="urn:microsoft.com/office/officeart/2005/8/layout/hProcess11"/>
    <dgm:cxn modelId="{571FF27E-A34B-7741-96C0-71193E841CA6}" type="presParOf" srcId="{12865F1B-F601-9B47-80AF-B09B8F32773B}" destId="{4AB69C79-2281-174E-A28B-61CF16A8FC7B}" srcOrd="9" destOrd="0" presId="urn:microsoft.com/office/officeart/2005/8/layout/hProcess11"/>
    <dgm:cxn modelId="{4BF7D004-0DE4-5340-AD5C-B35C2A102434}" type="presParOf" srcId="{12865F1B-F601-9B47-80AF-B09B8F32773B}" destId="{C2EF4B8B-D009-5A45-B6F5-C46232C5ADC0}" srcOrd="10" destOrd="0" presId="urn:microsoft.com/office/officeart/2005/8/layout/hProcess11"/>
    <dgm:cxn modelId="{D58895CC-2A25-3F41-B4CF-5CBE87303E02}" type="presParOf" srcId="{C2EF4B8B-D009-5A45-B6F5-C46232C5ADC0}" destId="{436941CE-0164-D64F-AB40-EDFD26121CE0}" srcOrd="0" destOrd="0" presId="urn:microsoft.com/office/officeart/2005/8/layout/hProcess11"/>
    <dgm:cxn modelId="{125E795D-CAE9-2143-8EB8-508DE56C2285}" type="presParOf" srcId="{C2EF4B8B-D009-5A45-B6F5-C46232C5ADC0}" destId="{94459B35-B6A8-8747-95DA-3E28004E30C9}" srcOrd="1" destOrd="0" presId="urn:microsoft.com/office/officeart/2005/8/layout/hProcess11"/>
    <dgm:cxn modelId="{9815CCAA-1CAB-F547-BF47-26536CC7B82D}" type="presParOf" srcId="{C2EF4B8B-D009-5A45-B6F5-C46232C5ADC0}" destId="{4903F85E-719F-B74E-A0D5-ECDC59325A89}" srcOrd="2" destOrd="0" presId="urn:microsoft.com/office/officeart/2005/8/layout/hProcess11"/>
    <dgm:cxn modelId="{BB1647ED-325B-B649-BD4B-EC0B557F42E7}" type="presParOf" srcId="{12865F1B-F601-9B47-80AF-B09B8F32773B}" destId="{93FF021E-74B5-7E4E-9C77-7F0A6948806A}" srcOrd="11" destOrd="0" presId="urn:microsoft.com/office/officeart/2005/8/layout/hProcess11"/>
    <dgm:cxn modelId="{ED6B099A-B454-B048-96EB-9180A2B4831D}" type="presParOf" srcId="{12865F1B-F601-9B47-80AF-B09B8F32773B}" destId="{ACB042F2-D6AD-6D44-BBA6-62275BBE911B}" srcOrd="12" destOrd="0" presId="urn:microsoft.com/office/officeart/2005/8/layout/hProcess11"/>
    <dgm:cxn modelId="{D8918C62-B287-6845-A8D9-BF138222EF49}" type="presParOf" srcId="{ACB042F2-D6AD-6D44-BBA6-62275BBE911B}" destId="{3BBFA2ED-CC81-2F4E-9754-108F48B42DF9}" srcOrd="0" destOrd="0" presId="urn:microsoft.com/office/officeart/2005/8/layout/hProcess11"/>
    <dgm:cxn modelId="{03536129-C489-EC4F-8CE1-178EF6BBEF2E}" type="presParOf" srcId="{ACB042F2-D6AD-6D44-BBA6-62275BBE911B}" destId="{15C0B5F0-7A4A-2F4B-B1E1-C1D06F165A4B}" srcOrd="1" destOrd="0" presId="urn:microsoft.com/office/officeart/2005/8/layout/hProcess11"/>
    <dgm:cxn modelId="{E0A5E92E-17D4-AE4D-9F48-ABFDD1D00436}" type="presParOf" srcId="{ACB042F2-D6AD-6D44-BBA6-62275BBE911B}" destId="{6BDF058F-DEA5-AE4F-A67D-BE21B8D8A6F1}" srcOrd="2" destOrd="0" presId="urn:microsoft.com/office/officeart/2005/8/layout/hProcess11"/>
    <dgm:cxn modelId="{A4AE01BB-CEC0-9949-80CE-5CC73FE3B246}" type="presParOf" srcId="{12865F1B-F601-9B47-80AF-B09B8F32773B}" destId="{72E6E386-BA77-DC4E-9031-6C95492F84F3}" srcOrd="13" destOrd="0" presId="urn:microsoft.com/office/officeart/2005/8/layout/hProcess11"/>
    <dgm:cxn modelId="{90F8880F-51EC-1348-8E67-072227890229}" type="presParOf" srcId="{12865F1B-F601-9B47-80AF-B09B8F32773B}" destId="{FAABEF8F-2F94-8048-9C7E-152ADB99E309}" srcOrd="14" destOrd="0" presId="urn:microsoft.com/office/officeart/2005/8/layout/hProcess11"/>
    <dgm:cxn modelId="{5AAC4AF9-7BA1-6B4A-9132-453DA30EF1B1}" type="presParOf" srcId="{FAABEF8F-2F94-8048-9C7E-152ADB99E309}" destId="{CCD1DE90-9864-F94F-81A8-D6278A385ACF}" srcOrd="0" destOrd="0" presId="urn:microsoft.com/office/officeart/2005/8/layout/hProcess11"/>
    <dgm:cxn modelId="{3C9F92DC-8188-7147-A314-7E3DAB01F63D}" type="presParOf" srcId="{FAABEF8F-2F94-8048-9C7E-152ADB99E309}" destId="{36E96235-8E02-584A-B40E-8569C776AD32}" srcOrd="1" destOrd="0" presId="urn:microsoft.com/office/officeart/2005/8/layout/hProcess11"/>
    <dgm:cxn modelId="{C437645C-9A09-9147-9278-B4609335F6B7}" type="presParOf" srcId="{FAABEF8F-2F94-8048-9C7E-152ADB99E309}" destId="{1626701F-1CD6-C54A-87B3-5A29F076177B}"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75800-D51A-F04A-BF43-83C3C9C02533}">
      <dsp:nvSpPr>
        <dsp:cNvPr id="0" name=""/>
        <dsp:cNvSpPr/>
      </dsp:nvSpPr>
      <dsp:spPr>
        <a:xfrm>
          <a:off x="0" y="1246740"/>
          <a:ext cx="10435920" cy="166232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268FF2-2324-ED40-93D6-275611E0A014}">
      <dsp:nvSpPr>
        <dsp:cNvPr id="0" name=""/>
        <dsp:cNvSpPr/>
      </dsp:nvSpPr>
      <dsp:spPr>
        <a:xfrm>
          <a:off x="766" y="0"/>
          <a:ext cx="152673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b="1" kern="1200" dirty="0"/>
            <a:t>1995</a:t>
          </a:r>
          <a:r>
            <a:rPr lang="en-US" sz="1200" kern="1200" dirty="0"/>
            <a:t>: </a:t>
          </a:r>
          <a:br>
            <a:rPr lang="en-US" sz="1200" kern="1200" dirty="0"/>
          </a:br>
          <a:r>
            <a:rPr lang="en-US" sz="1200" kern="1200" dirty="0"/>
            <a:t>First internal MySQL release (Michael "Monty" </a:t>
          </a:r>
          <a:r>
            <a:rPr lang="en-US" sz="1200" kern="1200" dirty="0" err="1"/>
            <a:t>Widenius</a:t>
          </a:r>
          <a:r>
            <a:rPr lang="en-US" sz="1200" kern="1200" dirty="0"/>
            <a:t>);</a:t>
          </a:r>
        </a:p>
        <a:p>
          <a:pPr marL="0" lvl="0" indent="0" algn="ctr" defTabSz="533400">
            <a:lnSpc>
              <a:spcPct val="90000"/>
            </a:lnSpc>
            <a:spcBef>
              <a:spcPct val="0"/>
            </a:spcBef>
            <a:spcAft>
              <a:spcPct val="35000"/>
            </a:spcAft>
            <a:buNone/>
          </a:pPr>
          <a:br>
            <a:rPr lang="en-US" sz="1200" kern="1200" dirty="0"/>
          </a:br>
          <a:r>
            <a:rPr lang="en-US" sz="1200" kern="1200" dirty="0" err="1"/>
            <a:t>Innobase</a:t>
          </a:r>
          <a:r>
            <a:rPr lang="en-US" sz="1200" kern="1200" dirty="0"/>
            <a:t> is founded by </a:t>
          </a:r>
          <a:r>
            <a:rPr lang="en-US" sz="1200" kern="1200" dirty="0" err="1"/>
            <a:t>Heikki</a:t>
          </a:r>
          <a:r>
            <a:rPr lang="en-US" sz="1200" kern="1200" dirty="0"/>
            <a:t> Tuuri to develop </a:t>
          </a:r>
          <a:r>
            <a:rPr lang="en-US" sz="1200" kern="1200" dirty="0" err="1"/>
            <a:t>InnoDB</a:t>
          </a:r>
          <a:endParaRPr lang="en-US" sz="1200" kern="1200" dirty="0"/>
        </a:p>
      </dsp:txBody>
      <dsp:txXfrm>
        <a:off x="766" y="0"/>
        <a:ext cx="1526739" cy="1662320"/>
      </dsp:txXfrm>
    </dsp:sp>
    <dsp:sp modelId="{DB652523-8B8E-0B4C-8211-D965B620FE0D}">
      <dsp:nvSpPr>
        <dsp:cNvPr id="0" name=""/>
        <dsp:cNvSpPr/>
      </dsp:nvSpPr>
      <dsp:spPr>
        <a:xfrm>
          <a:off x="556346"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04CA2D-11DD-1D4A-B7B1-90DB9EA7CF8B}">
      <dsp:nvSpPr>
        <dsp:cNvPr id="0" name=""/>
        <dsp:cNvSpPr/>
      </dsp:nvSpPr>
      <dsp:spPr>
        <a:xfrm>
          <a:off x="1575545" y="2493480"/>
          <a:ext cx="960787"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1996</a:t>
          </a:r>
          <a:r>
            <a:rPr lang="en-US" sz="1200" kern="1200" dirty="0"/>
            <a:t>: </a:t>
          </a:r>
          <a:br>
            <a:rPr lang="en-US" sz="1200" kern="1200" dirty="0"/>
          </a:br>
          <a:r>
            <a:rPr lang="en-US" sz="1200" kern="1200" dirty="0"/>
            <a:t>Version 3.19 released</a:t>
          </a:r>
        </a:p>
      </dsp:txBody>
      <dsp:txXfrm>
        <a:off x="1575545" y="2493480"/>
        <a:ext cx="960787" cy="1662320"/>
      </dsp:txXfrm>
    </dsp:sp>
    <dsp:sp modelId="{496D5488-B356-E542-A374-740451610FEA}">
      <dsp:nvSpPr>
        <dsp:cNvPr id="0" name=""/>
        <dsp:cNvSpPr/>
      </dsp:nvSpPr>
      <dsp:spPr>
        <a:xfrm>
          <a:off x="1848149"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1A8314-8DB4-A34D-A40E-C936DA1446B7}">
      <dsp:nvSpPr>
        <dsp:cNvPr id="0" name=""/>
        <dsp:cNvSpPr/>
      </dsp:nvSpPr>
      <dsp:spPr>
        <a:xfrm>
          <a:off x="2584372" y="0"/>
          <a:ext cx="1345582"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b="1" kern="1200" dirty="0"/>
            <a:t>1998</a:t>
          </a:r>
          <a:r>
            <a:rPr lang="en-US" sz="1200" kern="1200" dirty="0"/>
            <a:t>: </a:t>
          </a:r>
          <a:br>
            <a:rPr lang="en-US" sz="1200" kern="1200" dirty="0"/>
          </a:br>
          <a:br>
            <a:rPr lang="en-US" sz="1200" kern="1200" dirty="0"/>
          </a:br>
          <a:r>
            <a:rPr lang="en-US" sz="1200" kern="1200" dirty="0"/>
            <a:t>Release for Windows 95 and NT; </a:t>
          </a:r>
          <a:br>
            <a:rPr lang="en-US" sz="1200" kern="1200" dirty="0"/>
          </a:br>
          <a:endParaRPr lang="en-US" sz="1200" kern="1200" dirty="0"/>
        </a:p>
        <a:p>
          <a:pPr marL="0" lvl="0" indent="0" algn="ctr" defTabSz="533400">
            <a:lnSpc>
              <a:spcPct val="90000"/>
            </a:lnSpc>
            <a:spcBef>
              <a:spcPct val="0"/>
            </a:spcBef>
            <a:spcAft>
              <a:spcPct val="35000"/>
            </a:spcAft>
            <a:buNone/>
          </a:pPr>
          <a:r>
            <a:rPr lang="en-US" sz="1200" kern="1200" dirty="0"/>
            <a:t>Version 3.21 production release; </a:t>
          </a:r>
        </a:p>
      </dsp:txBody>
      <dsp:txXfrm>
        <a:off x="2584372" y="0"/>
        <a:ext cx="1345582" cy="1662320"/>
      </dsp:txXfrm>
    </dsp:sp>
    <dsp:sp modelId="{538A938F-E0C9-B541-9A3E-ECA1FB6431CA}">
      <dsp:nvSpPr>
        <dsp:cNvPr id="0" name=""/>
        <dsp:cNvSpPr/>
      </dsp:nvSpPr>
      <dsp:spPr>
        <a:xfrm>
          <a:off x="3049373"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4A2443-72F3-3746-A541-3EDA06123E76}">
      <dsp:nvSpPr>
        <dsp:cNvPr id="0" name=""/>
        <dsp:cNvSpPr/>
      </dsp:nvSpPr>
      <dsp:spPr>
        <a:xfrm>
          <a:off x="3977994" y="2493480"/>
          <a:ext cx="137825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2000</a:t>
          </a:r>
          <a:r>
            <a:rPr lang="en-US" sz="1200" kern="1200" dirty="0"/>
            <a:t>:</a:t>
          </a:r>
          <a:br>
            <a:rPr lang="en-US" sz="1200" kern="1200" dirty="0"/>
          </a:br>
          <a:br>
            <a:rPr lang="en-US" sz="1200" kern="1200" dirty="0"/>
          </a:br>
          <a:r>
            <a:rPr lang="en-US" sz="1200" b="0" i="0" kern="1200" dirty="0" err="1"/>
            <a:t>Innobase</a:t>
          </a:r>
          <a:r>
            <a:rPr lang="en-US" sz="1200" b="0" i="0" kern="1200" dirty="0"/>
            <a:t> started collaboration with </a:t>
          </a:r>
          <a:r>
            <a:rPr lang="en-US" sz="1200" b="0" i="0" kern="1200" dirty="0">
              <a:hlinkClick xmlns:r="http://schemas.openxmlformats.org/officeDocument/2006/relationships" r:id="rId1"/>
            </a:rPr>
            <a:t>MySQL AB</a:t>
          </a:r>
          <a:endParaRPr lang="en-US" sz="1200" kern="1200" dirty="0"/>
        </a:p>
      </dsp:txBody>
      <dsp:txXfrm>
        <a:off x="3977994" y="2493480"/>
        <a:ext cx="1378259" cy="1662320"/>
      </dsp:txXfrm>
    </dsp:sp>
    <dsp:sp modelId="{A693C0A8-5EC9-9A47-A76B-ED97A5E8A92F}">
      <dsp:nvSpPr>
        <dsp:cNvPr id="0" name=""/>
        <dsp:cNvSpPr/>
      </dsp:nvSpPr>
      <dsp:spPr>
        <a:xfrm>
          <a:off x="4459334"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CD46B9-583A-DB40-97EA-269FC03CB350}">
      <dsp:nvSpPr>
        <dsp:cNvPr id="0" name=""/>
        <dsp:cNvSpPr/>
      </dsp:nvSpPr>
      <dsp:spPr>
        <a:xfrm>
          <a:off x="5404293" y="0"/>
          <a:ext cx="960787"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b="1" kern="1200" dirty="0"/>
            <a:t>2001</a:t>
          </a:r>
          <a:r>
            <a:rPr lang="en-US" sz="1200" kern="1200" dirty="0"/>
            <a:t>: Version 3.23 production release.</a:t>
          </a:r>
        </a:p>
      </dsp:txBody>
      <dsp:txXfrm>
        <a:off x="5404293" y="0"/>
        <a:ext cx="960787" cy="1662320"/>
      </dsp:txXfrm>
    </dsp:sp>
    <dsp:sp modelId="{0DE99F5F-73F1-614C-96CB-3D5EFC4E6E87}">
      <dsp:nvSpPr>
        <dsp:cNvPr id="0" name=""/>
        <dsp:cNvSpPr/>
      </dsp:nvSpPr>
      <dsp:spPr>
        <a:xfrm>
          <a:off x="5676896"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B53A1F-E82A-3F44-8BD7-18C52F8FBB11}">
      <dsp:nvSpPr>
        <dsp:cNvPr id="0" name=""/>
        <dsp:cNvSpPr/>
      </dsp:nvSpPr>
      <dsp:spPr>
        <a:xfrm>
          <a:off x="6413120" y="2493480"/>
          <a:ext cx="960787"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2002</a:t>
          </a:r>
          <a:r>
            <a:rPr lang="en-US" sz="1200" kern="1200" dirty="0"/>
            <a:t>: Version 4.0 beta released.</a:t>
          </a:r>
        </a:p>
      </dsp:txBody>
      <dsp:txXfrm>
        <a:off x="6413120" y="2493480"/>
        <a:ext cx="960787" cy="1662320"/>
      </dsp:txXfrm>
    </dsp:sp>
    <dsp:sp modelId="{D86B4540-E7E9-FB4C-BF61-B67CB2918FEE}">
      <dsp:nvSpPr>
        <dsp:cNvPr id="0" name=""/>
        <dsp:cNvSpPr/>
      </dsp:nvSpPr>
      <dsp:spPr>
        <a:xfrm>
          <a:off x="6685723"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CA167B-F672-2547-941D-EA2F2AA3CB9F}">
      <dsp:nvSpPr>
        <dsp:cNvPr id="0" name=""/>
        <dsp:cNvSpPr/>
      </dsp:nvSpPr>
      <dsp:spPr>
        <a:xfrm>
          <a:off x="7421946" y="0"/>
          <a:ext cx="960787"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b="1" kern="1200" dirty="0"/>
            <a:t>2003</a:t>
          </a:r>
          <a:r>
            <a:rPr lang="en-US" sz="1200" kern="1200" dirty="0"/>
            <a:t>: Version 4.0 production release (unions added).</a:t>
          </a:r>
        </a:p>
      </dsp:txBody>
      <dsp:txXfrm>
        <a:off x="7421946" y="0"/>
        <a:ext cx="960787" cy="1662320"/>
      </dsp:txXfrm>
    </dsp:sp>
    <dsp:sp modelId="{963981D2-2454-CC42-B19C-1436EA96FD77}">
      <dsp:nvSpPr>
        <dsp:cNvPr id="0" name=""/>
        <dsp:cNvSpPr/>
      </dsp:nvSpPr>
      <dsp:spPr>
        <a:xfrm>
          <a:off x="7694550"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00E3C0-544D-F749-975C-51A034B5EDE1}">
      <dsp:nvSpPr>
        <dsp:cNvPr id="0" name=""/>
        <dsp:cNvSpPr/>
      </dsp:nvSpPr>
      <dsp:spPr>
        <a:xfrm>
          <a:off x="8430773" y="2493480"/>
          <a:ext cx="960787"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2004</a:t>
          </a:r>
          <a:r>
            <a:rPr lang="en-US" sz="1200" kern="1200" dirty="0"/>
            <a:t>: Version 4.1 production release (R-trees, B-trees, subqueries, prepared statements).</a:t>
          </a:r>
        </a:p>
      </dsp:txBody>
      <dsp:txXfrm>
        <a:off x="8430773" y="2493480"/>
        <a:ext cx="960787" cy="1662320"/>
      </dsp:txXfrm>
    </dsp:sp>
    <dsp:sp modelId="{8F97894C-D43B-1D40-BBC0-81AB032184CF}">
      <dsp:nvSpPr>
        <dsp:cNvPr id="0" name=""/>
        <dsp:cNvSpPr/>
      </dsp:nvSpPr>
      <dsp:spPr>
        <a:xfrm>
          <a:off x="8703377"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75800-D51A-F04A-BF43-83C3C9C02533}">
      <dsp:nvSpPr>
        <dsp:cNvPr id="0" name=""/>
        <dsp:cNvSpPr/>
      </dsp:nvSpPr>
      <dsp:spPr>
        <a:xfrm>
          <a:off x="0" y="1246740"/>
          <a:ext cx="10435920" cy="166232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5D17E0-551D-EC46-A4A8-64E1746E6D21}">
      <dsp:nvSpPr>
        <dsp:cNvPr id="0" name=""/>
        <dsp:cNvSpPr/>
      </dsp:nvSpPr>
      <dsp:spPr>
        <a:xfrm>
          <a:off x="4700" y="0"/>
          <a:ext cx="2260946"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b="1" kern="1200" dirty="0"/>
            <a:t>2004</a:t>
          </a:r>
          <a:r>
            <a:rPr lang="en-US" sz="1200" kern="1200" dirty="0"/>
            <a:t>: Version 4.1 production release (R-trees, B-trees, subqueries, prepared statements).</a:t>
          </a:r>
        </a:p>
      </dsp:txBody>
      <dsp:txXfrm>
        <a:off x="4700" y="0"/>
        <a:ext cx="2260946" cy="1662320"/>
      </dsp:txXfrm>
    </dsp:sp>
    <dsp:sp modelId="{CA921182-6338-C04D-B945-E93482119552}">
      <dsp:nvSpPr>
        <dsp:cNvPr id="0" name=""/>
        <dsp:cNvSpPr/>
      </dsp:nvSpPr>
      <dsp:spPr>
        <a:xfrm>
          <a:off x="927383"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99F870-7E00-1340-9DE1-665D5EEEFF07}">
      <dsp:nvSpPr>
        <dsp:cNvPr id="0" name=""/>
        <dsp:cNvSpPr/>
      </dsp:nvSpPr>
      <dsp:spPr>
        <a:xfrm>
          <a:off x="2378694" y="2493480"/>
          <a:ext cx="2260946"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2005</a:t>
          </a:r>
          <a:r>
            <a:rPr lang="en-US" sz="1200" kern="1200" dirty="0"/>
            <a:t>: Version 5.0 production release (cursors, stored procedures, triggers, views, XA transactions);</a:t>
          </a:r>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t>Oracle acquires </a:t>
          </a:r>
          <a:r>
            <a:rPr lang="en-US" sz="1200" kern="1200" dirty="0" err="1"/>
            <a:t>Innobase</a:t>
          </a:r>
          <a:endParaRPr lang="en-US" sz="1200" kern="1200" dirty="0"/>
        </a:p>
      </dsp:txBody>
      <dsp:txXfrm>
        <a:off x="2378694" y="2493480"/>
        <a:ext cx="2260946" cy="1662320"/>
      </dsp:txXfrm>
    </dsp:sp>
    <dsp:sp modelId="{B66AF83C-B9AD-C644-A067-A4D93DA373C0}">
      <dsp:nvSpPr>
        <dsp:cNvPr id="0" name=""/>
        <dsp:cNvSpPr/>
      </dsp:nvSpPr>
      <dsp:spPr>
        <a:xfrm>
          <a:off x="3301377"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54969A-22DE-E248-94CF-680B0405D64E}">
      <dsp:nvSpPr>
        <dsp:cNvPr id="0" name=""/>
        <dsp:cNvSpPr/>
      </dsp:nvSpPr>
      <dsp:spPr>
        <a:xfrm>
          <a:off x="4752687" y="0"/>
          <a:ext cx="2260946"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b="1" kern="1200" dirty="0"/>
            <a:t>2006</a:t>
          </a:r>
          <a:r>
            <a:rPr lang="en-US" sz="1200" kern="1200" dirty="0"/>
            <a:t>: </a:t>
          </a:r>
          <a:r>
            <a:rPr lang="en-US" sz="1200" kern="1200" dirty="0">
              <a:hlinkClick xmlns:r="http://schemas.openxmlformats.org/officeDocument/2006/relationships" r:id="rId1"/>
            </a:rPr>
            <a:t>Percona</a:t>
          </a:r>
          <a:r>
            <a:rPr lang="en-US" sz="1200" kern="1200" dirty="0"/>
            <a:t> was founded by Vadim and Peter </a:t>
          </a:r>
        </a:p>
        <a:p>
          <a:pPr marL="0" lvl="0" indent="0" algn="ctr" defTabSz="533400">
            <a:lnSpc>
              <a:spcPct val="90000"/>
            </a:lnSpc>
            <a:spcBef>
              <a:spcPct val="0"/>
            </a:spcBef>
            <a:spcAft>
              <a:spcPct val="35000"/>
            </a:spcAft>
            <a:buNone/>
          </a:pPr>
          <a:r>
            <a:rPr lang="en-US" sz="1200" kern="1200" dirty="0">
              <a:hlinkClick xmlns:r="http://schemas.openxmlformats.org/officeDocument/2006/relationships" r:id="rId2"/>
            </a:rPr>
            <a:t>AWS</a:t>
          </a:r>
          <a:r>
            <a:rPr lang="en-US" sz="1200" kern="1200" dirty="0"/>
            <a:t> is Released</a:t>
          </a:r>
        </a:p>
      </dsp:txBody>
      <dsp:txXfrm>
        <a:off x="4752687" y="0"/>
        <a:ext cx="2260946" cy="1662320"/>
      </dsp:txXfrm>
    </dsp:sp>
    <dsp:sp modelId="{87E92135-914F-0946-A4D2-A599CB873347}">
      <dsp:nvSpPr>
        <dsp:cNvPr id="0" name=""/>
        <dsp:cNvSpPr/>
      </dsp:nvSpPr>
      <dsp:spPr>
        <a:xfrm>
          <a:off x="5675370"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64D5A5-B90C-404D-AC01-1D280256ACAF}">
      <dsp:nvSpPr>
        <dsp:cNvPr id="0" name=""/>
        <dsp:cNvSpPr/>
      </dsp:nvSpPr>
      <dsp:spPr>
        <a:xfrm>
          <a:off x="7126681" y="2493480"/>
          <a:ext cx="2260946"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2008</a:t>
          </a:r>
          <a:r>
            <a:rPr lang="en-US" sz="1200" kern="1200" dirty="0"/>
            <a:t>: </a:t>
          </a:r>
        </a:p>
        <a:p>
          <a:pPr marL="0" lvl="0" indent="0" algn="ctr" defTabSz="533400">
            <a:lnSpc>
              <a:spcPct val="90000"/>
            </a:lnSpc>
            <a:spcBef>
              <a:spcPct val="0"/>
            </a:spcBef>
            <a:spcAft>
              <a:spcPct val="35000"/>
            </a:spcAft>
            <a:buNone/>
          </a:pPr>
          <a:r>
            <a:rPr lang="en-US" sz="1200" kern="1200" dirty="0"/>
            <a:t>Sun acquired MySQL AB;</a:t>
          </a:r>
          <a:br>
            <a:rPr lang="en-US" sz="1200" kern="1200" dirty="0"/>
          </a:br>
          <a:r>
            <a:rPr lang="en-US" sz="1200" kern="1200" dirty="0"/>
            <a:t> </a:t>
          </a:r>
          <a:br>
            <a:rPr lang="en-US" sz="1200" kern="1200" dirty="0"/>
          </a:br>
          <a:r>
            <a:rPr lang="en-US" sz="1200" kern="1200" dirty="0"/>
            <a:t>Version 5.1 production release (event scheduler, partitioning, plugin API, row-based replication, server log tables).</a:t>
          </a:r>
        </a:p>
      </dsp:txBody>
      <dsp:txXfrm>
        <a:off x="7126681" y="2493480"/>
        <a:ext cx="2260946" cy="1662320"/>
      </dsp:txXfrm>
    </dsp:sp>
    <dsp:sp modelId="{F9C51998-9754-A24E-B631-37D56E3AB17A}">
      <dsp:nvSpPr>
        <dsp:cNvPr id="0" name=""/>
        <dsp:cNvSpPr/>
      </dsp:nvSpPr>
      <dsp:spPr>
        <a:xfrm>
          <a:off x="8049364"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75800-D51A-F04A-BF43-83C3C9C02533}">
      <dsp:nvSpPr>
        <dsp:cNvPr id="0" name=""/>
        <dsp:cNvSpPr/>
      </dsp:nvSpPr>
      <dsp:spPr>
        <a:xfrm>
          <a:off x="0" y="1246740"/>
          <a:ext cx="10409286" cy="166232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B77FB3-E687-034E-8BF1-F047075BD36C}">
      <dsp:nvSpPr>
        <dsp:cNvPr id="0" name=""/>
        <dsp:cNvSpPr/>
      </dsp:nvSpPr>
      <dsp:spPr>
        <a:xfrm>
          <a:off x="3526" y="0"/>
          <a:ext cx="2132416"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dirty="0"/>
            <a:t>2010</a:t>
          </a:r>
          <a:r>
            <a:rPr lang="en-US" sz="1000" kern="1200" dirty="0"/>
            <a:t>: Oracle acquired Sun Microsystems </a:t>
          </a:r>
          <a:br>
            <a:rPr lang="en-US" sz="1000" kern="1200" dirty="0"/>
          </a:br>
          <a:r>
            <a:rPr lang="en-US" sz="1000" b="1" kern="1200" dirty="0"/>
            <a:t>MariaDB forked</a:t>
          </a:r>
          <a:r>
            <a:rPr lang="en-US" sz="1000" kern="1200" dirty="0"/>
            <a:t> by Michael “Monty” </a:t>
          </a:r>
          <a:r>
            <a:rPr lang="en-US" sz="1000" kern="1200" dirty="0" err="1"/>
            <a:t>Widenius</a:t>
          </a:r>
          <a:br>
            <a:rPr lang="en-US" sz="1000" kern="1200" dirty="0"/>
          </a:br>
          <a:r>
            <a:rPr lang="en-US" sz="1000" kern="1200" dirty="0"/>
            <a:t>MySQL Server 5.5 released</a:t>
          </a:r>
        </a:p>
      </dsp:txBody>
      <dsp:txXfrm>
        <a:off x="3526" y="0"/>
        <a:ext cx="2132416" cy="1662320"/>
      </dsp:txXfrm>
    </dsp:sp>
    <dsp:sp modelId="{051CAC02-9F5D-E240-8961-DA3A45AABD6A}">
      <dsp:nvSpPr>
        <dsp:cNvPr id="0" name=""/>
        <dsp:cNvSpPr/>
      </dsp:nvSpPr>
      <dsp:spPr>
        <a:xfrm>
          <a:off x="861944"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43B9F2-9262-2842-A7C8-50ACC930DCAF}">
      <dsp:nvSpPr>
        <dsp:cNvPr id="0" name=""/>
        <dsp:cNvSpPr/>
      </dsp:nvSpPr>
      <dsp:spPr>
        <a:xfrm>
          <a:off x="2202614" y="2493480"/>
          <a:ext cx="2464242"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t>2013:</a:t>
          </a:r>
          <a:r>
            <a:rPr lang="en-US" sz="1000" kern="1200" dirty="0"/>
            <a:t> Version 5.6 released (query optimizer improvements, higher transactional throughput, NoSQL-style APIs, better performance monitoring).</a:t>
          </a:r>
        </a:p>
      </dsp:txBody>
      <dsp:txXfrm>
        <a:off x="2202614" y="2493480"/>
        <a:ext cx="2464242" cy="1662320"/>
      </dsp:txXfrm>
    </dsp:sp>
    <dsp:sp modelId="{1DA826D3-CBB5-3B41-AB75-AEFB243E7FDB}">
      <dsp:nvSpPr>
        <dsp:cNvPr id="0" name=""/>
        <dsp:cNvSpPr/>
      </dsp:nvSpPr>
      <dsp:spPr>
        <a:xfrm>
          <a:off x="3226946"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6C7988-441B-8F43-91A2-5CD43ECC2AF8}">
      <dsp:nvSpPr>
        <dsp:cNvPr id="0" name=""/>
        <dsp:cNvSpPr/>
      </dsp:nvSpPr>
      <dsp:spPr>
        <a:xfrm>
          <a:off x="4733529" y="0"/>
          <a:ext cx="1333435"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t>2014: Kubernetes Release</a:t>
          </a:r>
        </a:p>
      </dsp:txBody>
      <dsp:txXfrm>
        <a:off x="4733529" y="0"/>
        <a:ext cx="1333435" cy="1662320"/>
      </dsp:txXfrm>
    </dsp:sp>
    <dsp:sp modelId="{958E02DE-E7DC-C446-8A86-2844F7E7FF96}">
      <dsp:nvSpPr>
        <dsp:cNvPr id="0" name=""/>
        <dsp:cNvSpPr/>
      </dsp:nvSpPr>
      <dsp:spPr>
        <a:xfrm>
          <a:off x="5192456"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69173F-367D-2A4B-A7A4-190E16C3EBA4}">
      <dsp:nvSpPr>
        <dsp:cNvPr id="0" name=""/>
        <dsp:cNvSpPr/>
      </dsp:nvSpPr>
      <dsp:spPr>
        <a:xfrm>
          <a:off x="6133636" y="2493480"/>
          <a:ext cx="1831087"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t>2015</a:t>
          </a:r>
          <a:r>
            <a:rPr lang="en-US" sz="1000" kern="1200" dirty="0"/>
            <a:t>: Version 5.7 released (native JSON data type support, replication improvements).</a:t>
          </a:r>
        </a:p>
        <a:p>
          <a:pPr marL="0" lvl="0" indent="0" algn="ctr" defTabSz="444500">
            <a:lnSpc>
              <a:spcPct val="90000"/>
            </a:lnSpc>
            <a:spcBef>
              <a:spcPct val="0"/>
            </a:spcBef>
            <a:spcAft>
              <a:spcPct val="35000"/>
            </a:spcAft>
            <a:buNone/>
          </a:pPr>
          <a:endParaRPr lang="en-US" sz="1000" kern="1200" dirty="0"/>
        </a:p>
        <a:p>
          <a:pPr marL="0" lvl="0" indent="0" algn="ctr" defTabSz="444500">
            <a:lnSpc>
              <a:spcPct val="90000"/>
            </a:lnSpc>
            <a:spcBef>
              <a:spcPct val="0"/>
            </a:spcBef>
            <a:spcAft>
              <a:spcPct val="35000"/>
            </a:spcAft>
            <a:buNone/>
          </a:pPr>
          <a:r>
            <a:rPr lang="en-US" sz="1000" kern="1200" dirty="0" err="1"/>
            <a:t>ProxySQL</a:t>
          </a:r>
          <a:r>
            <a:rPr lang="en-US" sz="1000" kern="1200" dirty="0"/>
            <a:t> is released</a:t>
          </a:r>
        </a:p>
      </dsp:txBody>
      <dsp:txXfrm>
        <a:off x="6133636" y="2493480"/>
        <a:ext cx="1831087" cy="1662320"/>
      </dsp:txXfrm>
    </dsp:sp>
    <dsp:sp modelId="{2DCB76AF-A4F3-4D42-B2EB-C410B469D597}">
      <dsp:nvSpPr>
        <dsp:cNvPr id="0" name=""/>
        <dsp:cNvSpPr/>
      </dsp:nvSpPr>
      <dsp:spPr>
        <a:xfrm>
          <a:off x="6841390"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BD701E-9952-114E-8ED4-34262C514546}">
      <dsp:nvSpPr>
        <dsp:cNvPr id="0" name=""/>
        <dsp:cNvSpPr/>
      </dsp:nvSpPr>
      <dsp:spPr>
        <a:xfrm>
          <a:off x="8031395" y="0"/>
          <a:ext cx="1333435"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dirty="0"/>
            <a:t>2016</a:t>
          </a:r>
          <a:r>
            <a:rPr lang="en-US" sz="1000" kern="1200" dirty="0"/>
            <a:t>: </a:t>
          </a:r>
          <a:br>
            <a:rPr lang="en-US" sz="1000" kern="1200" dirty="0"/>
          </a:br>
          <a:r>
            <a:rPr lang="en-US" sz="1000" kern="1200" dirty="0"/>
            <a:t>MySQL Group Replication Release</a:t>
          </a:r>
        </a:p>
      </dsp:txBody>
      <dsp:txXfrm>
        <a:off x="8031395" y="0"/>
        <a:ext cx="1333435" cy="1662320"/>
      </dsp:txXfrm>
    </dsp:sp>
    <dsp:sp modelId="{3B2B7462-F0AA-5A4B-9975-A16FD7196FB4}">
      <dsp:nvSpPr>
        <dsp:cNvPr id="0" name=""/>
        <dsp:cNvSpPr/>
      </dsp:nvSpPr>
      <dsp:spPr>
        <a:xfrm>
          <a:off x="8490323"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75800-D51A-F04A-BF43-83C3C9C02533}">
      <dsp:nvSpPr>
        <dsp:cNvPr id="0" name=""/>
        <dsp:cNvSpPr/>
      </dsp:nvSpPr>
      <dsp:spPr>
        <a:xfrm>
          <a:off x="0" y="1246740"/>
          <a:ext cx="10409286" cy="166232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BD701E-9952-114E-8ED4-34262C514546}">
      <dsp:nvSpPr>
        <dsp:cNvPr id="0" name=""/>
        <dsp:cNvSpPr/>
      </dsp:nvSpPr>
      <dsp:spPr>
        <a:xfrm>
          <a:off x="371" y="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dirty="0"/>
            <a:t>2016</a:t>
          </a:r>
          <a:r>
            <a:rPr lang="en-US" sz="1000" kern="1200" dirty="0"/>
            <a:t>: </a:t>
          </a:r>
          <a:br>
            <a:rPr lang="en-US" sz="1000" kern="1200" dirty="0"/>
          </a:br>
          <a:r>
            <a:rPr lang="en-US" sz="1000" kern="1200" dirty="0"/>
            <a:t>MySQL Group Replication Release</a:t>
          </a:r>
        </a:p>
      </dsp:txBody>
      <dsp:txXfrm>
        <a:off x="371" y="0"/>
        <a:ext cx="1121869" cy="1662320"/>
      </dsp:txXfrm>
    </dsp:sp>
    <dsp:sp modelId="{3B2B7462-F0AA-5A4B-9975-A16FD7196FB4}">
      <dsp:nvSpPr>
        <dsp:cNvPr id="0" name=""/>
        <dsp:cNvSpPr/>
      </dsp:nvSpPr>
      <dsp:spPr>
        <a:xfrm>
          <a:off x="353516"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61121C-6D3B-6045-A790-B57A6F26228C}">
      <dsp:nvSpPr>
        <dsp:cNvPr id="0" name=""/>
        <dsp:cNvSpPr/>
      </dsp:nvSpPr>
      <dsp:spPr>
        <a:xfrm>
          <a:off x="1178335" y="249348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t>2018</a:t>
          </a:r>
          <a:r>
            <a:rPr lang="en-US" sz="1000" kern="1200" dirty="0"/>
            <a:t>: Version 8.0 released (NoSQL Document Store, JSON enhancements, atomic DDL); </a:t>
          </a:r>
        </a:p>
      </dsp:txBody>
      <dsp:txXfrm>
        <a:off x="1178335" y="2493480"/>
        <a:ext cx="1121869" cy="1662320"/>
      </dsp:txXfrm>
    </dsp:sp>
    <dsp:sp modelId="{9F42D9B7-2271-7A46-BBE7-ED715C89540C}">
      <dsp:nvSpPr>
        <dsp:cNvPr id="0" name=""/>
        <dsp:cNvSpPr/>
      </dsp:nvSpPr>
      <dsp:spPr>
        <a:xfrm>
          <a:off x="1531480"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69C5BD-9F37-ED4B-869E-0E4A7EC9554E}">
      <dsp:nvSpPr>
        <dsp:cNvPr id="0" name=""/>
        <dsp:cNvSpPr/>
      </dsp:nvSpPr>
      <dsp:spPr>
        <a:xfrm>
          <a:off x="2356298" y="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dirty="0"/>
            <a:t>2022</a:t>
          </a:r>
          <a:r>
            <a:rPr lang="en-US" sz="1000" kern="1200" dirty="0"/>
            <a:t>:</a:t>
          </a:r>
          <a:br>
            <a:rPr lang="en-US" sz="1000" kern="1200" dirty="0"/>
          </a:br>
          <a:r>
            <a:rPr lang="en-US" sz="1000" kern="1200" dirty="0"/>
            <a:t>ChatGPT release date</a:t>
          </a:r>
        </a:p>
      </dsp:txBody>
      <dsp:txXfrm>
        <a:off x="2356298" y="0"/>
        <a:ext cx="1121869" cy="1662320"/>
      </dsp:txXfrm>
    </dsp:sp>
    <dsp:sp modelId="{4B973C9C-981E-B345-9956-191B30B57E7B}">
      <dsp:nvSpPr>
        <dsp:cNvPr id="0" name=""/>
        <dsp:cNvSpPr/>
      </dsp:nvSpPr>
      <dsp:spPr>
        <a:xfrm>
          <a:off x="2709443"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B83853-1DEA-6D4F-85C1-2DA42EB77226}">
      <dsp:nvSpPr>
        <dsp:cNvPr id="0" name=""/>
        <dsp:cNvSpPr/>
      </dsp:nvSpPr>
      <dsp:spPr>
        <a:xfrm>
          <a:off x="3534262" y="249348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t>2023: </a:t>
          </a:r>
          <a:br>
            <a:rPr lang="en-US" sz="1000" b="1" kern="1200" dirty="0"/>
          </a:br>
          <a:r>
            <a:rPr lang="en-US" sz="1000" b="0" i="0" kern="1200" dirty="0"/>
            <a:t>MySQL HeatWave Oracle OCI</a:t>
          </a:r>
          <a:br>
            <a:rPr lang="en-US" sz="1000" b="0" i="0" kern="1200" dirty="0"/>
          </a:br>
          <a:br>
            <a:rPr lang="en-US" sz="1000" b="0" i="0" kern="1200" dirty="0"/>
          </a:br>
          <a:r>
            <a:rPr lang="en-US" sz="1000" b="0" i="0" kern="1200" dirty="0"/>
            <a:t>PostgreSQL 16 released</a:t>
          </a:r>
          <a:endParaRPr lang="en-US" sz="1000" kern="1200" dirty="0"/>
        </a:p>
      </dsp:txBody>
      <dsp:txXfrm>
        <a:off x="3534262" y="2493480"/>
        <a:ext cx="1121869" cy="1662320"/>
      </dsp:txXfrm>
    </dsp:sp>
    <dsp:sp modelId="{66D359F5-CCE7-9449-8B0A-C7624F336D5D}">
      <dsp:nvSpPr>
        <dsp:cNvPr id="0" name=""/>
        <dsp:cNvSpPr/>
      </dsp:nvSpPr>
      <dsp:spPr>
        <a:xfrm>
          <a:off x="3887406"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D7E2DD-27BF-7D48-A515-F81AEEC4C43F}">
      <dsp:nvSpPr>
        <dsp:cNvPr id="0" name=""/>
        <dsp:cNvSpPr/>
      </dsp:nvSpPr>
      <dsp:spPr>
        <a:xfrm>
          <a:off x="4712225" y="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BR" sz="1000" b="1" i="0" kern="1200" dirty="0"/>
            <a:t>2024:</a:t>
          </a:r>
          <a:r>
            <a:rPr lang="en-BR" sz="1000" b="0" i="0" kern="1200" dirty="0"/>
            <a:t> MySQL 8.4 release</a:t>
          </a:r>
          <a:endParaRPr lang="en-US" sz="1000" kern="1200" dirty="0"/>
        </a:p>
      </dsp:txBody>
      <dsp:txXfrm>
        <a:off x="4712225" y="0"/>
        <a:ext cx="1121869" cy="1662320"/>
      </dsp:txXfrm>
    </dsp:sp>
    <dsp:sp modelId="{92359BA3-1536-8A49-A587-F28FBFE418FD}">
      <dsp:nvSpPr>
        <dsp:cNvPr id="0" name=""/>
        <dsp:cNvSpPr/>
      </dsp:nvSpPr>
      <dsp:spPr>
        <a:xfrm>
          <a:off x="5065370"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6941CE-0164-D64F-AB40-EDFD26121CE0}">
      <dsp:nvSpPr>
        <dsp:cNvPr id="0" name=""/>
        <dsp:cNvSpPr/>
      </dsp:nvSpPr>
      <dsp:spPr>
        <a:xfrm>
          <a:off x="5890188" y="249348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t>2025</a:t>
          </a:r>
          <a:r>
            <a:rPr lang="en-US" sz="1000" kern="1200" dirty="0"/>
            <a:t>:</a:t>
          </a:r>
        </a:p>
      </dsp:txBody>
      <dsp:txXfrm>
        <a:off x="5890188" y="2493480"/>
        <a:ext cx="1121869" cy="1662320"/>
      </dsp:txXfrm>
    </dsp:sp>
    <dsp:sp modelId="{94459B35-B6A8-8747-95DA-3E28004E30C9}">
      <dsp:nvSpPr>
        <dsp:cNvPr id="0" name=""/>
        <dsp:cNvSpPr/>
      </dsp:nvSpPr>
      <dsp:spPr>
        <a:xfrm>
          <a:off x="6243333"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BFA2ED-CC81-2F4E-9754-108F48B42DF9}">
      <dsp:nvSpPr>
        <dsp:cNvPr id="0" name=""/>
        <dsp:cNvSpPr/>
      </dsp:nvSpPr>
      <dsp:spPr>
        <a:xfrm>
          <a:off x="7068152" y="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t>...</a:t>
          </a:r>
        </a:p>
      </dsp:txBody>
      <dsp:txXfrm>
        <a:off x="7068152" y="0"/>
        <a:ext cx="1121869" cy="1662320"/>
      </dsp:txXfrm>
    </dsp:sp>
    <dsp:sp modelId="{15C0B5F0-7A4A-2F4B-B1E1-C1D06F165A4B}">
      <dsp:nvSpPr>
        <dsp:cNvPr id="0" name=""/>
        <dsp:cNvSpPr/>
      </dsp:nvSpPr>
      <dsp:spPr>
        <a:xfrm>
          <a:off x="7421297"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D1DE90-9864-F94F-81A8-D6278A385ACF}">
      <dsp:nvSpPr>
        <dsp:cNvPr id="0" name=""/>
        <dsp:cNvSpPr/>
      </dsp:nvSpPr>
      <dsp:spPr>
        <a:xfrm>
          <a:off x="8246115" y="2493480"/>
          <a:ext cx="1121869" cy="166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dirty="0"/>
            <a:t>2030:</a:t>
          </a:r>
          <a:r>
            <a:rPr lang="en-US" sz="1000" kern="1200" dirty="0"/>
            <a:t> ???</a:t>
          </a:r>
        </a:p>
      </dsp:txBody>
      <dsp:txXfrm>
        <a:off x="8246115" y="2493480"/>
        <a:ext cx="1121869" cy="1662320"/>
      </dsp:txXfrm>
    </dsp:sp>
    <dsp:sp modelId="{36E96235-8E02-584A-B40E-8569C776AD32}">
      <dsp:nvSpPr>
        <dsp:cNvPr id="0" name=""/>
        <dsp:cNvSpPr/>
      </dsp:nvSpPr>
      <dsp:spPr>
        <a:xfrm>
          <a:off x="8599260" y="1870110"/>
          <a:ext cx="415580" cy="4155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025a99f63d_6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025a99f63d_6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g2025a99f63d_6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239DE2AC-905C-F217-1B0E-16C08695B073}"/>
            </a:ext>
          </a:extLst>
        </p:cNvPr>
        <p:cNvGrpSpPr/>
        <p:nvPr/>
      </p:nvGrpSpPr>
      <p:grpSpPr>
        <a:xfrm>
          <a:off x="0" y="0"/>
          <a:ext cx="0" cy="0"/>
          <a:chOff x="0" y="0"/>
          <a:chExt cx="0" cy="0"/>
        </a:xfrm>
      </p:grpSpPr>
      <p:sp>
        <p:nvSpPr>
          <p:cNvPr id="269" name="Google Shape;269;g1dbebbe6008_3_257:notes">
            <a:extLst>
              <a:ext uri="{FF2B5EF4-FFF2-40B4-BE49-F238E27FC236}">
                <a16:creationId xmlns:a16="http://schemas.microsoft.com/office/drawing/2014/main" id="{ABE02EBD-B548-D197-8F8E-D80216A8A0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dbebbe6008_3_257:notes">
            <a:extLst>
              <a:ext uri="{FF2B5EF4-FFF2-40B4-BE49-F238E27FC236}">
                <a16:creationId xmlns:a16="http://schemas.microsoft.com/office/drawing/2014/main" id="{BB698B2E-4F4F-B80E-BFF4-B29EEF06C8C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dirty="0"/>
              <a:t>Iphone </a:t>
            </a:r>
            <a:r>
              <a:rPr lang="pt-BR" dirty="0" err="1"/>
              <a:t>was</a:t>
            </a:r>
            <a:r>
              <a:rPr lang="pt-BR" dirty="0"/>
              <a:t> </a:t>
            </a:r>
            <a:r>
              <a:rPr lang="pt-BR" dirty="0" err="1"/>
              <a:t>released</a:t>
            </a:r>
            <a:r>
              <a:rPr lang="pt-BR" dirty="0"/>
              <a:t> 18 </a:t>
            </a:r>
            <a:r>
              <a:rPr lang="pt-BR" dirty="0" err="1"/>
              <a:t>years</a:t>
            </a:r>
            <a:r>
              <a:rPr lang="pt-BR" dirty="0"/>
              <a:t> </a:t>
            </a:r>
            <a:r>
              <a:rPr lang="pt-BR" dirty="0" err="1"/>
              <a:t>ago</a:t>
            </a:r>
            <a:r>
              <a:rPr lang="pt-BR" dirty="0"/>
              <a:t> 2007</a:t>
            </a:r>
            <a:endParaRPr dirty="0"/>
          </a:p>
        </p:txBody>
      </p:sp>
      <p:sp>
        <p:nvSpPr>
          <p:cNvPr id="271" name="Google Shape;271;g1dbebbe6008_3_257:notes">
            <a:extLst>
              <a:ext uri="{FF2B5EF4-FFF2-40B4-BE49-F238E27FC236}">
                <a16:creationId xmlns:a16="http://schemas.microsoft.com/office/drawing/2014/main" id="{2646A786-2AB3-AF03-D9E5-D896C557581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45658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1FA681CB-61C9-5CB6-9E7C-1A1DDD46C2C0}"/>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21665CA9-4D08-25FF-E557-04CAFE2525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B50448F1-F81A-3F66-5A0A-89AC55F11B4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dirty="0"/>
              <a:t>Google </a:t>
            </a:r>
            <a:r>
              <a:rPr lang="pt-BR" dirty="0" err="1"/>
              <a:t>would</a:t>
            </a:r>
            <a:r>
              <a:rPr lang="pt-BR" dirty="0"/>
              <a:t> </a:t>
            </a:r>
            <a:r>
              <a:rPr lang="pt-BR" dirty="0" err="1"/>
              <a:t>be</a:t>
            </a:r>
            <a:r>
              <a:rPr lang="pt-BR" dirty="0"/>
              <a:t> release in 1996 as a Project </a:t>
            </a:r>
            <a:r>
              <a:rPr lang="pt-BR" dirty="0" err="1"/>
              <a:t>named</a:t>
            </a:r>
            <a:r>
              <a:rPr lang="pt-BR" dirty="0"/>
              <a:t> </a:t>
            </a:r>
            <a:r>
              <a:rPr lang="pt-BR" dirty="0" err="1"/>
              <a:t>backrub</a:t>
            </a:r>
            <a:r>
              <a:rPr lang="pt-BR" dirty="0"/>
              <a:t> </a:t>
            </a:r>
            <a:r>
              <a:rPr lang="pt-BR" dirty="0" err="1"/>
              <a:t>at</a:t>
            </a:r>
            <a:r>
              <a:rPr lang="pt-BR" dirty="0"/>
              <a:t> Stanford </a:t>
            </a:r>
            <a:r>
              <a:rPr lang="pt-BR" dirty="0" err="1"/>
              <a:t>University</a:t>
            </a:r>
            <a:r>
              <a:rPr lang="pt-BR" dirty="0"/>
              <a:t> -  </a:t>
            </a:r>
            <a:r>
              <a:rPr lang="en-US" b="0" i="0" dirty="0">
                <a:solidFill>
                  <a:srgbClr val="CDCDCD"/>
                </a:solidFill>
                <a:effectLst/>
                <a:latin typeface="Arial" panose="020B0604020202020204" pitchFamily="34" charset="0"/>
              </a:rPr>
              <a:t>Larry Page and Sergey Brin </a:t>
            </a:r>
            <a:endParaRPr lang="pt-BR" dirty="0"/>
          </a:p>
          <a:p>
            <a:pPr marL="0" lvl="0" indent="0" algn="l" rtl="0">
              <a:spcBef>
                <a:spcPts val="0"/>
              </a:spcBef>
              <a:spcAft>
                <a:spcPts val="0"/>
              </a:spcAft>
              <a:buNone/>
            </a:pPr>
            <a:r>
              <a:rPr lang="pt-BR" dirty="0"/>
              <a:t>Yahoo </a:t>
            </a:r>
            <a:r>
              <a:rPr lang="pt-BR" dirty="0" err="1"/>
              <a:t>was</a:t>
            </a:r>
            <a:r>
              <a:rPr lang="pt-BR" dirty="0"/>
              <a:t> </a:t>
            </a:r>
            <a:r>
              <a:rPr lang="pt-BR" dirty="0" err="1"/>
              <a:t>also</a:t>
            </a:r>
            <a:r>
              <a:rPr lang="pt-BR" dirty="0"/>
              <a:t> in Stanford </a:t>
            </a:r>
            <a:r>
              <a:rPr lang="pt-BR" dirty="0" err="1"/>
              <a:t>University</a:t>
            </a:r>
            <a:endParaRPr lang="pt-BR" dirty="0"/>
          </a:p>
          <a:p>
            <a:pPr marL="0" lvl="0" indent="0" algn="l" rtl="0">
              <a:spcBef>
                <a:spcPts val="0"/>
              </a:spcBef>
              <a:spcAft>
                <a:spcPts val="0"/>
              </a:spcAft>
              <a:buNone/>
            </a:pPr>
            <a:endParaRPr lang="pt-BR" dirty="0"/>
          </a:p>
          <a:p>
            <a:pPr marL="0" lvl="0" indent="0" algn="l" rtl="0">
              <a:spcBef>
                <a:spcPts val="0"/>
              </a:spcBef>
              <a:spcAft>
                <a:spcPts val="0"/>
              </a:spcAft>
              <a:buNone/>
            </a:pPr>
            <a:r>
              <a:rPr lang="en-US" b="0" i="0" dirty="0">
                <a:solidFill>
                  <a:srgbClr val="FFFFFF"/>
                </a:solidFill>
                <a:effectLst/>
                <a:latin typeface="Google Sans"/>
              </a:rPr>
              <a:t>Reduced Instruction Set Computer</a:t>
            </a:r>
            <a:r>
              <a:rPr lang="pt-BR" b="0" i="0" dirty="0">
                <a:solidFill>
                  <a:srgbClr val="FFFFFF"/>
                </a:solidFill>
                <a:effectLst/>
                <a:latin typeface="Google Sans"/>
              </a:rPr>
              <a:t> </a:t>
            </a:r>
            <a:r>
              <a:rPr lang="pt-BR" b="0" i="0" dirty="0" err="1">
                <a:solidFill>
                  <a:srgbClr val="FFFFFF"/>
                </a:solidFill>
                <a:effectLst/>
                <a:latin typeface="Google Sans"/>
              </a:rPr>
              <a:t>vs</a:t>
            </a:r>
            <a:r>
              <a:rPr lang="pt-BR" b="0" i="0" dirty="0">
                <a:solidFill>
                  <a:srgbClr val="FFFFFF"/>
                </a:solidFill>
                <a:effectLst/>
                <a:latin typeface="Google Sans"/>
              </a:rPr>
              <a:t> </a:t>
            </a:r>
            <a:r>
              <a:rPr lang="en-US" b="0" i="0" dirty="0">
                <a:solidFill>
                  <a:srgbClr val="FFFFFF"/>
                </a:solidFill>
                <a:effectLst/>
                <a:latin typeface="Google Sans"/>
              </a:rPr>
              <a:t>Complex Instruction Set Computer</a:t>
            </a:r>
            <a:endParaRPr lang="pt-BR" dirty="0"/>
          </a:p>
        </p:txBody>
      </p:sp>
      <p:sp>
        <p:nvSpPr>
          <p:cNvPr id="199" name="Google Shape;199;gbf943e513f_0_42:notes">
            <a:extLst>
              <a:ext uri="{FF2B5EF4-FFF2-40B4-BE49-F238E27FC236}">
                <a16:creationId xmlns:a16="http://schemas.microsoft.com/office/drawing/2014/main" id="{F8A98601-1135-FA97-5119-67FFC2ABDAB5}"/>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3254714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bf943e513f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a:t>
            </a:r>
            <a:r>
              <a:rPr lang="en-US" dirty="0" err="1"/>
              <a:t>en.wikipedia.org</a:t>
            </a:r>
            <a:r>
              <a:rPr lang="en-US" dirty="0"/>
              <a:t>/wiki/</a:t>
            </a:r>
            <a:r>
              <a:rPr lang="en-US" dirty="0" err="1"/>
              <a:t>Pentium_Pro</a:t>
            </a:r>
            <a:endParaRPr lang="en-US" dirty="0"/>
          </a:p>
          <a:p>
            <a:pPr marL="0" lvl="0" indent="0" algn="l" rtl="0">
              <a:spcBef>
                <a:spcPts val="0"/>
              </a:spcBef>
              <a:spcAft>
                <a:spcPts val="0"/>
              </a:spcAft>
              <a:buNone/>
            </a:pPr>
            <a:r>
              <a:rPr lang="en-US" dirty="0"/>
              <a:t>https://</a:t>
            </a:r>
            <a:r>
              <a:rPr lang="en-US" dirty="0" err="1"/>
              <a:t>www.intel.com</a:t>
            </a:r>
            <a:r>
              <a:rPr lang="en-US" dirty="0"/>
              <a:t>/content/www/us/</a:t>
            </a:r>
            <a:r>
              <a:rPr lang="en-US" dirty="0" err="1"/>
              <a:t>en</a:t>
            </a:r>
            <a:r>
              <a:rPr lang="en-US" dirty="0"/>
              <a:t>/products/</a:t>
            </a:r>
            <a:r>
              <a:rPr lang="en-US" dirty="0" err="1"/>
              <a:t>sku</a:t>
            </a:r>
            <a:r>
              <a:rPr lang="en-US" dirty="0"/>
              <a:t>/49953/intel-pentium-pro-processor-200-mhz-512k-cache-66-mhz-fsb/</a:t>
            </a:r>
            <a:r>
              <a:rPr lang="en-US" dirty="0" err="1"/>
              <a:t>specifications.html</a:t>
            </a:r>
            <a:endParaRPr lang="en-US" dirty="0"/>
          </a:p>
          <a:p>
            <a:pPr marL="0" lvl="0" indent="0" algn="l" rtl="0">
              <a:spcBef>
                <a:spcPts val="0"/>
              </a:spcBef>
              <a:spcAft>
                <a:spcPts val="0"/>
              </a:spcAft>
              <a:buNone/>
            </a:pPr>
            <a:r>
              <a:rPr lang="en-US" dirty="0"/>
              <a:t>https://</a:t>
            </a:r>
            <a:r>
              <a:rPr lang="en-US" dirty="0" err="1"/>
              <a:t>en.wikipedia.org</a:t>
            </a:r>
            <a:r>
              <a:rPr lang="en-US" dirty="0"/>
              <a:t>/wiki/</a:t>
            </a:r>
            <a:r>
              <a:rPr lang="en-US" dirty="0" err="1"/>
              <a:t>Random-access_memory#DRAM</a:t>
            </a:r>
            <a:endParaRPr lang="en-US" dirty="0"/>
          </a:p>
          <a:p>
            <a:pPr marL="0" lvl="0" indent="0" algn="l" rtl="0">
              <a:spcBef>
                <a:spcPts val="0"/>
              </a:spcBef>
              <a:spcAft>
                <a:spcPts val="0"/>
              </a:spcAft>
              <a:buNone/>
            </a:pPr>
            <a:r>
              <a:rPr lang="en-US" dirty="0"/>
              <a:t>https://</a:t>
            </a:r>
            <a:r>
              <a:rPr lang="en-US" dirty="0" err="1"/>
              <a:t>en.wikipedia.org</a:t>
            </a:r>
            <a:r>
              <a:rPr lang="en-US" dirty="0"/>
              <a:t>/wiki/</a:t>
            </a:r>
            <a:r>
              <a:rPr lang="en-US" dirty="0" err="1"/>
              <a:t>Seagate_Barracuda</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0" i="0" dirty="0">
                <a:solidFill>
                  <a:srgbClr val="EEF0FF"/>
                </a:solidFill>
                <a:effectLst/>
                <a:latin typeface="Google Sans"/>
              </a:rPr>
              <a:t>The first commercial DDR (double data rate) SDRAM chip was released by Samsung in 1998</a:t>
            </a:r>
            <a:endParaRPr lang="en-US" dirty="0"/>
          </a:p>
          <a:p>
            <a:pPr marL="0" lvl="0" indent="0" algn="l" rtl="0">
              <a:spcBef>
                <a:spcPts val="0"/>
              </a:spcBef>
              <a:spcAft>
                <a:spcPts val="0"/>
              </a:spcAft>
              <a:buNone/>
            </a:pPr>
            <a:endParaRPr lang="pt-BR" dirty="0"/>
          </a:p>
          <a:p>
            <a:pPr marL="0" lvl="0" indent="0" algn="l" rtl="0">
              <a:spcBef>
                <a:spcPts val="0"/>
              </a:spcBef>
              <a:spcAft>
                <a:spcPts val="0"/>
              </a:spcAft>
              <a:buNone/>
            </a:pPr>
            <a:r>
              <a:rPr lang="en-BR" dirty="0"/>
              <a:t>Internet at home starts with 500mbits/s</a:t>
            </a:r>
            <a:endParaRPr dirty="0"/>
          </a:p>
        </p:txBody>
      </p:sp>
      <p:sp>
        <p:nvSpPr>
          <p:cNvPr id="199" name="Google Shape;199;gbf943e513f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C3B05617-07D5-3E02-A85B-73F8372246C4}"/>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5007DED5-C21B-1026-494B-D2E41974CC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6BF5C6CA-BFCB-1B52-3FB9-4A67CF299F5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dirty="0" err="1"/>
              <a:t>MongoDB</a:t>
            </a:r>
            <a:r>
              <a:rPr lang="pt-BR" dirty="0"/>
              <a:t> </a:t>
            </a:r>
            <a:r>
              <a:rPr lang="pt-BR" dirty="0" err="1"/>
              <a:t>is</a:t>
            </a:r>
            <a:r>
              <a:rPr lang="pt-BR" dirty="0"/>
              <a:t> </a:t>
            </a:r>
            <a:r>
              <a:rPr lang="pt-BR" dirty="0" err="1"/>
              <a:t>released</a:t>
            </a:r>
            <a:r>
              <a:rPr lang="pt-BR" dirty="0"/>
              <a:t> </a:t>
            </a:r>
            <a:r>
              <a:rPr lang="pt-BR" dirty="0" err="1"/>
              <a:t>at</a:t>
            </a:r>
            <a:r>
              <a:rPr lang="pt-BR" dirty="0"/>
              <a:t> 2009</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a:t>Oracle 11g </a:t>
            </a:r>
            <a:r>
              <a:rPr lang="pt-BR" dirty="0" err="1"/>
              <a:t>released</a:t>
            </a:r>
            <a:r>
              <a:rPr lang="pt-BR" dirty="0"/>
              <a:t> in 2007</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err="1"/>
              <a:t>MytSQL</a:t>
            </a:r>
            <a:r>
              <a:rPr lang="pt-BR" dirty="0"/>
              <a:t> </a:t>
            </a:r>
            <a:r>
              <a:rPr lang="pt-BR" dirty="0" err="1"/>
              <a:t>used</a:t>
            </a:r>
            <a:r>
              <a:rPr lang="pt-BR" dirty="0"/>
              <a:t> </a:t>
            </a:r>
            <a:r>
              <a:rPr lang="pt-BR" dirty="0" err="1"/>
              <a:t>MyISAM</a:t>
            </a:r>
            <a:endParaRPr lang="pt-BR" dirty="0"/>
          </a:p>
          <a:p>
            <a:pPr marL="0" lvl="0" indent="0" algn="l" rtl="0">
              <a:spcBef>
                <a:spcPts val="0"/>
              </a:spcBef>
              <a:spcAft>
                <a:spcPts val="0"/>
              </a:spcAft>
              <a:buNone/>
            </a:pPr>
            <a:endParaRPr lang="pt-BR" dirty="0"/>
          </a:p>
          <a:p>
            <a:pPr marL="0" lvl="0" indent="0" algn="l" rtl="0">
              <a:spcBef>
                <a:spcPts val="0"/>
              </a:spcBef>
              <a:spcAft>
                <a:spcPts val="0"/>
              </a:spcAft>
              <a:buNone/>
            </a:pPr>
            <a:r>
              <a:rPr lang="en-US" b="1" i="0" dirty="0">
                <a:solidFill>
                  <a:srgbClr val="CDCDCD"/>
                </a:solidFill>
                <a:effectLst/>
                <a:latin typeface="Arial" panose="020B0604020202020204" pitchFamily="34" charset="0"/>
              </a:rPr>
              <a:t>ACID</a:t>
            </a:r>
            <a:r>
              <a:rPr lang="en-US" b="0" i="0" dirty="0">
                <a:solidFill>
                  <a:srgbClr val="CDCDCD"/>
                </a:solidFill>
                <a:effectLst/>
                <a:latin typeface="Arial" panose="020B0604020202020204" pitchFamily="34" charset="0"/>
              </a:rPr>
              <a:t> (atomicity, consistency, isolation, durability) </a:t>
            </a:r>
            <a:endParaRPr dirty="0"/>
          </a:p>
        </p:txBody>
      </p:sp>
      <p:sp>
        <p:nvSpPr>
          <p:cNvPr id="199" name="Google Shape;199;gbf943e513f_0_42:notes">
            <a:extLst>
              <a:ext uri="{FF2B5EF4-FFF2-40B4-BE49-F238E27FC236}">
                <a16:creationId xmlns:a16="http://schemas.microsoft.com/office/drawing/2014/main" id="{1075CE12-CC53-88E3-CA00-892A1EE7D24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2165498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7D609390-1843-9490-D01A-F8D928CA232E}"/>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4A799643-7E18-C6C5-28B6-2D627FCB80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168CFA65-82EE-DA87-B0D9-7FA5611B9BC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dirty="0" err="1"/>
              <a:t>MongoDB</a:t>
            </a:r>
            <a:r>
              <a:rPr lang="pt-BR" dirty="0"/>
              <a:t> </a:t>
            </a:r>
            <a:r>
              <a:rPr lang="pt-BR" dirty="0" err="1"/>
              <a:t>is</a:t>
            </a:r>
            <a:r>
              <a:rPr lang="pt-BR" dirty="0"/>
              <a:t> </a:t>
            </a:r>
            <a:r>
              <a:rPr lang="pt-BR" dirty="0" err="1"/>
              <a:t>released</a:t>
            </a:r>
            <a:r>
              <a:rPr lang="pt-BR" dirty="0"/>
              <a:t> </a:t>
            </a:r>
            <a:r>
              <a:rPr lang="pt-BR" dirty="0" err="1"/>
              <a:t>at</a:t>
            </a:r>
            <a:r>
              <a:rPr lang="pt-BR" dirty="0"/>
              <a:t> 2009</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a:t>Oracle 11g </a:t>
            </a:r>
            <a:r>
              <a:rPr lang="pt-BR" dirty="0" err="1"/>
              <a:t>released</a:t>
            </a:r>
            <a:r>
              <a:rPr lang="pt-BR" dirty="0"/>
              <a:t> in 2007</a:t>
            </a:r>
          </a:p>
          <a:p>
            <a:pPr marL="0" lvl="0" indent="0" algn="l" rtl="0">
              <a:spcBef>
                <a:spcPts val="0"/>
              </a:spcBef>
              <a:spcAft>
                <a:spcPts val="0"/>
              </a:spcAft>
              <a:buNone/>
            </a:pPr>
            <a:endParaRPr lang="pt-BR" dirty="0"/>
          </a:p>
          <a:p>
            <a:pPr marL="0" lvl="0" indent="0" algn="l" rtl="0">
              <a:spcBef>
                <a:spcPts val="0"/>
              </a:spcBef>
              <a:spcAft>
                <a:spcPts val="0"/>
              </a:spcAft>
              <a:buNone/>
            </a:pPr>
            <a:r>
              <a:rPr lang="pt-BR" dirty="0"/>
              <a:t>MySQL </a:t>
            </a:r>
            <a:r>
              <a:rPr lang="pt-BR" dirty="0" err="1"/>
              <a:t>used</a:t>
            </a:r>
            <a:r>
              <a:rPr lang="pt-BR" dirty="0"/>
              <a:t> </a:t>
            </a:r>
            <a:r>
              <a:rPr lang="pt-BR" dirty="0" err="1"/>
              <a:t>MyISAM</a:t>
            </a:r>
            <a:endParaRPr lang="pt-BR" dirty="0"/>
          </a:p>
          <a:p>
            <a:pPr marL="0" lvl="0" indent="0" algn="l" rtl="0">
              <a:spcBef>
                <a:spcPts val="0"/>
              </a:spcBef>
              <a:spcAft>
                <a:spcPts val="0"/>
              </a:spcAft>
              <a:buNone/>
            </a:pPr>
            <a:endParaRPr lang="pt-BR" dirty="0"/>
          </a:p>
          <a:p>
            <a:pPr marL="0" lvl="0" indent="0" algn="l" rtl="0">
              <a:spcBef>
                <a:spcPts val="0"/>
              </a:spcBef>
              <a:spcAft>
                <a:spcPts val="0"/>
              </a:spcAft>
              <a:buNone/>
            </a:pPr>
            <a:r>
              <a:rPr lang="en-US" b="1" i="0" dirty="0">
                <a:solidFill>
                  <a:srgbClr val="CDCDCD"/>
                </a:solidFill>
                <a:effectLst/>
                <a:latin typeface="Arial" panose="020B0604020202020204" pitchFamily="34" charset="0"/>
              </a:rPr>
              <a:t>ACID</a:t>
            </a:r>
            <a:r>
              <a:rPr lang="en-US" b="0" i="0" dirty="0">
                <a:solidFill>
                  <a:srgbClr val="CDCDCD"/>
                </a:solidFill>
                <a:effectLst/>
                <a:latin typeface="Arial" panose="020B0604020202020204" pitchFamily="34" charset="0"/>
              </a:rPr>
              <a:t> (atomicity, consistency, isolation, durability) </a:t>
            </a:r>
          </a:p>
          <a:p>
            <a:pPr marL="0" lvl="0" indent="0" algn="l" rtl="0">
              <a:spcBef>
                <a:spcPts val="0"/>
              </a:spcBef>
              <a:spcAft>
                <a:spcPts val="0"/>
              </a:spcAft>
              <a:buNone/>
            </a:pPr>
            <a:endParaRPr lang="en-US" b="0" i="0" dirty="0">
              <a:solidFill>
                <a:srgbClr val="CDCDCD"/>
              </a:solidFill>
              <a:effectLst/>
              <a:latin typeface="Arial" panose="020B0604020202020204" pitchFamily="34" charset="0"/>
            </a:endParaRPr>
          </a:p>
          <a:p>
            <a:pPr marL="0" lvl="0" indent="0" algn="l" rtl="0">
              <a:spcBef>
                <a:spcPts val="0"/>
              </a:spcBef>
              <a:spcAft>
                <a:spcPts val="0"/>
              </a:spcAft>
              <a:buNone/>
            </a:pPr>
            <a:endParaRPr lang="en-US" b="0" i="0" dirty="0">
              <a:solidFill>
                <a:srgbClr val="CDCDCD"/>
              </a:solidFill>
              <a:effectLst/>
              <a:latin typeface="Arial" panose="020B0604020202020204" pitchFamily="34" charset="0"/>
            </a:endParaRPr>
          </a:p>
          <a:p>
            <a:pPr marL="0" lvl="0" indent="0" algn="l" rtl="0">
              <a:spcBef>
                <a:spcPts val="0"/>
              </a:spcBef>
              <a:spcAft>
                <a:spcPts val="0"/>
              </a:spcAft>
              <a:buNone/>
            </a:pPr>
            <a:r>
              <a:rPr lang="en-US" b="0" i="0" dirty="0">
                <a:solidFill>
                  <a:srgbClr val="CDCDCD"/>
                </a:solidFill>
                <a:effectLst/>
                <a:latin typeface="Arial" panose="020B0604020202020204" pitchFamily="34" charset="0"/>
              </a:rPr>
              <a:t>HW changes to multi cores</a:t>
            </a:r>
          </a:p>
          <a:p>
            <a:pPr marL="0" lvl="0" indent="0" algn="l" rtl="0">
              <a:spcBef>
                <a:spcPts val="0"/>
              </a:spcBef>
              <a:spcAft>
                <a:spcPts val="0"/>
              </a:spcAft>
              <a:buNone/>
            </a:pPr>
            <a:endParaRPr lang="en-US" b="0" i="0" dirty="0">
              <a:solidFill>
                <a:srgbClr val="CDCDCD"/>
              </a:solidFill>
              <a:effectLst/>
              <a:latin typeface="Arial" panose="020B0604020202020204" pitchFamily="34" charset="0"/>
            </a:endParaRPr>
          </a:p>
          <a:p>
            <a:pPr marL="0" lvl="0" indent="0" algn="l" rtl="0">
              <a:spcBef>
                <a:spcPts val="0"/>
              </a:spcBef>
              <a:spcAft>
                <a:spcPts val="0"/>
              </a:spcAft>
              <a:buNone/>
            </a:pPr>
            <a:r>
              <a:rPr lang="en-US" b="0" i="0" dirty="0">
                <a:solidFill>
                  <a:srgbClr val="CDCDCD"/>
                </a:solidFill>
                <a:effectLst/>
                <a:latin typeface="Arial" panose="020B0604020202020204" pitchFamily="34" charset="0"/>
              </a:rPr>
              <a:t>WordPress </a:t>
            </a:r>
            <a:endParaRPr dirty="0"/>
          </a:p>
        </p:txBody>
      </p:sp>
      <p:sp>
        <p:nvSpPr>
          <p:cNvPr id="199" name="Google Shape;199;gbf943e513f_0_42:notes">
            <a:extLst>
              <a:ext uri="{FF2B5EF4-FFF2-40B4-BE49-F238E27FC236}">
                <a16:creationId xmlns:a16="http://schemas.microsoft.com/office/drawing/2014/main" id="{BE155B22-AE69-B094-D3FE-837C90E10565}"/>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2177686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F6D1C03F-1B84-0E25-1FDA-0991893883DB}"/>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F032519D-D5A4-0160-DCC3-ACE41A88B5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6B371F48-F912-5226-81A9-E7039C71222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t>
            </a:r>
            <a:endParaRPr dirty="0"/>
          </a:p>
        </p:txBody>
      </p:sp>
      <p:sp>
        <p:nvSpPr>
          <p:cNvPr id="199" name="Google Shape;199;gbf943e513f_0_42:notes">
            <a:extLst>
              <a:ext uri="{FF2B5EF4-FFF2-40B4-BE49-F238E27FC236}">
                <a16:creationId xmlns:a16="http://schemas.microsoft.com/office/drawing/2014/main" id="{0CB77BBD-989C-A653-F6EE-10EB418506E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379907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9B5C276E-979C-A771-124F-D3BDEC053276}"/>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20EE03A1-82D2-445B-E1B7-05466B89D3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806BA131-DEFB-9AF7-2A5D-CA893E4C65C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a:t>
            </a:r>
            <a:r>
              <a:rPr lang="en-US" dirty="0" err="1"/>
              <a:t>dev.cs.ovgu.de</a:t>
            </a:r>
            <a:r>
              <a:rPr lang="en-US" dirty="0"/>
              <a:t>/</a:t>
            </a:r>
            <a:r>
              <a:rPr lang="en-US" dirty="0" err="1"/>
              <a:t>db</a:t>
            </a:r>
            <a:r>
              <a:rPr lang="en-US" dirty="0"/>
              <a:t>/</a:t>
            </a:r>
            <a:r>
              <a:rPr lang="en-US" dirty="0" err="1"/>
              <a:t>mysql</a:t>
            </a:r>
            <a:r>
              <a:rPr lang="en-US" dirty="0"/>
              <a:t>/</a:t>
            </a:r>
            <a:r>
              <a:rPr lang="en-US" dirty="0" err="1"/>
              <a:t>index.html</a:t>
            </a:r>
            <a:endParaRPr dirty="0"/>
          </a:p>
        </p:txBody>
      </p:sp>
      <p:sp>
        <p:nvSpPr>
          <p:cNvPr id="199" name="Google Shape;199;gbf943e513f_0_42:notes">
            <a:extLst>
              <a:ext uri="{FF2B5EF4-FFF2-40B4-BE49-F238E27FC236}">
                <a16:creationId xmlns:a16="http://schemas.microsoft.com/office/drawing/2014/main" id="{1BE3D611-A586-AED7-15E1-C220C5B62B6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231022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C9BD115D-0221-31B9-343C-D178C24258B8}"/>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96D232B7-D44F-A430-9E3A-9034407015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35F20179-3917-D38A-EB28-6A7EC8AE9CC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a:t>
            </a:r>
            <a:r>
              <a:rPr lang="en-US" dirty="0" err="1"/>
              <a:t>dev.cs.ovgu.de</a:t>
            </a:r>
            <a:r>
              <a:rPr lang="en-US" dirty="0"/>
              <a:t>/</a:t>
            </a:r>
            <a:r>
              <a:rPr lang="en-US" dirty="0" err="1"/>
              <a:t>db</a:t>
            </a:r>
            <a:r>
              <a:rPr lang="en-US" dirty="0"/>
              <a:t>/</a:t>
            </a:r>
            <a:r>
              <a:rPr lang="en-US" dirty="0" err="1"/>
              <a:t>mysql</a:t>
            </a:r>
            <a:r>
              <a:rPr lang="en-US" dirty="0"/>
              <a:t>/</a:t>
            </a:r>
            <a:r>
              <a:rPr lang="en-US" dirty="0" err="1"/>
              <a:t>index.html</a:t>
            </a:r>
            <a:endParaRPr dirty="0"/>
          </a:p>
        </p:txBody>
      </p:sp>
      <p:sp>
        <p:nvSpPr>
          <p:cNvPr id="199" name="Google Shape;199;gbf943e513f_0_42:notes">
            <a:extLst>
              <a:ext uri="{FF2B5EF4-FFF2-40B4-BE49-F238E27FC236}">
                <a16:creationId xmlns:a16="http://schemas.microsoft.com/office/drawing/2014/main" id="{40671D0A-6505-CB11-02B6-25553354AD9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23361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2E376696-1DB1-6EC4-085E-9D12015B2F5D}"/>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FF24D47E-DB25-31DD-816D-E374B2697F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82B92145-ADE6-8442-1303-9360FE95A57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a:t>
            </a:r>
            <a:r>
              <a:rPr lang="en-US" dirty="0" err="1"/>
              <a:t>dev.cs.ovgu.de</a:t>
            </a:r>
            <a:r>
              <a:rPr lang="en-US" dirty="0"/>
              <a:t>/</a:t>
            </a:r>
            <a:r>
              <a:rPr lang="en-US" dirty="0" err="1"/>
              <a:t>db</a:t>
            </a:r>
            <a:r>
              <a:rPr lang="en-US" dirty="0"/>
              <a:t>/</a:t>
            </a:r>
            <a:r>
              <a:rPr lang="en-US" dirty="0" err="1"/>
              <a:t>mysql</a:t>
            </a:r>
            <a:r>
              <a:rPr lang="en-US" dirty="0"/>
              <a:t>/</a:t>
            </a:r>
            <a:r>
              <a:rPr lang="en-US" dirty="0" err="1"/>
              <a:t>index.html</a:t>
            </a:r>
            <a:endParaRPr dirty="0"/>
          </a:p>
        </p:txBody>
      </p:sp>
      <p:sp>
        <p:nvSpPr>
          <p:cNvPr id="199" name="Google Shape;199;gbf943e513f_0_42:notes">
            <a:extLst>
              <a:ext uri="{FF2B5EF4-FFF2-40B4-BE49-F238E27FC236}">
                <a16:creationId xmlns:a16="http://schemas.microsoft.com/office/drawing/2014/main" id="{429279DC-A93A-1329-CCC3-4D5B0BA4E9B1}"/>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13689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91B0C250-8BEE-8E35-FD00-936062AF212F}"/>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82CF29DC-0DD3-0C14-A3A2-24E3019A14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8CBC1B5F-0D93-2EBD-34E7-8B661A39AAD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a:t>
            </a:r>
            <a:r>
              <a:rPr lang="en-US" dirty="0" err="1"/>
              <a:t>dev.cs.ovgu.de</a:t>
            </a:r>
            <a:r>
              <a:rPr lang="en-US" dirty="0"/>
              <a:t>/</a:t>
            </a:r>
            <a:r>
              <a:rPr lang="en-US" dirty="0" err="1"/>
              <a:t>db</a:t>
            </a:r>
            <a:r>
              <a:rPr lang="en-US" dirty="0"/>
              <a:t>/</a:t>
            </a:r>
            <a:r>
              <a:rPr lang="en-US" dirty="0" err="1"/>
              <a:t>mysql</a:t>
            </a:r>
            <a:r>
              <a:rPr lang="en-US" dirty="0"/>
              <a:t>/</a:t>
            </a:r>
            <a:r>
              <a:rPr lang="en-US" dirty="0" err="1"/>
              <a:t>index.html</a:t>
            </a:r>
            <a:endParaRPr dirty="0"/>
          </a:p>
        </p:txBody>
      </p:sp>
      <p:sp>
        <p:nvSpPr>
          <p:cNvPr id="199" name="Google Shape;199;gbf943e513f_0_42:notes">
            <a:extLst>
              <a:ext uri="{FF2B5EF4-FFF2-40B4-BE49-F238E27FC236}">
                <a16:creationId xmlns:a16="http://schemas.microsoft.com/office/drawing/2014/main" id="{91EE6712-F863-B8F7-AAFC-0B8D94A607F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747190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5F55445C-4C53-3FD7-E2F5-BC48F9271329}"/>
            </a:ext>
          </a:extLst>
        </p:cNvPr>
        <p:cNvGrpSpPr/>
        <p:nvPr/>
      </p:nvGrpSpPr>
      <p:grpSpPr>
        <a:xfrm>
          <a:off x="0" y="0"/>
          <a:ext cx="0" cy="0"/>
          <a:chOff x="0" y="0"/>
          <a:chExt cx="0" cy="0"/>
        </a:xfrm>
      </p:grpSpPr>
      <p:sp>
        <p:nvSpPr>
          <p:cNvPr id="197" name="Google Shape;197;gbf943e513f_0_42:notes">
            <a:extLst>
              <a:ext uri="{FF2B5EF4-FFF2-40B4-BE49-F238E27FC236}">
                <a16:creationId xmlns:a16="http://schemas.microsoft.com/office/drawing/2014/main" id="{DB6C7E12-A7F5-94BC-793B-75988D76E5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f943e513f_0_42:notes">
            <a:extLst>
              <a:ext uri="{FF2B5EF4-FFF2-40B4-BE49-F238E27FC236}">
                <a16:creationId xmlns:a16="http://schemas.microsoft.com/office/drawing/2014/main" id="{DD5CE241-D41F-F84E-C2B4-CD9B3EE9875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http://</a:t>
            </a:r>
            <a:r>
              <a:rPr lang="en-US" dirty="0" err="1"/>
              <a:t>dev.cs.ovgu.de</a:t>
            </a:r>
            <a:r>
              <a:rPr lang="en-US" dirty="0"/>
              <a:t>/</a:t>
            </a:r>
            <a:r>
              <a:rPr lang="en-US" dirty="0" err="1"/>
              <a:t>db</a:t>
            </a:r>
            <a:r>
              <a:rPr lang="en-US" dirty="0"/>
              <a:t>/</a:t>
            </a:r>
            <a:r>
              <a:rPr lang="en-US" dirty="0" err="1"/>
              <a:t>mysql</a:t>
            </a:r>
            <a:r>
              <a:rPr lang="en-US" dirty="0"/>
              <a:t>/</a:t>
            </a:r>
            <a:r>
              <a:rPr lang="en-US" dirty="0" err="1"/>
              <a:t>index.html</a:t>
            </a:r>
            <a:endParaRPr dirty="0"/>
          </a:p>
        </p:txBody>
      </p:sp>
      <p:sp>
        <p:nvSpPr>
          <p:cNvPr id="199" name="Google Shape;199;gbf943e513f_0_42:notes">
            <a:extLst>
              <a:ext uri="{FF2B5EF4-FFF2-40B4-BE49-F238E27FC236}">
                <a16:creationId xmlns:a16="http://schemas.microsoft.com/office/drawing/2014/main" id="{BA7DF147-8C99-2EF7-261D-0364EF4F241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388245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8A9D1A1C-6FE8-CD6A-162F-543F98DD33D9}"/>
            </a:ext>
          </a:extLst>
        </p:cNvPr>
        <p:cNvGrpSpPr/>
        <p:nvPr/>
      </p:nvGrpSpPr>
      <p:grpSpPr>
        <a:xfrm>
          <a:off x="0" y="0"/>
          <a:ext cx="0" cy="0"/>
          <a:chOff x="0" y="0"/>
          <a:chExt cx="0" cy="0"/>
        </a:xfrm>
      </p:grpSpPr>
      <p:sp>
        <p:nvSpPr>
          <p:cNvPr id="262" name="Google Shape;262;g1dbebbe6008_3_207:notes">
            <a:extLst>
              <a:ext uri="{FF2B5EF4-FFF2-40B4-BE49-F238E27FC236}">
                <a16:creationId xmlns:a16="http://schemas.microsoft.com/office/drawing/2014/main" id="{DE89FF37-0050-6D53-90C1-9BE24854B6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dbebbe6008_3_207:notes">
            <a:extLst>
              <a:ext uri="{FF2B5EF4-FFF2-40B4-BE49-F238E27FC236}">
                <a16:creationId xmlns:a16="http://schemas.microsoft.com/office/drawing/2014/main" id="{219CC18A-5F44-148F-EE01-792F3688D0F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1dbebbe6008_3_207:notes">
            <a:extLst>
              <a:ext uri="{FF2B5EF4-FFF2-40B4-BE49-F238E27FC236}">
                <a16:creationId xmlns:a16="http://schemas.microsoft.com/office/drawing/2014/main" id="{1C95347D-EF2B-D49E-B917-D089C0B57BAE}"/>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196114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77B56654-089E-6E8A-CA39-14C6EED5D797}"/>
            </a:ext>
          </a:extLst>
        </p:cNvPr>
        <p:cNvGrpSpPr/>
        <p:nvPr/>
      </p:nvGrpSpPr>
      <p:grpSpPr>
        <a:xfrm>
          <a:off x="0" y="0"/>
          <a:ext cx="0" cy="0"/>
          <a:chOff x="0" y="0"/>
          <a:chExt cx="0" cy="0"/>
        </a:xfrm>
      </p:grpSpPr>
      <p:sp>
        <p:nvSpPr>
          <p:cNvPr id="245" name="Google Shape;245;g1b7eabb8c00_1_26:notes">
            <a:extLst>
              <a:ext uri="{FF2B5EF4-FFF2-40B4-BE49-F238E27FC236}">
                <a16:creationId xmlns:a16="http://schemas.microsoft.com/office/drawing/2014/main" id="{BB2EB842-B738-90C5-88AD-BCC04E7362F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g1b7eabb8c00_1_26:notes">
            <a:extLst>
              <a:ext uri="{FF2B5EF4-FFF2-40B4-BE49-F238E27FC236}">
                <a16:creationId xmlns:a16="http://schemas.microsoft.com/office/drawing/2014/main" id="{C124D6E4-B456-E35E-B4D7-DF00BAC65F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4911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dbd764828c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dbd764828c_0_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g1dbd764828c_0_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ffae2d4d06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ffae2d4d06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g1ffae2d4d06_0_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b127212ef0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g1b127212ef0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bf943e513f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bf943e513f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bf943e513f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bf943e513f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bf943e513f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gbf943e513f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bf943e513f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bf943e513f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bf943e513f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dc5082bc3d_1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1dc5082bc3d_1_1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g1dc5082bc3d_1_1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dc5082bc3d_1_1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dc5082bc3d_1_1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g1dc5082bc3d_1_1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b7eabb8c00_1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g1b7eabb8c00_1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dc5082bc3d_1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dc5082bc3d_1_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1dc5082bc3d_1_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dbebbe6008_3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dbebbe6008_3_2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1dbebbe6008_3_2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dbebbe6008_3_2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dbebbe6008_3_2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1dbebbe6008_3_2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dbebbe6008_3_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1dbebbe6008_3_25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g1dbebbe6008_3_25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dbebbe6008_3_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1dbebbe6008_3_2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g1dbebbe6008_3_2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dc5082bc3d_1_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dc5082bc3d_1_1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1dc5082bc3d_1_1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bf943e513f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bf943e513f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gbf943e513f_0_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025a99f63d_5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025a99f63d_5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2025a99f63d_5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1ffae2d4d06_0_4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1ffae2d4d06_0_4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g1ffae2d4d06_0_49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dbd764828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dbd764828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1dbd764828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ffae2d4d06_0_4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1ffae2d4d06_0_4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g1ffae2d4d06_0_4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dbd764828c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dbd764828c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g1dbd764828c_0_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ffae2d4d06_0_4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1ffae2d4d06_0_4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g1ffae2d4d06_0_4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dbd764828c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1dbd764828c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1dbd764828c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hank you Slide" type="title">
  <p:cSld name="TITLE">
    <p:spTree>
      <p:nvGrpSpPr>
        <p:cNvPr id="1" name="Shape 16"/>
        <p:cNvGrpSpPr/>
        <p:nvPr/>
      </p:nvGrpSpPr>
      <p:grpSpPr>
        <a:xfrm>
          <a:off x="0" y="0"/>
          <a:ext cx="0" cy="0"/>
          <a:chOff x="0" y="0"/>
          <a:chExt cx="0" cy="0"/>
        </a:xfrm>
      </p:grpSpPr>
      <p:sp>
        <p:nvSpPr>
          <p:cNvPr id="17" name="Google Shape;17;p2"/>
          <p:cNvSpPr/>
          <p:nvPr/>
        </p:nvSpPr>
        <p:spPr>
          <a:xfrm>
            <a:off x="-88350" y="-76200"/>
            <a:ext cx="12406800" cy="70305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
          <p:cNvPicPr preferRelativeResize="0"/>
          <p:nvPr/>
        </p:nvPicPr>
        <p:blipFill rotWithShape="1">
          <a:blip r:embed="rId2">
            <a:alphaModFix/>
          </a:blip>
          <a:srcRect l="24744"/>
          <a:stretch/>
        </p:blipFill>
        <p:spPr>
          <a:xfrm>
            <a:off x="-67902" y="177900"/>
            <a:ext cx="5386575" cy="6194825"/>
          </a:xfrm>
          <a:prstGeom prst="rect">
            <a:avLst/>
          </a:prstGeom>
          <a:noFill/>
          <a:ln>
            <a:noFill/>
          </a:ln>
        </p:spPr>
      </p:pic>
      <p:sp>
        <p:nvSpPr>
          <p:cNvPr id="19" name="Google Shape;19;p2"/>
          <p:cNvSpPr txBox="1"/>
          <p:nvPr/>
        </p:nvSpPr>
        <p:spPr>
          <a:xfrm>
            <a:off x="5448526" y="3452550"/>
            <a:ext cx="5468700" cy="914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200"/>
              <a:buNone/>
            </a:pPr>
            <a:r>
              <a:rPr lang="en-US" sz="5900">
                <a:solidFill>
                  <a:schemeClr val="lt1"/>
                </a:solidFill>
                <a:latin typeface="Poppins Medium"/>
                <a:ea typeface="Poppins Medium"/>
                <a:cs typeface="Poppins Medium"/>
                <a:sym typeface="Poppins Medium"/>
              </a:rPr>
              <a:t>Thank You!</a:t>
            </a:r>
            <a:endParaRPr sz="5900">
              <a:solidFill>
                <a:schemeClr val="lt1"/>
              </a:solidFill>
              <a:latin typeface="Poppins Medium"/>
              <a:ea typeface="Poppins Medium"/>
              <a:cs typeface="Poppins Medium"/>
              <a:sym typeface="Poppins Medium"/>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Percona 2023  1">
  <p:cSld name="TITLE_2">
    <p:spTree>
      <p:nvGrpSpPr>
        <p:cNvPr id="1" name="Shape 20"/>
        <p:cNvGrpSpPr/>
        <p:nvPr/>
      </p:nvGrpSpPr>
      <p:grpSpPr>
        <a:xfrm>
          <a:off x="0" y="0"/>
          <a:ext cx="0" cy="0"/>
          <a:chOff x="0" y="0"/>
          <a:chExt cx="0" cy="0"/>
        </a:xfrm>
      </p:grpSpPr>
      <p:sp>
        <p:nvSpPr>
          <p:cNvPr id="21" name="Google Shape;21;p3"/>
          <p:cNvSpPr/>
          <p:nvPr/>
        </p:nvSpPr>
        <p:spPr>
          <a:xfrm>
            <a:off x="-88350" y="-76200"/>
            <a:ext cx="12406800" cy="70305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3"/>
          <p:cNvPicPr preferRelativeResize="0"/>
          <p:nvPr/>
        </p:nvPicPr>
        <p:blipFill rotWithShape="1">
          <a:blip r:embed="rId2">
            <a:alphaModFix/>
          </a:blip>
          <a:srcRect l="24744"/>
          <a:stretch/>
        </p:blipFill>
        <p:spPr>
          <a:xfrm>
            <a:off x="-67902" y="177900"/>
            <a:ext cx="5386575" cy="6194825"/>
          </a:xfrm>
          <a:prstGeom prst="rect">
            <a:avLst/>
          </a:prstGeom>
          <a:noFill/>
          <a:ln>
            <a:noFill/>
          </a:ln>
        </p:spPr>
      </p:pic>
      <p:sp>
        <p:nvSpPr>
          <p:cNvPr id="23" name="Google Shape;23;p3"/>
          <p:cNvSpPr txBox="1"/>
          <p:nvPr/>
        </p:nvSpPr>
        <p:spPr>
          <a:xfrm>
            <a:off x="5713565" y="4714662"/>
            <a:ext cx="7315200" cy="914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200"/>
              <a:buNone/>
            </a:pPr>
            <a:r>
              <a:rPr lang="en-US" sz="2200" dirty="0">
                <a:solidFill>
                  <a:schemeClr val="lt1"/>
                </a:solidFill>
                <a:latin typeface="Poppins Medium"/>
                <a:ea typeface="Poppins Medium"/>
                <a:cs typeface="Poppins Medium"/>
                <a:sym typeface="Poppins Medium"/>
              </a:rPr>
              <a:t>Databases run better with Percona</a:t>
            </a:r>
            <a:endParaRPr sz="2200" dirty="0">
              <a:solidFill>
                <a:schemeClr val="lt1"/>
              </a:solidFill>
              <a:latin typeface="Poppins Medium"/>
              <a:ea typeface="Poppins Medium"/>
              <a:cs typeface="Poppins Medium"/>
              <a:sym typeface="Poppins Medium"/>
            </a:endParaRPr>
          </a:p>
        </p:txBody>
      </p:sp>
      <p:pic>
        <p:nvPicPr>
          <p:cNvPr id="24" name="Google Shape;24;p3"/>
          <p:cNvPicPr preferRelativeResize="0"/>
          <p:nvPr/>
        </p:nvPicPr>
        <p:blipFill rotWithShape="1">
          <a:blip r:embed="rId3">
            <a:alphaModFix/>
          </a:blip>
          <a:srcRect l="17149"/>
          <a:stretch/>
        </p:blipFill>
        <p:spPr>
          <a:xfrm>
            <a:off x="5784350" y="3874650"/>
            <a:ext cx="4869228" cy="71167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Main Title Slide">
  <p:cSld name="TITLE_1">
    <p:spTree>
      <p:nvGrpSpPr>
        <p:cNvPr id="1" name="Shape 25"/>
        <p:cNvGrpSpPr/>
        <p:nvPr/>
      </p:nvGrpSpPr>
      <p:grpSpPr>
        <a:xfrm>
          <a:off x="0" y="0"/>
          <a:ext cx="0" cy="0"/>
          <a:chOff x="0" y="0"/>
          <a:chExt cx="0" cy="0"/>
        </a:xfrm>
      </p:grpSpPr>
      <p:sp>
        <p:nvSpPr>
          <p:cNvPr id="26" name="Google Shape;26;p4"/>
          <p:cNvSpPr/>
          <p:nvPr/>
        </p:nvSpPr>
        <p:spPr>
          <a:xfrm>
            <a:off x="-88350" y="-76200"/>
            <a:ext cx="12406800" cy="70305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ctrTitle"/>
          </p:nvPr>
        </p:nvSpPr>
        <p:spPr>
          <a:xfrm>
            <a:off x="5729750" y="2780300"/>
            <a:ext cx="6091200" cy="17304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5900"/>
              <a:buFont typeface="Poppins"/>
              <a:buChar char="●"/>
              <a:defRPr sz="5900">
                <a:solidFill>
                  <a:schemeClr val="lt1"/>
                </a:solidFill>
                <a:latin typeface="Poppins"/>
                <a:ea typeface="Poppins"/>
                <a:cs typeface="Poppins"/>
                <a:sym typeface="Poppi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5790240" y="4929712"/>
            <a:ext cx="7315200" cy="9144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1200"/>
              </a:spcBef>
              <a:spcAft>
                <a:spcPts val="0"/>
              </a:spcAft>
              <a:buClr>
                <a:schemeClr val="lt1"/>
              </a:buClr>
              <a:buSzPts val="2200"/>
              <a:buFont typeface="Poppins SemiBold"/>
              <a:buNone/>
              <a:defRPr sz="2200" cap="none">
                <a:solidFill>
                  <a:schemeClr val="lt1"/>
                </a:solidFill>
                <a:latin typeface="Poppins SemiBold"/>
                <a:ea typeface="Poppins SemiBold"/>
                <a:cs typeface="Poppins SemiBold"/>
                <a:sym typeface="Poppins SemiBold"/>
              </a:defRPr>
            </a:lvl1pPr>
            <a:lvl2pPr lvl="1" algn="ctr" rtl="0">
              <a:lnSpc>
                <a:spcPct val="90000"/>
              </a:lnSpc>
              <a:spcBef>
                <a:spcPts val="250"/>
              </a:spcBef>
              <a:spcAft>
                <a:spcPts val="0"/>
              </a:spcAft>
              <a:buSzPts val="2200"/>
              <a:buNone/>
              <a:defRPr sz="2200"/>
            </a:lvl2pPr>
            <a:lvl3pPr lvl="2" algn="ctr" rtl="0">
              <a:lnSpc>
                <a:spcPct val="90000"/>
              </a:lnSpc>
              <a:spcBef>
                <a:spcPts val="250"/>
              </a:spcBef>
              <a:spcAft>
                <a:spcPts val="0"/>
              </a:spcAft>
              <a:buSzPts val="2200"/>
              <a:buNone/>
              <a:defRPr sz="2200"/>
            </a:lvl3pPr>
            <a:lvl4pPr lvl="3" algn="ctr" rtl="0">
              <a:lnSpc>
                <a:spcPct val="90000"/>
              </a:lnSpc>
              <a:spcBef>
                <a:spcPts val="250"/>
              </a:spcBef>
              <a:spcAft>
                <a:spcPts val="0"/>
              </a:spcAft>
              <a:buSzPts val="2000"/>
              <a:buNone/>
              <a:defRPr sz="2000"/>
            </a:lvl4pPr>
            <a:lvl5pPr lvl="4" algn="ctr" rtl="0">
              <a:lnSpc>
                <a:spcPct val="90000"/>
              </a:lnSpc>
              <a:spcBef>
                <a:spcPts val="250"/>
              </a:spcBef>
              <a:spcAft>
                <a:spcPts val="0"/>
              </a:spcAft>
              <a:buSzPts val="2000"/>
              <a:buNone/>
              <a:defRPr sz="2000"/>
            </a:lvl5pPr>
            <a:lvl6pPr lvl="5" algn="ctr" rtl="0">
              <a:lnSpc>
                <a:spcPct val="90000"/>
              </a:lnSpc>
              <a:spcBef>
                <a:spcPts val="250"/>
              </a:spcBef>
              <a:spcAft>
                <a:spcPts val="0"/>
              </a:spcAft>
              <a:buSzPts val="2000"/>
              <a:buNone/>
              <a:defRPr sz="2000"/>
            </a:lvl6pPr>
            <a:lvl7pPr lvl="6" algn="ctr" rtl="0">
              <a:lnSpc>
                <a:spcPct val="90000"/>
              </a:lnSpc>
              <a:spcBef>
                <a:spcPts val="250"/>
              </a:spcBef>
              <a:spcAft>
                <a:spcPts val="0"/>
              </a:spcAft>
              <a:buSzPts val="2000"/>
              <a:buNone/>
              <a:defRPr sz="2000"/>
            </a:lvl7pPr>
            <a:lvl8pPr lvl="7" algn="ctr" rtl="0">
              <a:lnSpc>
                <a:spcPct val="90000"/>
              </a:lnSpc>
              <a:spcBef>
                <a:spcPts val="250"/>
              </a:spcBef>
              <a:spcAft>
                <a:spcPts val="0"/>
              </a:spcAft>
              <a:buSzPts val="2000"/>
              <a:buNone/>
              <a:defRPr sz="2000"/>
            </a:lvl8pPr>
            <a:lvl9pPr lvl="8" algn="ctr" rtl="0">
              <a:lnSpc>
                <a:spcPct val="90000"/>
              </a:lnSpc>
              <a:spcBef>
                <a:spcPts val="250"/>
              </a:spcBef>
              <a:spcAft>
                <a:spcPts val="250"/>
              </a:spcAft>
              <a:buSzPts val="2000"/>
              <a:buNone/>
              <a:defRPr sz="2000"/>
            </a:lvl9pPr>
          </a:lstStyle>
          <a:p>
            <a:endParaRPr/>
          </a:p>
        </p:txBody>
      </p:sp>
      <p:pic>
        <p:nvPicPr>
          <p:cNvPr id="29" name="Google Shape;29;p4"/>
          <p:cNvPicPr preferRelativeResize="0"/>
          <p:nvPr/>
        </p:nvPicPr>
        <p:blipFill>
          <a:blip r:embed="rId2">
            <a:alphaModFix amt="15000"/>
          </a:blip>
          <a:stretch>
            <a:fillRect/>
          </a:stretch>
        </p:blipFill>
        <p:spPr>
          <a:xfrm>
            <a:off x="-1812375" y="180425"/>
            <a:ext cx="7153714" cy="6194825"/>
          </a:xfrm>
          <a:prstGeom prst="rect">
            <a:avLst/>
          </a:prstGeom>
          <a:noFill/>
          <a:ln>
            <a:noFill/>
          </a:ln>
        </p:spPr>
      </p:pic>
      <p:pic>
        <p:nvPicPr>
          <p:cNvPr id="30" name="Google Shape;30;p4"/>
          <p:cNvPicPr preferRelativeResize="0"/>
          <p:nvPr/>
        </p:nvPicPr>
        <p:blipFill rotWithShape="1">
          <a:blip r:embed="rId3">
            <a:alphaModFix/>
          </a:blip>
          <a:srcRect l="24744"/>
          <a:stretch/>
        </p:blipFill>
        <p:spPr>
          <a:xfrm>
            <a:off x="-67902" y="177900"/>
            <a:ext cx="5386575" cy="6194825"/>
          </a:xfrm>
          <a:prstGeom prst="rect">
            <a:avLst/>
          </a:prstGeom>
          <a:noFill/>
          <a:ln>
            <a:noFill/>
          </a:ln>
        </p:spPr>
      </p:pic>
      <p:pic>
        <p:nvPicPr>
          <p:cNvPr id="31" name="Google Shape;31;p4"/>
          <p:cNvPicPr preferRelativeResize="0"/>
          <p:nvPr/>
        </p:nvPicPr>
        <p:blipFill rotWithShape="1">
          <a:blip r:embed="rId4">
            <a:alphaModFix/>
          </a:blip>
          <a:srcRect l="17149"/>
          <a:stretch/>
        </p:blipFill>
        <p:spPr>
          <a:xfrm>
            <a:off x="9951550" y="429475"/>
            <a:ext cx="2056202" cy="3005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Main Title Slide op.2">
  <p:cSld name="TITLE_1_1">
    <p:spTree>
      <p:nvGrpSpPr>
        <p:cNvPr id="1" name="Shape 32"/>
        <p:cNvGrpSpPr/>
        <p:nvPr/>
      </p:nvGrpSpPr>
      <p:grpSpPr>
        <a:xfrm>
          <a:off x="0" y="0"/>
          <a:ext cx="0" cy="0"/>
          <a:chOff x="0" y="0"/>
          <a:chExt cx="0" cy="0"/>
        </a:xfrm>
      </p:grpSpPr>
      <p:sp>
        <p:nvSpPr>
          <p:cNvPr id="33" name="Google Shape;33;p5"/>
          <p:cNvSpPr/>
          <p:nvPr/>
        </p:nvSpPr>
        <p:spPr>
          <a:xfrm>
            <a:off x="-88350" y="-76200"/>
            <a:ext cx="12406800" cy="70446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5"/>
          <p:cNvSpPr txBox="1">
            <a:spLocks noGrp="1"/>
          </p:cNvSpPr>
          <p:nvPr>
            <p:ph type="ctrTitle"/>
          </p:nvPr>
        </p:nvSpPr>
        <p:spPr>
          <a:xfrm>
            <a:off x="776925" y="171050"/>
            <a:ext cx="7023600" cy="4087500"/>
          </a:xfrm>
          <a:prstGeom prst="rect">
            <a:avLst/>
          </a:prstGeom>
          <a:noFill/>
          <a:ln>
            <a:noFill/>
          </a:ln>
        </p:spPr>
        <p:txBody>
          <a:bodyPr spcFirstLastPara="1" wrap="square" lIns="91425" tIns="45700" rIns="91425" bIns="45700" anchor="b" anchorCtr="0">
            <a:normAutofit/>
          </a:bodyPr>
          <a:lstStyle>
            <a:lvl1pPr lvl="0" rtl="0">
              <a:lnSpc>
                <a:spcPct val="90000"/>
              </a:lnSpc>
              <a:spcBef>
                <a:spcPts val="0"/>
              </a:spcBef>
              <a:spcAft>
                <a:spcPts val="0"/>
              </a:spcAft>
              <a:buClr>
                <a:schemeClr val="lt1"/>
              </a:buClr>
              <a:buSzPts val="5900"/>
              <a:buFont typeface="Poppins"/>
              <a:buChar char="●"/>
              <a:defRPr sz="5900">
                <a:solidFill>
                  <a:schemeClr val="lt1"/>
                </a:solidFill>
                <a:latin typeface="Poppins"/>
                <a:ea typeface="Poppins"/>
                <a:cs typeface="Poppins"/>
                <a:sym typeface="Poppins"/>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 name="Google Shape;35;p5"/>
          <p:cNvSpPr txBox="1">
            <a:spLocks noGrp="1"/>
          </p:cNvSpPr>
          <p:nvPr>
            <p:ph type="subTitle" idx="1"/>
          </p:nvPr>
        </p:nvSpPr>
        <p:spPr>
          <a:xfrm>
            <a:off x="944475" y="4845687"/>
            <a:ext cx="7315200" cy="914400"/>
          </a:xfrm>
          <a:prstGeom prst="rect">
            <a:avLst/>
          </a:prstGeom>
          <a:noFill/>
          <a:ln>
            <a:noFill/>
          </a:ln>
        </p:spPr>
        <p:txBody>
          <a:bodyPr spcFirstLastPara="1" wrap="square" lIns="91425" tIns="45700" rIns="91425" bIns="45700" anchor="t" anchorCtr="0">
            <a:noAutofit/>
          </a:bodyPr>
          <a:lstStyle>
            <a:lvl1pPr lvl="0" rtl="0">
              <a:lnSpc>
                <a:spcPct val="90000"/>
              </a:lnSpc>
              <a:spcBef>
                <a:spcPts val="1200"/>
              </a:spcBef>
              <a:spcAft>
                <a:spcPts val="0"/>
              </a:spcAft>
              <a:buClr>
                <a:schemeClr val="lt1"/>
              </a:buClr>
              <a:buSzPts val="2200"/>
              <a:buFont typeface="Poppins SemiBold"/>
              <a:buNone/>
              <a:defRPr sz="2200" cap="none">
                <a:solidFill>
                  <a:schemeClr val="lt1"/>
                </a:solidFill>
                <a:latin typeface="Poppins SemiBold"/>
                <a:ea typeface="Poppins SemiBold"/>
                <a:cs typeface="Poppins SemiBold"/>
                <a:sym typeface="Poppins SemiBold"/>
              </a:defRPr>
            </a:lvl1pPr>
            <a:lvl2pPr lvl="1" rtl="0">
              <a:lnSpc>
                <a:spcPct val="90000"/>
              </a:lnSpc>
              <a:spcBef>
                <a:spcPts val="250"/>
              </a:spcBef>
              <a:spcAft>
                <a:spcPts val="0"/>
              </a:spcAft>
              <a:buSzPts val="2200"/>
              <a:buNone/>
              <a:defRPr sz="2200"/>
            </a:lvl2pPr>
            <a:lvl3pPr lvl="2" rtl="0">
              <a:lnSpc>
                <a:spcPct val="90000"/>
              </a:lnSpc>
              <a:spcBef>
                <a:spcPts val="250"/>
              </a:spcBef>
              <a:spcAft>
                <a:spcPts val="0"/>
              </a:spcAft>
              <a:buSzPts val="2200"/>
              <a:buNone/>
              <a:defRPr sz="2200"/>
            </a:lvl3pPr>
            <a:lvl4pPr lvl="3" rtl="0">
              <a:lnSpc>
                <a:spcPct val="90000"/>
              </a:lnSpc>
              <a:spcBef>
                <a:spcPts val="250"/>
              </a:spcBef>
              <a:spcAft>
                <a:spcPts val="0"/>
              </a:spcAft>
              <a:buSzPts val="2000"/>
              <a:buNone/>
              <a:defRPr sz="2000"/>
            </a:lvl4pPr>
            <a:lvl5pPr lvl="4" rtl="0">
              <a:lnSpc>
                <a:spcPct val="90000"/>
              </a:lnSpc>
              <a:spcBef>
                <a:spcPts val="250"/>
              </a:spcBef>
              <a:spcAft>
                <a:spcPts val="0"/>
              </a:spcAft>
              <a:buSzPts val="2000"/>
              <a:buNone/>
              <a:defRPr sz="2000"/>
            </a:lvl5pPr>
            <a:lvl6pPr lvl="5" rtl="0">
              <a:lnSpc>
                <a:spcPct val="90000"/>
              </a:lnSpc>
              <a:spcBef>
                <a:spcPts val="250"/>
              </a:spcBef>
              <a:spcAft>
                <a:spcPts val="0"/>
              </a:spcAft>
              <a:buSzPts val="2000"/>
              <a:buNone/>
              <a:defRPr sz="2000"/>
            </a:lvl6pPr>
            <a:lvl7pPr lvl="6" rtl="0">
              <a:lnSpc>
                <a:spcPct val="90000"/>
              </a:lnSpc>
              <a:spcBef>
                <a:spcPts val="250"/>
              </a:spcBef>
              <a:spcAft>
                <a:spcPts val="0"/>
              </a:spcAft>
              <a:buSzPts val="2000"/>
              <a:buNone/>
              <a:defRPr sz="2000"/>
            </a:lvl7pPr>
            <a:lvl8pPr lvl="7" rtl="0">
              <a:lnSpc>
                <a:spcPct val="90000"/>
              </a:lnSpc>
              <a:spcBef>
                <a:spcPts val="250"/>
              </a:spcBef>
              <a:spcAft>
                <a:spcPts val="0"/>
              </a:spcAft>
              <a:buSzPts val="2000"/>
              <a:buNone/>
              <a:defRPr sz="2000"/>
            </a:lvl8pPr>
            <a:lvl9pPr lvl="8" rtl="0">
              <a:lnSpc>
                <a:spcPct val="90000"/>
              </a:lnSpc>
              <a:spcBef>
                <a:spcPts val="250"/>
              </a:spcBef>
              <a:spcAft>
                <a:spcPts val="250"/>
              </a:spcAft>
              <a:buSzPts val="2000"/>
              <a:buNone/>
              <a:defRPr sz="2000"/>
            </a:lvl9pPr>
          </a:lstStyle>
          <a:p>
            <a:endParaRPr/>
          </a:p>
        </p:txBody>
      </p:sp>
      <p:sp>
        <p:nvSpPr>
          <p:cNvPr id="36" name="Google Shape;36;p5"/>
          <p:cNvSpPr txBox="1"/>
          <p:nvPr/>
        </p:nvSpPr>
        <p:spPr>
          <a:xfrm>
            <a:off x="9272250" y="6384725"/>
            <a:ext cx="2625300" cy="265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800" dirty="0">
                <a:solidFill>
                  <a:schemeClr val="lt1"/>
                </a:solidFill>
                <a:latin typeface="Poppins"/>
                <a:ea typeface="Poppins"/>
                <a:cs typeface="Poppins"/>
                <a:sym typeface="Poppins"/>
              </a:rPr>
              <a:t>©2025 Percona</a:t>
            </a:r>
            <a:endParaRPr sz="800" dirty="0">
              <a:solidFill>
                <a:schemeClr val="lt1"/>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losing">
  <p:cSld name="Closing">
    <p:spTree>
      <p:nvGrpSpPr>
        <p:cNvPr id="1" name="Shape 37"/>
        <p:cNvGrpSpPr/>
        <p:nvPr/>
      </p:nvGrpSpPr>
      <p:grpSpPr>
        <a:xfrm>
          <a:off x="0" y="0"/>
          <a:ext cx="0" cy="0"/>
          <a:chOff x="0" y="0"/>
          <a:chExt cx="0" cy="0"/>
        </a:xfrm>
      </p:grpSpPr>
      <p:sp>
        <p:nvSpPr>
          <p:cNvPr id="38" name="Google Shape;38;p6"/>
          <p:cNvSpPr/>
          <p:nvPr/>
        </p:nvSpPr>
        <p:spPr>
          <a:xfrm>
            <a:off x="0" y="0"/>
            <a:ext cx="12192000" cy="68580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6"/>
          <p:cNvSpPr txBox="1">
            <a:spLocks noGrp="1"/>
          </p:cNvSpPr>
          <p:nvPr>
            <p:ph type="subTitle" idx="1"/>
          </p:nvPr>
        </p:nvSpPr>
        <p:spPr>
          <a:xfrm>
            <a:off x="1251275" y="3874950"/>
            <a:ext cx="9932700" cy="15144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1200"/>
              </a:spcBef>
              <a:spcAft>
                <a:spcPts val="0"/>
              </a:spcAft>
              <a:buSzPts val="4200"/>
              <a:buNone/>
              <a:defRPr sz="4200" cap="none">
                <a:solidFill>
                  <a:schemeClr val="lt1"/>
                </a:solidFill>
              </a:defRPr>
            </a:lvl1pPr>
            <a:lvl2pPr lvl="1" algn="ctr" rtl="0">
              <a:lnSpc>
                <a:spcPct val="90000"/>
              </a:lnSpc>
              <a:spcBef>
                <a:spcPts val="250"/>
              </a:spcBef>
              <a:spcAft>
                <a:spcPts val="0"/>
              </a:spcAft>
              <a:buSzPts val="2200"/>
              <a:buNone/>
              <a:defRPr sz="2200"/>
            </a:lvl2pPr>
            <a:lvl3pPr lvl="2" algn="ctr" rtl="0">
              <a:lnSpc>
                <a:spcPct val="90000"/>
              </a:lnSpc>
              <a:spcBef>
                <a:spcPts val="250"/>
              </a:spcBef>
              <a:spcAft>
                <a:spcPts val="0"/>
              </a:spcAft>
              <a:buSzPts val="2200"/>
              <a:buNone/>
              <a:defRPr sz="2200"/>
            </a:lvl3pPr>
            <a:lvl4pPr lvl="3" algn="ctr" rtl="0">
              <a:lnSpc>
                <a:spcPct val="90000"/>
              </a:lnSpc>
              <a:spcBef>
                <a:spcPts val="250"/>
              </a:spcBef>
              <a:spcAft>
                <a:spcPts val="0"/>
              </a:spcAft>
              <a:buSzPts val="2000"/>
              <a:buNone/>
              <a:defRPr sz="2000"/>
            </a:lvl4pPr>
            <a:lvl5pPr lvl="4" algn="ctr" rtl="0">
              <a:lnSpc>
                <a:spcPct val="90000"/>
              </a:lnSpc>
              <a:spcBef>
                <a:spcPts val="250"/>
              </a:spcBef>
              <a:spcAft>
                <a:spcPts val="0"/>
              </a:spcAft>
              <a:buSzPts val="2000"/>
              <a:buNone/>
              <a:defRPr sz="2000"/>
            </a:lvl5pPr>
            <a:lvl6pPr lvl="5" algn="ctr" rtl="0">
              <a:lnSpc>
                <a:spcPct val="90000"/>
              </a:lnSpc>
              <a:spcBef>
                <a:spcPts val="250"/>
              </a:spcBef>
              <a:spcAft>
                <a:spcPts val="0"/>
              </a:spcAft>
              <a:buSzPts val="2000"/>
              <a:buNone/>
              <a:defRPr sz="2000"/>
            </a:lvl6pPr>
            <a:lvl7pPr lvl="6" algn="ctr" rtl="0">
              <a:lnSpc>
                <a:spcPct val="90000"/>
              </a:lnSpc>
              <a:spcBef>
                <a:spcPts val="250"/>
              </a:spcBef>
              <a:spcAft>
                <a:spcPts val="0"/>
              </a:spcAft>
              <a:buSzPts val="2000"/>
              <a:buNone/>
              <a:defRPr sz="2000"/>
            </a:lvl7pPr>
            <a:lvl8pPr lvl="7" algn="ctr" rtl="0">
              <a:lnSpc>
                <a:spcPct val="90000"/>
              </a:lnSpc>
              <a:spcBef>
                <a:spcPts val="250"/>
              </a:spcBef>
              <a:spcAft>
                <a:spcPts val="0"/>
              </a:spcAft>
              <a:buSzPts val="2000"/>
              <a:buNone/>
              <a:defRPr sz="2000"/>
            </a:lvl8pPr>
            <a:lvl9pPr lvl="8" algn="ctr" rtl="0">
              <a:lnSpc>
                <a:spcPct val="90000"/>
              </a:lnSpc>
              <a:spcBef>
                <a:spcPts val="250"/>
              </a:spcBef>
              <a:spcAft>
                <a:spcPts val="250"/>
              </a:spcAft>
              <a:buSzPts val="2000"/>
              <a:buNone/>
              <a:defRPr sz="2000"/>
            </a:lvl9pPr>
          </a:lstStyle>
          <a:p>
            <a:endParaRPr/>
          </a:p>
        </p:txBody>
      </p:sp>
      <p:sp>
        <p:nvSpPr>
          <p:cNvPr id="40" name="Google Shape;40;p6"/>
          <p:cNvSpPr txBox="1">
            <a:spLocks noGrp="1"/>
          </p:cNvSpPr>
          <p:nvPr>
            <p:ph type="subTitle" idx="2"/>
          </p:nvPr>
        </p:nvSpPr>
        <p:spPr>
          <a:xfrm>
            <a:off x="1169775" y="4901312"/>
            <a:ext cx="9932700" cy="15144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1200"/>
              </a:spcBef>
              <a:spcAft>
                <a:spcPts val="0"/>
              </a:spcAft>
              <a:buClr>
                <a:schemeClr val="accent3"/>
              </a:buClr>
              <a:buSzPts val="3000"/>
              <a:buNone/>
              <a:defRPr sz="3000" cap="none">
                <a:solidFill>
                  <a:schemeClr val="accent3"/>
                </a:solidFill>
              </a:defRPr>
            </a:lvl1pPr>
            <a:lvl2pPr lvl="1" algn="ctr" rtl="0">
              <a:lnSpc>
                <a:spcPct val="90000"/>
              </a:lnSpc>
              <a:spcBef>
                <a:spcPts val="250"/>
              </a:spcBef>
              <a:spcAft>
                <a:spcPts val="0"/>
              </a:spcAft>
              <a:buSzPts val="2200"/>
              <a:buNone/>
              <a:defRPr sz="2200"/>
            </a:lvl2pPr>
            <a:lvl3pPr lvl="2" algn="ctr" rtl="0">
              <a:lnSpc>
                <a:spcPct val="90000"/>
              </a:lnSpc>
              <a:spcBef>
                <a:spcPts val="250"/>
              </a:spcBef>
              <a:spcAft>
                <a:spcPts val="0"/>
              </a:spcAft>
              <a:buSzPts val="2200"/>
              <a:buNone/>
              <a:defRPr sz="2200"/>
            </a:lvl3pPr>
            <a:lvl4pPr lvl="3" algn="ctr" rtl="0">
              <a:lnSpc>
                <a:spcPct val="90000"/>
              </a:lnSpc>
              <a:spcBef>
                <a:spcPts val="250"/>
              </a:spcBef>
              <a:spcAft>
                <a:spcPts val="0"/>
              </a:spcAft>
              <a:buSzPts val="2000"/>
              <a:buNone/>
              <a:defRPr sz="2000"/>
            </a:lvl4pPr>
            <a:lvl5pPr lvl="4" algn="ctr" rtl="0">
              <a:lnSpc>
                <a:spcPct val="90000"/>
              </a:lnSpc>
              <a:spcBef>
                <a:spcPts val="250"/>
              </a:spcBef>
              <a:spcAft>
                <a:spcPts val="0"/>
              </a:spcAft>
              <a:buSzPts val="2000"/>
              <a:buNone/>
              <a:defRPr sz="2000"/>
            </a:lvl5pPr>
            <a:lvl6pPr lvl="5" algn="ctr" rtl="0">
              <a:lnSpc>
                <a:spcPct val="90000"/>
              </a:lnSpc>
              <a:spcBef>
                <a:spcPts val="250"/>
              </a:spcBef>
              <a:spcAft>
                <a:spcPts val="0"/>
              </a:spcAft>
              <a:buSzPts val="2000"/>
              <a:buNone/>
              <a:defRPr sz="2000"/>
            </a:lvl6pPr>
            <a:lvl7pPr lvl="6" algn="ctr" rtl="0">
              <a:lnSpc>
                <a:spcPct val="90000"/>
              </a:lnSpc>
              <a:spcBef>
                <a:spcPts val="250"/>
              </a:spcBef>
              <a:spcAft>
                <a:spcPts val="0"/>
              </a:spcAft>
              <a:buSzPts val="2000"/>
              <a:buNone/>
              <a:defRPr sz="2000"/>
            </a:lvl7pPr>
            <a:lvl8pPr lvl="7" algn="ctr" rtl="0">
              <a:lnSpc>
                <a:spcPct val="90000"/>
              </a:lnSpc>
              <a:spcBef>
                <a:spcPts val="250"/>
              </a:spcBef>
              <a:spcAft>
                <a:spcPts val="0"/>
              </a:spcAft>
              <a:buSzPts val="2000"/>
              <a:buNone/>
              <a:defRPr sz="2000"/>
            </a:lvl8pPr>
            <a:lvl9pPr lvl="8" algn="ctr" rtl="0">
              <a:lnSpc>
                <a:spcPct val="90000"/>
              </a:lnSpc>
              <a:spcBef>
                <a:spcPts val="250"/>
              </a:spcBef>
              <a:spcAft>
                <a:spcPts val="250"/>
              </a:spcAft>
              <a:buSzPts val="2000"/>
              <a:buNone/>
              <a:defRPr sz="2000"/>
            </a:lvl9pPr>
          </a:lstStyle>
          <a:p>
            <a:endParaRPr/>
          </a:p>
        </p:txBody>
      </p:sp>
      <p:sp>
        <p:nvSpPr>
          <p:cNvPr id="41" name="Google Shape;41;p6"/>
          <p:cNvSpPr txBox="1"/>
          <p:nvPr/>
        </p:nvSpPr>
        <p:spPr>
          <a:xfrm>
            <a:off x="4783350" y="6568100"/>
            <a:ext cx="2625300" cy="26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dirty="0">
                <a:solidFill>
                  <a:schemeClr val="lt1"/>
                </a:solidFill>
                <a:latin typeface="Poppins"/>
                <a:ea typeface="Poppins"/>
                <a:cs typeface="Poppins"/>
                <a:sym typeface="Poppins"/>
              </a:rPr>
              <a:t>©2025 Percona </a:t>
            </a:r>
            <a:endParaRPr sz="800" dirty="0">
              <a:solidFill>
                <a:schemeClr val="lt1"/>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losing op.2">
  <p:cSld name="Closing_1">
    <p:spTree>
      <p:nvGrpSpPr>
        <p:cNvPr id="1" name="Shape 42"/>
        <p:cNvGrpSpPr/>
        <p:nvPr/>
      </p:nvGrpSpPr>
      <p:grpSpPr>
        <a:xfrm>
          <a:off x="0" y="0"/>
          <a:ext cx="0" cy="0"/>
          <a:chOff x="0" y="0"/>
          <a:chExt cx="0" cy="0"/>
        </a:xfrm>
      </p:grpSpPr>
      <p:sp>
        <p:nvSpPr>
          <p:cNvPr id="43" name="Google Shape;43;p7"/>
          <p:cNvSpPr/>
          <p:nvPr/>
        </p:nvSpPr>
        <p:spPr>
          <a:xfrm>
            <a:off x="0" y="0"/>
            <a:ext cx="12192000" cy="60960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txBox="1">
            <a:spLocks noGrp="1"/>
          </p:cNvSpPr>
          <p:nvPr>
            <p:ph type="subTitle" idx="1"/>
          </p:nvPr>
        </p:nvSpPr>
        <p:spPr>
          <a:xfrm>
            <a:off x="1129650" y="1274750"/>
            <a:ext cx="9932700" cy="15144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1200"/>
              </a:spcBef>
              <a:spcAft>
                <a:spcPts val="0"/>
              </a:spcAft>
              <a:buSzPts val="4200"/>
              <a:buNone/>
              <a:defRPr sz="4200" cap="none">
                <a:solidFill>
                  <a:schemeClr val="lt1"/>
                </a:solidFill>
              </a:defRPr>
            </a:lvl1pPr>
            <a:lvl2pPr lvl="1" algn="ctr" rtl="0">
              <a:lnSpc>
                <a:spcPct val="90000"/>
              </a:lnSpc>
              <a:spcBef>
                <a:spcPts val="250"/>
              </a:spcBef>
              <a:spcAft>
                <a:spcPts val="0"/>
              </a:spcAft>
              <a:buSzPts val="2200"/>
              <a:buNone/>
              <a:defRPr sz="2200"/>
            </a:lvl2pPr>
            <a:lvl3pPr lvl="2" algn="ctr" rtl="0">
              <a:lnSpc>
                <a:spcPct val="90000"/>
              </a:lnSpc>
              <a:spcBef>
                <a:spcPts val="250"/>
              </a:spcBef>
              <a:spcAft>
                <a:spcPts val="0"/>
              </a:spcAft>
              <a:buSzPts val="2200"/>
              <a:buNone/>
              <a:defRPr sz="2200"/>
            </a:lvl3pPr>
            <a:lvl4pPr lvl="3" algn="ctr" rtl="0">
              <a:lnSpc>
                <a:spcPct val="90000"/>
              </a:lnSpc>
              <a:spcBef>
                <a:spcPts val="250"/>
              </a:spcBef>
              <a:spcAft>
                <a:spcPts val="0"/>
              </a:spcAft>
              <a:buSzPts val="2000"/>
              <a:buNone/>
              <a:defRPr sz="2000"/>
            </a:lvl4pPr>
            <a:lvl5pPr lvl="4" algn="ctr" rtl="0">
              <a:lnSpc>
                <a:spcPct val="90000"/>
              </a:lnSpc>
              <a:spcBef>
                <a:spcPts val="250"/>
              </a:spcBef>
              <a:spcAft>
                <a:spcPts val="0"/>
              </a:spcAft>
              <a:buSzPts val="2000"/>
              <a:buNone/>
              <a:defRPr sz="2000"/>
            </a:lvl5pPr>
            <a:lvl6pPr lvl="5" algn="ctr" rtl="0">
              <a:lnSpc>
                <a:spcPct val="90000"/>
              </a:lnSpc>
              <a:spcBef>
                <a:spcPts val="250"/>
              </a:spcBef>
              <a:spcAft>
                <a:spcPts val="0"/>
              </a:spcAft>
              <a:buSzPts val="2000"/>
              <a:buNone/>
              <a:defRPr sz="2000"/>
            </a:lvl6pPr>
            <a:lvl7pPr lvl="6" algn="ctr" rtl="0">
              <a:lnSpc>
                <a:spcPct val="90000"/>
              </a:lnSpc>
              <a:spcBef>
                <a:spcPts val="250"/>
              </a:spcBef>
              <a:spcAft>
                <a:spcPts val="0"/>
              </a:spcAft>
              <a:buSzPts val="2000"/>
              <a:buNone/>
              <a:defRPr sz="2000"/>
            </a:lvl7pPr>
            <a:lvl8pPr lvl="7" algn="ctr" rtl="0">
              <a:lnSpc>
                <a:spcPct val="90000"/>
              </a:lnSpc>
              <a:spcBef>
                <a:spcPts val="250"/>
              </a:spcBef>
              <a:spcAft>
                <a:spcPts val="0"/>
              </a:spcAft>
              <a:buSzPts val="2000"/>
              <a:buNone/>
              <a:defRPr sz="2000"/>
            </a:lvl8pPr>
            <a:lvl9pPr lvl="8" algn="ctr" rtl="0">
              <a:lnSpc>
                <a:spcPct val="90000"/>
              </a:lnSpc>
              <a:spcBef>
                <a:spcPts val="250"/>
              </a:spcBef>
              <a:spcAft>
                <a:spcPts val="250"/>
              </a:spcAft>
              <a:buSzPts val="2000"/>
              <a:buNone/>
              <a:defRPr sz="2000"/>
            </a:lvl9pPr>
          </a:lstStyle>
          <a:p>
            <a:endParaRPr/>
          </a:p>
        </p:txBody>
      </p:sp>
      <p:sp>
        <p:nvSpPr>
          <p:cNvPr id="45" name="Google Shape;45;p7"/>
          <p:cNvSpPr txBox="1">
            <a:spLocks noGrp="1"/>
          </p:cNvSpPr>
          <p:nvPr>
            <p:ph type="title"/>
          </p:nvPr>
        </p:nvSpPr>
        <p:spPr>
          <a:xfrm>
            <a:off x="2782950" y="5477525"/>
            <a:ext cx="6626100" cy="467100"/>
          </a:xfrm>
          <a:prstGeom prst="rect">
            <a:avLst/>
          </a:prstGeom>
        </p:spPr>
        <p:txBody>
          <a:bodyPr spcFirstLastPara="1" wrap="square" lIns="91425" tIns="45700" rIns="91425" bIns="45700" anchor="t" anchorCtr="0">
            <a:noAutofit/>
          </a:bodyPr>
          <a:lstStyle>
            <a:lvl1pPr lvl="0" algn="ctr" rtl="0">
              <a:spcBef>
                <a:spcPts val="0"/>
              </a:spcBef>
              <a:spcAft>
                <a:spcPts val="0"/>
              </a:spcAft>
              <a:buSzPts val="2000"/>
              <a:buNone/>
              <a:defRPr sz="2000">
                <a:latin typeface="Poppins"/>
                <a:ea typeface="Poppins"/>
                <a:cs typeface="Poppins"/>
                <a:sym typeface="Poppins"/>
              </a:defRPr>
            </a:lvl1pPr>
            <a:lvl2pPr lvl="1" algn="ctr" rtl="0">
              <a:spcBef>
                <a:spcPts val="0"/>
              </a:spcBef>
              <a:spcAft>
                <a:spcPts val="0"/>
              </a:spcAft>
              <a:buSzPts val="2000"/>
              <a:buNone/>
              <a:defRPr sz="2000">
                <a:latin typeface="Poppins"/>
                <a:ea typeface="Poppins"/>
                <a:cs typeface="Poppins"/>
                <a:sym typeface="Poppins"/>
              </a:defRPr>
            </a:lvl2pPr>
            <a:lvl3pPr lvl="2" algn="ctr" rtl="0">
              <a:spcBef>
                <a:spcPts val="0"/>
              </a:spcBef>
              <a:spcAft>
                <a:spcPts val="0"/>
              </a:spcAft>
              <a:buSzPts val="2000"/>
              <a:buNone/>
              <a:defRPr sz="2000">
                <a:latin typeface="Poppins"/>
                <a:ea typeface="Poppins"/>
                <a:cs typeface="Poppins"/>
                <a:sym typeface="Poppins"/>
              </a:defRPr>
            </a:lvl3pPr>
            <a:lvl4pPr lvl="3" algn="ctr" rtl="0">
              <a:spcBef>
                <a:spcPts val="0"/>
              </a:spcBef>
              <a:spcAft>
                <a:spcPts val="0"/>
              </a:spcAft>
              <a:buSzPts val="2000"/>
              <a:buNone/>
              <a:defRPr sz="2000">
                <a:latin typeface="Poppins"/>
                <a:ea typeface="Poppins"/>
                <a:cs typeface="Poppins"/>
                <a:sym typeface="Poppins"/>
              </a:defRPr>
            </a:lvl4pPr>
            <a:lvl5pPr lvl="4" algn="ctr" rtl="0">
              <a:spcBef>
                <a:spcPts val="0"/>
              </a:spcBef>
              <a:spcAft>
                <a:spcPts val="0"/>
              </a:spcAft>
              <a:buSzPts val="2000"/>
              <a:buNone/>
              <a:defRPr sz="2000">
                <a:latin typeface="Poppins"/>
                <a:ea typeface="Poppins"/>
                <a:cs typeface="Poppins"/>
                <a:sym typeface="Poppins"/>
              </a:defRPr>
            </a:lvl5pPr>
            <a:lvl6pPr lvl="5" algn="ctr" rtl="0">
              <a:spcBef>
                <a:spcPts val="0"/>
              </a:spcBef>
              <a:spcAft>
                <a:spcPts val="0"/>
              </a:spcAft>
              <a:buSzPts val="2000"/>
              <a:buNone/>
              <a:defRPr sz="2000">
                <a:latin typeface="Poppins"/>
                <a:ea typeface="Poppins"/>
                <a:cs typeface="Poppins"/>
                <a:sym typeface="Poppins"/>
              </a:defRPr>
            </a:lvl6pPr>
            <a:lvl7pPr lvl="6" algn="ctr" rtl="0">
              <a:spcBef>
                <a:spcPts val="0"/>
              </a:spcBef>
              <a:spcAft>
                <a:spcPts val="0"/>
              </a:spcAft>
              <a:buSzPts val="2000"/>
              <a:buNone/>
              <a:defRPr sz="2000">
                <a:latin typeface="Poppins"/>
                <a:ea typeface="Poppins"/>
                <a:cs typeface="Poppins"/>
                <a:sym typeface="Poppins"/>
              </a:defRPr>
            </a:lvl7pPr>
            <a:lvl8pPr lvl="7" algn="ctr" rtl="0">
              <a:spcBef>
                <a:spcPts val="0"/>
              </a:spcBef>
              <a:spcAft>
                <a:spcPts val="0"/>
              </a:spcAft>
              <a:buSzPts val="2000"/>
              <a:buNone/>
              <a:defRPr sz="2000">
                <a:latin typeface="Poppins"/>
                <a:ea typeface="Poppins"/>
                <a:cs typeface="Poppins"/>
                <a:sym typeface="Poppins"/>
              </a:defRPr>
            </a:lvl8pPr>
            <a:lvl9pPr lvl="8" algn="ctr" rtl="0">
              <a:spcBef>
                <a:spcPts val="0"/>
              </a:spcBef>
              <a:spcAft>
                <a:spcPts val="0"/>
              </a:spcAft>
              <a:buSzPts val="2000"/>
              <a:buNone/>
              <a:defRPr sz="2000">
                <a:latin typeface="Poppins"/>
                <a:ea typeface="Poppins"/>
                <a:cs typeface="Poppins"/>
                <a:sym typeface="Poppins"/>
              </a:defRPr>
            </a:lvl9pPr>
          </a:lstStyle>
          <a:p>
            <a:endParaRPr/>
          </a:p>
        </p:txBody>
      </p:sp>
      <p:sp>
        <p:nvSpPr>
          <p:cNvPr id="46" name="Google Shape;46;p7"/>
          <p:cNvSpPr txBox="1"/>
          <p:nvPr/>
        </p:nvSpPr>
        <p:spPr>
          <a:xfrm>
            <a:off x="762000" y="6542675"/>
            <a:ext cx="4456500" cy="26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800" dirty="0">
                <a:solidFill>
                  <a:srgbClr val="595959"/>
                </a:solidFill>
                <a:latin typeface="Poppins"/>
                <a:ea typeface="Poppins"/>
                <a:cs typeface="Poppins"/>
                <a:sym typeface="Poppins"/>
              </a:rPr>
              <a:t>©2025 Percona</a:t>
            </a:r>
            <a:endParaRPr sz="800" dirty="0">
              <a:solidFill>
                <a:srgbClr val="595959"/>
              </a:solidFill>
              <a:latin typeface="Poppins"/>
              <a:ea typeface="Poppins"/>
              <a:cs typeface="Poppins"/>
              <a:sym typeface="Poppins"/>
            </a:endParaRPr>
          </a:p>
        </p:txBody>
      </p:sp>
      <p:pic>
        <p:nvPicPr>
          <p:cNvPr id="47" name="Google Shape;47;p7"/>
          <p:cNvPicPr preferRelativeResize="0"/>
          <p:nvPr/>
        </p:nvPicPr>
        <p:blipFill>
          <a:blip r:embed="rId2">
            <a:alphaModFix/>
          </a:blip>
          <a:stretch>
            <a:fillRect/>
          </a:stretch>
        </p:blipFill>
        <p:spPr>
          <a:xfrm>
            <a:off x="5239393" y="6316400"/>
            <a:ext cx="1713207" cy="3651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and Content with attribution">
  <p:cSld name="1_Title and Content with attribution">
    <p:spTree>
      <p:nvGrpSpPr>
        <p:cNvPr id="1" name="Shape 48"/>
        <p:cNvGrpSpPr/>
        <p:nvPr/>
      </p:nvGrpSpPr>
      <p:grpSpPr>
        <a:xfrm>
          <a:off x="0" y="0"/>
          <a:ext cx="0" cy="0"/>
          <a:chOff x="0" y="0"/>
          <a:chExt cx="0" cy="0"/>
        </a:xfrm>
      </p:grpSpPr>
      <p:sp>
        <p:nvSpPr>
          <p:cNvPr id="49" name="Google Shape;49;p8"/>
          <p:cNvSpPr txBox="1">
            <a:spLocks noGrp="1"/>
          </p:cNvSpPr>
          <p:nvPr>
            <p:ph type="body" idx="1"/>
          </p:nvPr>
        </p:nvSpPr>
        <p:spPr>
          <a:xfrm>
            <a:off x="1417202" y="2200750"/>
            <a:ext cx="4559700" cy="3524400"/>
          </a:xfrm>
          <a:prstGeom prst="rect">
            <a:avLst/>
          </a:prstGeom>
          <a:noFill/>
          <a:ln>
            <a:noFill/>
          </a:ln>
        </p:spPr>
        <p:txBody>
          <a:bodyPr spcFirstLastPara="1" wrap="square" lIns="0" tIns="91425" rIns="0" bIns="0" anchor="t" anchorCtr="0">
            <a:noAutofit/>
          </a:bodyPr>
          <a:lstStyle>
            <a:lvl1pPr marL="457200" lvl="0" indent="-228600" rtl="0">
              <a:lnSpc>
                <a:spcPct val="90000"/>
              </a:lnSpc>
              <a:spcBef>
                <a:spcPts val="1200"/>
              </a:spcBef>
              <a:spcAft>
                <a:spcPts val="0"/>
              </a:spcAft>
              <a:buClr>
                <a:schemeClr val="dk2"/>
              </a:buClr>
              <a:buSzPts val="2000"/>
              <a:buFont typeface="Poppins"/>
              <a:buNone/>
              <a:defRPr sz="2000" u="none">
                <a:solidFill>
                  <a:schemeClr val="dk2"/>
                </a:solidFill>
                <a:latin typeface="Poppins"/>
                <a:ea typeface="Poppins"/>
                <a:cs typeface="Poppins"/>
                <a:sym typeface="Poppins"/>
              </a:defRPr>
            </a:lvl1pPr>
            <a:lvl2pPr marL="914400" lvl="1" indent="-228600" algn="l" rtl="0">
              <a:lnSpc>
                <a:spcPct val="90000"/>
              </a:lnSpc>
              <a:spcBef>
                <a:spcPts val="250"/>
              </a:spcBef>
              <a:spcAft>
                <a:spcPts val="0"/>
              </a:spcAft>
              <a:buClr>
                <a:schemeClr val="dk2"/>
              </a:buClr>
              <a:buSzPts val="1800"/>
              <a:buNone/>
              <a:defRPr sz="1800">
                <a:solidFill>
                  <a:schemeClr val="dk2"/>
                </a:solidFill>
              </a:defRPr>
            </a:lvl2pPr>
            <a:lvl3pPr marL="1371600" lvl="2" indent="-330200" algn="l" rtl="0">
              <a:lnSpc>
                <a:spcPct val="90000"/>
              </a:lnSpc>
              <a:spcBef>
                <a:spcPts val="250"/>
              </a:spcBef>
              <a:spcAft>
                <a:spcPts val="0"/>
              </a:spcAft>
              <a:buSzPts val="1600"/>
              <a:buChar char="■"/>
              <a:defRPr sz="1600">
                <a:solidFill>
                  <a:schemeClr val="dk2"/>
                </a:solidFill>
              </a:defRPr>
            </a:lvl3pPr>
            <a:lvl4pPr marL="1828800" lvl="3" indent="-304800" algn="l" rtl="0">
              <a:lnSpc>
                <a:spcPct val="90000"/>
              </a:lnSpc>
              <a:spcBef>
                <a:spcPts val="250"/>
              </a:spcBef>
              <a:spcAft>
                <a:spcPts val="0"/>
              </a:spcAft>
              <a:buSzPts val="1200"/>
              <a:buChar char="●"/>
              <a:defRPr sz="1200">
                <a:solidFill>
                  <a:schemeClr val="dk2"/>
                </a:solidFill>
              </a:defRPr>
            </a:lvl4pPr>
            <a:lvl5pPr marL="2286000" lvl="4" indent="-304800" algn="l" rtl="0">
              <a:lnSpc>
                <a:spcPct val="90000"/>
              </a:lnSpc>
              <a:spcBef>
                <a:spcPts val="250"/>
              </a:spcBef>
              <a:spcAft>
                <a:spcPts val="0"/>
              </a:spcAft>
              <a:buSzPts val="1200"/>
              <a:buChar char="○"/>
              <a:defRPr sz="1200">
                <a:solidFill>
                  <a:schemeClr val="dk2"/>
                </a:solidFill>
              </a:defRPr>
            </a:lvl5pPr>
            <a:lvl6pPr marL="2743200" lvl="5" indent="-342900" algn="l" rtl="0">
              <a:lnSpc>
                <a:spcPct val="90000"/>
              </a:lnSpc>
              <a:spcBef>
                <a:spcPts val="250"/>
              </a:spcBef>
              <a:spcAft>
                <a:spcPts val="0"/>
              </a:spcAft>
              <a:buSzPts val="1800"/>
              <a:buChar char="■"/>
              <a:defRPr>
                <a:solidFill>
                  <a:schemeClr val="dk2"/>
                </a:solidFill>
              </a:defRPr>
            </a:lvl6pPr>
            <a:lvl7pPr marL="3200400" lvl="6" indent="-342900" algn="l" rtl="0">
              <a:lnSpc>
                <a:spcPct val="90000"/>
              </a:lnSpc>
              <a:spcBef>
                <a:spcPts val="250"/>
              </a:spcBef>
              <a:spcAft>
                <a:spcPts val="0"/>
              </a:spcAft>
              <a:buSzPts val="1800"/>
              <a:buChar char="●"/>
              <a:defRPr>
                <a:solidFill>
                  <a:schemeClr val="dk2"/>
                </a:solidFill>
              </a:defRPr>
            </a:lvl7pPr>
            <a:lvl8pPr marL="3657600" lvl="7" indent="-342900" algn="l" rtl="0">
              <a:lnSpc>
                <a:spcPct val="90000"/>
              </a:lnSpc>
              <a:spcBef>
                <a:spcPts val="250"/>
              </a:spcBef>
              <a:spcAft>
                <a:spcPts val="0"/>
              </a:spcAft>
              <a:buSzPts val="1800"/>
              <a:buChar char="○"/>
              <a:defRPr>
                <a:solidFill>
                  <a:schemeClr val="dk2"/>
                </a:solidFill>
              </a:defRPr>
            </a:lvl8pPr>
            <a:lvl9pPr marL="4114800" lvl="8" indent="-342900" algn="l" rtl="0">
              <a:lnSpc>
                <a:spcPct val="90000"/>
              </a:lnSpc>
              <a:spcBef>
                <a:spcPts val="250"/>
              </a:spcBef>
              <a:spcAft>
                <a:spcPts val="250"/>
              </a:spcAft>
              <a:buSzPts val="1800"/>
              <a:buChar char="■"/>
              <a:defRPr>
                <a:solidFill>
                  <a:schemeClr val="dk2"/>
                </a:solidFill>
              </a:defRPr>
            </a:lvl9pPr>
          </a:lstStyle>
          <a:p>
            <a:endParaRPr/>
          </a:p>
        </p:txBody>
      </p:sp>
      <p:cxnSp>
        <p:nvCxnSpPr>
          <p:cNvPr id="50" name="Google Shape;50;p8"/>
          <p:cNvCxnSpPr/>
          <p:nvPr/>
        </p:nvCxnSpPr>
        <p:spPr>
          <a:xfrm>
            <a:off x="5976911" y="2190858"/>
            <a:ext cx="0" cy="3544200"/>
          </a:xfrm>
          <a:prstGeom prst="straightConnector1">
            <a:avLst/>
          </a:prstGeom>
          <a:noFill/>
          <a:ln w="28575" cap="flat" cmpd="sng">
            <a:solidFill>
              <a:schemeClr val="accent3"/>
            </a:solidFill>
            <a:prstDash val="solid"/>
            <a:round/>
            <a:headEnd type="none" w="sm" len="sm"/>
            <a:tailEnd type="none" w="sm" len="sm"/>
          </a:ln>
        </p:spPr>
      </p:cxnSp>
      <p:sp>
        <p:nvSpPr>
          <p:cNvPr id="51" name="Google Shape;51;p8"/>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8"/>
          <p:cNvSpPr txBox="1">
            <a:spLocks noGrp="1"/>
          </p:cNvSpPr>
          <p:nvPr>
            <p:ph type="body" idx="2"/>
          </p:nvPr>
        </p:nvSpPr>
        <p:spPr>
          <a:xfrm>
            <a:off x="6175852" y="2175525"/>
            <a:ext cx="4559700" cy="3524400"/>
          </a:xfrm>
          <a:prstGeom prst="rect">
            <a:avLst/>
          </a:prstGeom>
          <a:noFill/>
          <a:ln>
            <a:noFill/>
          </a:ln>
        </p:spPr>
        <p:txBody>
          <a:bodyPr spcFirstLastPara="1" wrap="square" lIns="0" tIns="91425" rIns="0" bIns="0" anchor="t" anchorCtr="0">
            <a:noAutofit/>
          </a:bodyPr>
          <a:lstStyle>
            <a:lvl1pPr marL="457200" lvl="0" indent="-228600" rtl="0">
              <a:lnSpc>
                <a:spcPct val="90000"/>
              </a:lnSpc>
              <a:spcBef>
                <a:spcPts val="1200"/>
              </a:spcBef>
              <a:spcAft>
                <a:spcPts val="0"/>
              </a:spcAft>
              <a:buClr>
                <a:schemeClr val="dk2"/>
              </a:buClr>
              <a:buSzPts val="2000"/>
              <a:buFont typeface="Poppins"/>
              <a:buNone/>
              <a:defRPr sz="2000" u="none">
                <a:solidFill>
                  <a:schemeClr val="dk2"/>
                </a:solidFill>
                <a:latin typeface="Poppins"/>
                <a:ea typeface="Poppins"/>
                <a:cs typeface="Poppins"/>
                <a:sym typeface="Poppins"/>
              </a:defRPr>
            </a:lvl1pPr>
            <a:lvl2pPr marL="914400" lvl="1" indent="-228600" algn="l" rtl="0">
              <a:lnSpc>
                <a:spcPct val="90000"/>
              </a:lnSpc>
              <a:spcBef>
                <a:spcPts val="250"/>
              </a:spcBef>
              <a:spcAft>
                <a:spcPts val="0"/>
              </a:spcAft>
              <a:buClr>
                <a:schemeClr val="dk2"/>
              </a:buClr>
              <a:buSzPts val="1800"/>
              <a:buNone/>
              <a:defRPr sz="1800">
                <a:solidFill>
                  <a:schemeClr val="dk2"/>
                </a:solidFill>
              </a:defRPr>
            </a:lvl2pPr>
            <a:lvl3pPr marL="1371600" lvl="2" indent="-330200" algn="l" rtl="0">
              <a:lnSpc>
                <a:spcPct val="90000"/>
              </a:lnSpc>
              <a:spcBef>
                <a:spcPts val="250"/>
              </a:spcBef>
              <a:spcAft>
                <a:spcPts val="0"/>
              </a:spcAft>
              <a:buSzPts val="1600"/>
              <a:buChar char="■"/>
              <a:defRPr sz="1600">
                <a:solidFill>
                  <a:schemeClr val="dk2"/>
                </a:solidFill>
              </a:defRPr>
            </a:lvl3pPr>
            <a:lvl4pPr marL="1828800" lvl="3" indent="-304800" algn="l" rtl="0">
              <a:lnSpc>
                <a:spcPct val="90000"/>
              </a:lnSpc>
              <a:spcBef>
                <a:spcPts val="250"/>
              </a:spcBef>
              <a:spcAft>
                <a:spcPts val="0"/>
              </a:spcAft>
              <a:buSzPts val="1200"/>
              <a:buChar char="●"/>
              <a:defRPr sz="1200">
                <a:solidFill>
                  <a:schemeClr val="dk2"/>
                </a:solidFill>
              </a:defRPr>
            </a:lvl4pPr>
            <a:lvl5pPr marL="2286000" lvl="4" indent="-304800" algn="l" rtl="0">
              <a:lnSpc>
                <a:spcPct val="90000"/>
              </a:lnSpc>
              <a:spcBef>
                <a:spcPts val="250"/>
              </a:spcBef>
              <a:spcAft>
                <a:spcPts val="0"/>
              </a:spcAft>
              <a:buSzPts val="1200"/>
              <a:buChar char="○"/>
              <a:defRPr sz="1200">
                <a:solidFill>
                  <a:schemeClr val="dk2"/>
                </a:solidFill>
              </a:defRPr>
            </a:lvl5pPr>
            <a:lvl6pPr marL="2743200" lvl="5" indent="-342900" algn="l" rtl="0">
              <a:lnSpc>
                <a:spcPct val="90000"/>
              </a:lnSpc>
              <a:spcBef>
                <a:spcPts val="250"/>
              </a:spcBef>
              <a:spcAft>
                <a:spcPts val="0"/>
              </a:spcAft>
              <a:buSzPts val="1800"/>
              <a:buChar char="■"/>
              <a:defRPr>
                <a:solidFill>
                  <a:schemeClr val="dk2"/>
                </a:solidFill>
              </a:defRPr>
            </a:lvl6pPr>
            <a:lvl7pPr marL="3200400" lvl="6" indent="-342900" algn="l" rtl="0">
              <a:lnSpc>
                <a:spcPct val="90000"/>
              </a:lnSpc>
              <a:spcBef>
                <a:spcPts val="250"/>
              </a:spcBef>
              <a:spcAft>
                <a:spcPts val="0"/>
              </a:spcAft>
              <a:buSzPts val="1800"/>
              <a:buChar char="●"/>
              <a:defRPr>
                <a:solidFill>
                  <a:schemeClr val="dk2"/>
                </a:solidFill>
              </a:defRPr>
            </a:lvl7pPr>
            <a:lvl8pPr marL="3657600" lvl="7" indent="-342900" algn="l" rtl="0">
              <a:lnSpc>
                <a:spcPct val="90000"/>
              </a:lnSpc>
              <a:spcBef>
                <a:spcPts val="250"/>
              </a:spcBef>
              <a:spcAft>
                <a:spcPts val="0"/>
              </a:spcAft>
              <a:buSzPts val="1800"/>
              <a:buChar char="○"/>
              <a:defRPr>
                <a:solidFill>
                  <a:schemeClr val="dk2"/>
                </a:solidFill>
              </a:defRPr>
            </a:lvl8pPr>
            <a:lvl9pPr marL="4114800" lvl="8" indent="-342900" algn="l" rtl="0">
              <a:lnSpc>
                <a:spcPct val="90000"/>
              </a:lnSpc>
              <a:spcBef>
                <a:spcPts val="250"/>
              </a:spcBef>
              <a:spcAft>
                <a:spcPts val="250"/>
              </a:spcAft>
              <a:buSzPts val="1800"/>
              <a:buChar char="■"/>
              <a:defRPr>
                <a:solidFill>
                  <a:schemeClr val="dk2"/>
                </a:solidFill>
              </a:defRPr>
            </a:lvl9pPr>
          </a:lstStyle>
          <a:p>
            <a:endParaRPr/>
          </a:p>
        </p:txBody>
      </p:sp>
      <p:sp>
        <p:nvSpPr>
          <p:cNvPr id="53" name="Google Shape;53;p8"/>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9"/>
          <p:cNvSpPr txBox="1">
            <a:spLocks noGrp="1"/>
          </p:cNvSpPr>
          <p:nvPr>
            <p:ph type="body" idx="1"/>
          </p:nvPr>
        </p:nvSpPr>
        <p:spPr>
          <a:xfrm>
            <a:off x="2384337" y="2334836"/>
            <a:ext cx="3474600" cy="40233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2000"/>
              <a:buFont typeface="Poppins"/>
              <a:buNone/>
              <a:defRPr sz="2000">
                <a:latin typeface="Poppins"/>
                <a:ea typeface="Poppins"/>
                <a:cs typeface="Poppins"/>
                <a:sym typeface="Poppins"/>
              </a:defRPr>
            </a:lvl1pPr>
            <a:lvl2pPr marL="914400" lvl="1" indent="-228600" algn="l" rtl="0">
              <a:lnSpc>
                <a:spcPct val="90000"/>
              </a:lnSpc>
              <a:spcBef>
                <a:spcPts val="250"/>
              </a:spcBef>
              <a:spcAft>
                <a:spcPts val="0"/>
              </a:spcAft>
              <a:buSzPts val="1800"/>
              <a:buNone/>
              <a:defRPr sz="1800"/>
            </a:lvl2pPr>
            <a:lvl3pPr marL="1371600" lvl="2" indent="-330200" algn="l" rtl="0">
              <a:lnSpc>
                <a:spcPct val="90000"/>
              </a:lnSpc>
              <a:spcBef>
                <a:spcPts val="250"/>
              </a:spcBef>
              <a:spcAft>
                <a:spcPts val="0"/>
              </a:spcAft>
              <a:buSzPts val="1600"/>
              <a:buChar char="■"/>
              <a:defRPr sz="1600"/>
            </a:lvl3pPr>
            <a:lvl4pPr marL="1828800" lvl="3" indent="-317500" algn="l" rtl="0">
              <a:lnSpc>
                <a:spcPct val="90000"/>
              </a:lnSpc>
              <a:spcBef>
                <a:spcPts val="250"/>
              </a:spcBef>
              <a:spcAft>
                <a:spcPts val="0"/>
              </a:spcAft>
              <a:buSzPts val="1400"/>
              <a:buChar char="●"/>
              <a:defRPr sz="1400"/>
            </a:lvl4pPr>
            <a:lvl5pPr marL="2286000" lvl="4" indent="-317500" algn="l" rtl="0">
              <a:lnSpc>
                <a:spcPct val="90000"/>
              </a:lnSpc>
              <a:spcBef>
                <a:spcPts val="250"/>
              </a:spcBef>
              <a:spcAft>
                <a:spcPts val="0"/>
              </a:spcAft>
              <a:buSzPts val="1400"/>
              <a:buChar char="○"/>
              <a:defRPr sz="1400"/>
            </a:lvl5pPr>
            <a:lvl6pPr marL="2743200" lvl="5" indent="-317500" algn="l" rtl="0">
              <a:lnSpc>
                <a:spcPct val="90000"/>
              </a:lnSpc>
              <a:spcBef>
                <a:spcPts val="250"/>
              </a:spcBef>
              <a:spcAft>
                <a:spcPts val="0"/>
              </a:spcAft>
              <a:buSzPts val="1400"/>
              <a:buChar char="■"/>
              <a:defRPr sz="1400"/>
            </a:lvl6pPr>
            <a:lvl7pPr marL="3200400" lvl="6" indent="-317500" algn="l" rtl="0">
              <a:lnSpc>
                <a:spcPct val="90000"/>
              </a:lnSpc>
              <a:spcBef>
                <a:spcPts val="250"/>
              </a:spcBef>
              <a:spcAft>
                <a:spcPts val="0"/>
              </a:spcAft>
              <a:buSzPts val="1400"/>
              <a:buChar char="●"/>
              <a:defRPr sz="1400"/>
            </a:lvl7pPr>
            <a:lvl8pPr marL="3657600" lvl="7" indent="-317500" algn="l" rtl="0">
              <a:lnSpc>
                <a:spcPct val="90000"/>
              </a:lnSpc>
              <a:spcBef>
                <a:spcPts val="250"/>
              </a:spcBef>
              <a:spcAft>
                <a:spcPts val="0"/>
              </a:spcAft>
              <a:buSzPts val="1400"/>
              <a:buChar char="○"/>
              <a:defRPr sz="1400"/>
            </a:lvl8pPr>
            <a:lvl9pPr marL="4114800" lvl="8" indent="-317500" algn="l" rtl="0">
              <a:lnSpc>
                <a:spcPct val="90000"/>
              </a:lnSpc>
              <a:spcBef>
                <a:spcPts val="250"/>
              </a:spcBef>
              <a:spcAft>
                <a:spcPts val="250"/>
              </a:spcAft>
              <a:buSzPts val="1400"/>
              <a:buChar char="■"/>
              <a:defRPr sz="1400"/>
            </a:lvl9pPr>
          </a:lstStyle>
          <a:p>
            <a:endParaRPr/>
          </a:p>
        </p:txBody>
      </p:sp>
      <p:sp>
        <p:nvSpPr>
          <p:cNvPr id="56" name="Google Shape;56;p9"/>
          <p:cNvSpPr txBox="1">
            <a:spLocks noGrp="1"/>
          </p:cNvSpPr>
          <p:nvPr>
            <p:ph type="body" idx="2"/>
          </p:nvPr>
        </p:nvSpPr>
        <p:spPr>
          <a:xfrm>
            <a:off x="6334888" y="2334836"/>
            <a:ext cx="3474600" cy="40233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2000"/>
              <a:buFont typeface="Poppins"/>
              <a:buNone/>
              <a:defRPr sz="2000">
                <a:latin typeface="Poppins"/>
                <a:ea typeface="Poppins"/>
                <a:cs typeface="Poppins"/>
                <a:sym typeface="Poppins"/>
              </a:defRPr>
            </a:lvl1pPr>
            <a:lvl2pPr marL="914400" lvl="1" indent="-228600" algn="l" rtl="0">
              <a:lnSpc>
                <a:spcPct val="90000"/>
              </a:lnSpc>
              <a:spcBef>
                <a:spcPts val="250"/>
              </a:spcBef>
              <a:spcAft>
                <a:spcPts val="0"/>
              </a:spcAft>
              <a:buSzPts val="1800"/>
              <a:buNone/>
              <a:defRPr sz="1800"/>
            </a:lvl2pPr>
            <a:lvl3pPr marL="1371600" lvl="2" indent="-330200" algn="l" rtl="0">
              <a:lnSpc>
                <a:spcPct val="90000"/>
              </a:lnSpc>
              <a:spcBef>
                <a:spcPts val="250"/>
              </a:spcBef>
              <a:spcAft>
                <a:spcPts val="0"/>
              </a:spcAft>
              <a:buSzPts val="1600"/>
              <a:buChar char="■"/>
              <a:defRPr sz="1600"/>
            </a:lvl3pPr>
            <a:lvl4pPr marL="1828800" lvl="3" indent="-317500" algn="l" rtl="0">
              <a:lnSpc>
                <a:spcPct val="90000"/>
              </a:lnSpc>
              <a:spcBef>
                <a:spcPts val="250"/>
              </a:spcBef>
              <a:spcAft>
                <a:spcPts val="0"/>
              </a:spcAft>
              <a:buSzPts val="1400"/>
              <a:buChar char="●"/>
              <a:defRPr sz="1400"/>
            </a:lvl4pPr>
            <a:lvl5pPr marL="2286000" lvl="4" indent="-317500" algn="l" rtl="0">
              <a:lnSpc>
                <a:spcPct val="90000"/>
              </a:lnSpc>
              <a:spcBef>
                <a:spcPts val="250"/>
              </a:spcBef>
              <a:spcAft>
                <a:spcPts val="0"/>
              </a:spcAft>
              <a:buSzPts val="1400"/>
              <a:buChar char="○"/>
              <a:defRPr sz="1400"/>
            </a:lvl5pPr>
            <a:lvl6pPr marL="2743200" lvl="5" indent="-317500" algn="l" rtl="0">
              <a:lnSpc>
                <a:spcPct val="90000"/>
              </a:lnSpc>
              <a:spcBef>
                <a:spcPts val="250"/>
              </a:spcBef>
              <a:spcAft>
                <a:spcPts val="0"/>
              </a:spcAft>
              <a:buSzPts val="1400"/>
              <a:buChar char="■"/>
              <a:defRPr sz="1400"/>
            </a:lvl6pPr>
            <a:lvl7pPr marL="3200400" lvl="6" indent="-317500" algn="l" rtl="0">
              <a:lnSpc>
                <a:spcPct val="90000"/>
              </a:lnSpc>
              <a:spcBef>
                <a:spcPts val="250"/>
              </a:spcBef>
              <a:spcAft>
                <a:spcPts val="0"/>
              </a:spcAft>
              <a:buSzPts val="1400"/>
              <a:buChar char="●"/>
              <a:defRPr sz="1400"/>
            </a:lvl7pPr>
            <a:lvl8pPr marL="3657600" lvl="7" indent="-317500" algn="l" rtl="0">
              <a:lnSpc>
                <a:spcPct val="90000"/>
              </a:lnSpc>
              <a:spcBef>
                <a:spcPts val="250"/>
              </a:spcBef>
              <a:spcAft>
                <a:spcPts val="0"/>
              </a:spcAft>
              <a:buSzPts val="1400"/>
              <a:buChar char="○"/>
              <a:defRPr sz="1400"/>
            </a:lvl8pPr>
            <a:lvl9pPr marL="4114800" lvl="8" indent="-317500" algn="l" rtl="0">
              <a:lnSpc>
                <a:spcPct val="90000"/>
              </a:lnSpc>
              <a:spcBef>
                <a:spcPts val="250"/>
              </a:spcBef>
              <a:spcAft>
                <a:spcPts val="250"/>
              </a:spcAft>
              <a:buSzPts val="1400"/>
              <a:buChar char="■"/>
              <a:defRPr sz="1400"/>
            </a:lvl9pPr>
          </a:lstStyle>
          <a:p>
            <a:endParaRPr/>
          </a:p>
        </p:txBody>
      </p:sp>
      <p:sp>
        <p:nvSpPr>
          <p:cNvPr id="57" name="Google Shape;57;p9"/>
          <p:cNvSpPr txBox="1">
            <a:spLocks noGrp="1"/>
          </p:cNvSpPr>
          <p:nvPr>
            <p:ph type="subTitle" idx="3"/>
          </p:nvPr>
        </p:nvSpPr>
        <p:spPr>
          <a:xfrm>
            <a:off x="1501925" y="1642875"/>
            <a:ext cx="4355100" cy="813300"/>
          </a:xfrm>
          <a:prstGeom prst="rect">
            <a:avLst/>
          </a:prstGeom>
        </p:spPr>
        <p:txBody>
          <a:bodyPr spcFirstLastPara="1" wrap="square" lIns="0" tIns="91425" rIns="0" bIns="0" anchor="b" anchorCtr="0">
            <a:noAutofit/>
          </a:bodyPr>
          <a:lstStyle>
            <a:lvl1pPr lvl="0" rtl="0">
              <a:spcBef>
                <a:spcPts val="1200"/>
              </a:spcBef>
              <a:spcAft>
                <a:spcPts val="0"/>
              </a:spcAft>
              <a:buNone/>
              <a:defRPr>
                <a:solidFill>
                  <a:schemeClr val="accent1"/>
                </a:solidFill>
                <a:latin typeface="Poppins Medium"/>
                <a:ea typeface="Poppins Medium"/>
                <a:cs typeface="Poppins Medium"/>
                <a:sym typeface="Poppins Medium"/>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0"/>
              </a:spcAft>
              <a:buNone/>
              <a:defRPr/>
            </a:lvl9pPr>
          </a:lstStyle>
          <a:p>
            <a:endParaRPr/>
          </a:p>
        </p:txBody>
      </p:sp>
      <p:sp>
        <p:nvSpPr>
          <p:cNvPr id="58" name="Google Shape;58;p9"/>
          <p:cNvSpPr txBox="1">
            <a:spLocks noGrp="1"/>
          </p:cNvSpPr>
          <p:nvPr>
            <p:ph type="subTitle" idx="4"/>
          </p:nvPr>
        </p:nvSpPr>
        <p:spPr>
          <a:xfrm>
            <a:off x="6334950" y="1642875"/>
            <a:ext cx="4153200" cy="813300"/>
          </a:xfrm>
          <a:prstGeom prst="rect">
            <a:avLst/>
          </a:prstGeom>
        </p:spPr>
        <p:txBody>
          <a:bodyPr spcFirstLastPara="1" wrap="square" lIns="0" tIns="91425" rIns="0" bIns="0" anchor="b" anchorCtr="0">
            <a:noAutofit/>
          </a:bodyPr>
          <a:lstStyle>
            <a:lvl1pPr lvl="0" rtl="0">
              <a:spcBef>
                <a:spcPts val="1200"/>
              </a:spcBef>
              <a:spcAft>
                <a:spcPts val="0"/>
              </a:spcAft>
              <a:buNone/>
              <a:defRPr>
                <a:solidFill>
                  <a:schemeClr val="accent1"/>
                </a:solidFill>
                <a:latin typeface="Poppins Medium"/>
                <a:ea typeface="Poppins Medium"/>
                <a:cs typeface="Poppins Medium"/>
                <a:sym typeface="Poppins Medium"/>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0"/>
              </a:spcAft>
              <a:buNone/>
              <a:defRPr/>
            </a:lvl9pPr>
          </a:lstStyle>
          <a:p>
            <a:endParaRPr/>
          </a:p>
        </p:txBody>
      </p:sp>
      <p:sp>
        <p:nvSpPr>
          <p:cNvPr id="59" name="Google Shape;59;p9"/>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000"/>
            </a:lvl1pPr>
            <a:lvl2pPr marL="0" lvl="1" indent="0" algn="r" rtl="0">
              <a:spcBef>
                <a:spcPts val="0"/>
              </a:spcBef>
              <a:buNone/>
              <a:defRPr sz="1000"/>
            </a:lvl2pPr>
            <a:lvl3pPr marL="0" lvl="2" indent="0" algn="r" rtl="0">
              <a:spcBef>
                <a:spcPts val="0"/>
              </a:spcBef>
              <a:buNone/>
              <a:defRPr sz="1000"/>
            </a:lvl3pPr>
            <a:lvl4pPr marL="0" lvl="3" indent="0" algn="r" rtl="0">
              <a:spcBef>
                <a:spcPts val="0"/>
              </a:spcBef>
              <a:buNone/>
              <a:defRPr sz="1000"/>
            </a:lvl4pPr>
            <a:lvl5pPr marL="0" lvl="4" indent="0" algn="r" rtl="0">
              <a:spcBef>
                <a:spcPts val="0"/>
              </a:spcBef>
              <a:buNone/>
              <a:defRPr sz="1000"/>
            </a:lvl5pPr>
            <a:lvl6pPr marL="0" lvl="5" indent="0" algn="r" rtl="0">
              <a:spcBef>
                <a:spcPts val="0"/>
              </a:spcBef>
              <a:buNone/>
              <a:defRPr sz="1000"/>
            </a:lvl6pPr>
            <a:lvl7pPr marL="0" lvl="6" indent="0" algn="r" rtl="0">
              <a:spcBef>
                <a:spcPts val="0"/>
              </a:spcBef>
              <a:buNone/>
              <a:defRPr sz="1000"/>
            </a:lvl7pPr>
            <a:lvl8pPr marL="0" lvl="7" indent="0" algn="r" rtl="0">
              <a:spcBef>
                <a:spcPts val="0"/>
              </a:spcBef>
              <a:buNone/>
              <a:defRPr sz="1000"/>
            </a:lvl8pPr>
            <a:lvl9pPr marL="0" lvl="8" indent="0" algn="r" rtl="0">
              <a:spcBef>
                <a:spcPts val="0"/>
              </a:spcBef>
              <a:buNone/>
              <a:defRPr sz="1000"/>
            </a:lvl9pPr>
          </a:lstStyle>
          <a:p>
            <a:pPr marL="0" lvl="0" indent="0" algn="r" rtl="0">
              <a:spcBef>
                <a:spcPts val="0"/>
              </a:spcBef>
              <a:spcAft>
                <a:spcPts val="0"/>
              </a:spcAft>
              <a:buNone/>
            </a:pPr>
            <a:fld id="{00000000-1234-1234-1234-123412341234}" type="slidenum">
              <a:rPr lang="en-US"/>
              <a:t>‹#›</a:t>
            </a:fld>
            <a:endParaRPr/>
          </a:p>
        </p:txBody>
      </p:sp>
      <p:sp>
        <p:nvSpPr>
          <p:cNvPr id="60" name="Google Shape;60;p9"/>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cxnSp>
        <p:nvCxnSpPr>
          <p:cNvPr id="61" name="Google Shape;61;p9"/>
          <p:cNvCxnSpPr/>
          <p:nvPr/>
        </p:nvCxnSpPr>
        <p:spPr>
          <a:xfrm>
            <a:off x="6058750" y="1779575"/>
            <a:ext cx="0" cy="4419600"/>
          </a:xfrm>
          <a:prstGeom prst="straightConnector1">
            <a:avLst/>
          </a:prstGeom>
          <a:noFill/>
          <a:ln w="28575" cap="flat" cmpd="sng">
            <a:solidFill>
              <a:schemeClr val="accent3"/>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1">
  <p:cSld name="TWO_OBJECTS_WITH_TEXT_1">
    <p:spTree>
      <p:nvGrpSpPr>
        <p:cNvPr id="1" name="Shape 62"/>
        <p:cNvGrpSpPr/>
        <p:nvPr/>
      </p:nvGrpSpPr>
      <p:grpSpPr>
        <a:xfrm>
          <a:off x="0" y="0"/>
          <a:ext cx="0" cy="0"/>
          <a:chOff x="0" y="0"/>
          <a:chExt cx="0" cy="0"/>
        </a:xfrm>
      </p:grpSpPr>
      <p:sp>
        <p:nvSpPr>
          <p:cNvPr id="63" name="Google Shape;63;p10"/>
          <p:cNvSpPr txBox="1">
            <a:spLocks noGrp="1"/>
          </p:cNvSpPr>
          <p:nvPr>
            <p:ph type="body" idx="1"/>
          </p:nvPr>
        </p:nvSpPr>
        <p:spPr>
          <a:xfrm>
            <a:off x="1578575" y="3584400"/>
            <a:ext cx="4432800" cy="27738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1800"/>
              <a:buFont typeface="Poppins"/>
              <a:buNone/>
              <a:defRPr sz="1800">
                <a:latin typeface="Poppins"/>
                <a:ea typeface="Poppins"/>
                <a:cs typeface="Poppins"/>
                <a:sym typeface="Poppins"/>
              </a:defRPr>
            </a:lvl1pPr>
            <a:lvl2pPr marL="914400" lvl="1" indent="-228600" algn="l" rtl="0">
              <a:lnSpc>
                <a:spcPct val="90000"/>
              </a:lnSpc>
              <a:spcBef>
                <a:spcPts val="250"/>
              </a:spcBef>
              <a:spcAft>
                <a:spcPts val="0"/>
              </a:spcAft>
              <a:buSzPts val="1800"/>
              <a:buNone/>
              <a:defRPr sz="1800"/>
            </a:lvl2pPr>
            <a:lvl3pPr marL="1371600" lvl="2" indent="-330200" algn="l" rtl="0">
              <a:lnSpc>
                <a:spcPct val="90000"/>
              </a:lnSpc>
              <a:spcBef>
                <a:spcPts val="250"/>
              </a:spcBef>
              <a:spcAft>
                <a:spcPts val="0"/>
              </a:spcAft>
              <a:buSzPts val="1600"/>
              <a:buChar char="■"/>
              <a:defRPr sz="1600"/>
            </a:lvl3pPr>
            <a:lvl4pPr marL="1828800" lvl="3" indent="-317500" algn="l" rtl="0">
              <a:lnSpc>
                <a:spcPct val="90000"/>
              </a:lnSpc>
              <a:spcBef>
                <a:spcPts val="250"/>
              </a:spcBef>
              <a:spcAft>
                <a:spcPts val="0"/>
              </a:spcAft>
              <a:buSzPts val="1400"/>
              <a:buChar char="●"/>
              <a:defRPr sz="1400"/>
            </a:lvl4pPr>
            <a:lvl5pPr marL="2286000" lvl="4" indent="-317500" algn="l" rtl="0">
              <a:lnSpc>
                <a:spcPct val="90000"/>
              </a:lnSpc>
              <a:spcBef>
                <a:spcPts val="250"/>
              </a:spcBef>
              <a:spcAft>
                <a:spcPts val="0"/>
              </a:spcAft>
              <a:buSzPts val="1400"/>
              <a:buChar char="○"/>
              <a:defRPr sz="1400"/>
            </a:lvl5pPr>
            <a:lvl6pPr marL="2743200" lvl="5" indent="-317500" algn="l" rtl="0">
              <a:lnSpc>
                <a:spcPct val="90000"/>
              </a:lnSpc>
              <a:spcBef>
                <a:spcPts val="250"/>
              </a:spcBef>
              <a:spcAft>
                <a:spcPts val="0"/>
              </a:spcAft>
              <a:buSzPts val="1400"/>
              <a:buChar char="■"/>
              <a:defRPr sz="1400"/>
            </a:lvl6pPr>
            <a:lvl7pPr marL="3200400" lvl="6" indent="-317500" algn="l" rtl="0">
              <a:lnSpc>
                <a:spcPct val="90000"/>
              </a:lnSpc>
              <a:spcBef>
                <a:spcPts val="250"/>
              </a:spcBef>
              <a:spcAft>
                <a:spcPts val="0"/>
              </a:spcAft>
              <a:buSzPts val="1400"/>
              <a:buChar char="●"/>
              <a:defRPr sz="1400"/>
            </a:lvl7pPr>
            <a:lvl8pPr marL="3657600" lvl="7" indent="-317500" algn="l" rtl="0">
              <a:lnSpc>
                <a:spcPct val="90000"/>
              </a:lnSpc>
              <a:spcBef>
                <a:spcPts val="250"/>
              </a:spcBef>
              <a:spcAft>
                <a:spcPts val="0"/>
              </a:spcAft>
              <a:buSzPts val="1400"/>
              <a:buChar char="○"/>
              <a:defRPr sz="1400"/>
            </a:lvl8pPr>
            <a:lvl9pPr marL="4114800" lvl="8" indent="-317500" algn="l" rtl="0">
              <a:lnSpc>
                <a:spcPct val="90000"/>
              </a:lnSpc>
              <a:spcBef>
                <a:spcPts val="250"/>
              </a:spcBef>
              <a:spcAft>
                <a:spcPts val="250"/>
              </a:spcAft>
              <a:buSzPts val="1400"/>
              <a:buChar char="■"/>
              <a:defRPr sz="1400"/>
            </a:lvl9pPr>
          </a:lstStyle>
          <a:p>
            <a:endParaRPr/>
          </a:p>
        </p:txBody>
      </p:sp>
      <p:sp>
        <p:nvSpPr>
          <p:cNvPr id="64" name="Google Shape;64;p10"/>
          <p:cNvSpPr txBox="1">
            <a:spLocks noGrp="1"/>
          </p:cNvSpPr>
          <p:nvPr>
            <p:ph type="body" idx="2"/>
          </p:nvPr>
        </p:nvSpPr>
        <p:spPr>
          <a:xfrm>
            <a:off x="6639700" y="3584400"/>
            <a:ext cx="5314500" cy="27738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1800"/>
              <a:buFont typeface="Poppins"/>
              <a:buNone/>
              <a:defRPr sz="1800">
                <a:latin typeface="Poppins"/>
                <a:ea typeface="Poppins"/>
                <a:cs typeface="Poppins"/>
                <a:sym typeface="Poppins"/>
              </a:defRPr>
            </a:lvl1pPr>
            <a:lvl2pPr marL="914400" lvl="1" indent="-228600" algn="l" rtl="0">
              <a:lnSpc>
                <a:spcPct val="90000"/>
              </a:lnSpc>
              <a:spcBef>
                <a:spcPts val="250"/>
              </a:spcBef>
              <a:spcAft>
                <a:spcPts val="0"/>
              </a:spcAft>
              <a:buSzPts val="1800"/>
              <a:buNone/>
              <a:defRPr sz="1800"/>
            </a:lvl2pPr>
            <a:lvl3pPr marL="1371600" lvl="2" indent="-330200" algn="l" rtl="0">
              <a:lnSpc>
                <a:spcPct val="90000"/>
              </a:lnSpc>
              <a:spcBef>
                <a:spcPts val="250"/>
              </a:spcBef>
              <a:spcAft>
                <a:spcPts val="0"/>
              </a:spcAft>
              <a:buSzPts val="1600"/>
              <a:buChar char="■"/>
              <a:defRPr sz="1600"/>
            </a:lvl3pPr>
            <a:lvl4pPr marL="1828800" lvl="3" indent="-317500" algn="l" rtl="0">
              <a:lnSpc>
                <a:spcPct val="90000"/>
              </a:lnSpc>
              <a:spcBef>
                <a:spcPts val="250"/>
              </a:spcBef>
              <a:spcAft>
                <a:spcPts val="0"/>
              </a:spcAft>
              <a:buSzPts val="1400"/>
              <a:buChar char="●"/>
              <a:defRPr sz="1400"/>
            </a:lvl4pPr>
            <a:lvl5pPr marL="2286000" lvl="4" indent="-317500" algn="l" rtl="0">
              <a:lnSpc>
                <a:spcPct val="90000"/>
              </a:lnSpc>
              <a:spcBef>
                <a:spcPts val="250"/>
              </a:spcBef>
              <a:spcAft>
                <a:spcPts val="0"/>
              </a:spcAft>
              <a:buSzPts val="1400"/>
              <a:buChar char="○"/>
              <a:defRPr sz="1400"/>
            </a:lvl5pPr>
            <a:lvl6pPr marL="2743200" lvl="5" indent="-317500" algn="l" rtl="0">
              <a:lnSpc>
                <a:spcPct val="90000"/>
              </a:lnSpc>
              <a:spcBef>
                <a:spcPts val="250"/>
              </a:spcBef>
              <a:spcAft>
                <a:spcPts val="0"/>
              </a:spcAft>
              <a:buSzPts val="1400"/>
              <a:buChar char="■"/>
              <a:defRPr sz="1400"/>
            </a:lvl6pPr>
            <a:lvl7pPr marL="3200400" lvl="6" indent="-317500" algn="l" rtl="0">
              <a:lnSpc>
                <a:spcPct val="90000"/>
              </a:lnSpc>
              <a:spcBef>
                <a:spcPts val="250"/>
              </a:spcBef>
              <a:spcAft>
                <a:spcPts val="0"/>
              </a:spcAft>
              <a:buSzPts val="1400"/>
              <a:buChar char="●"/>
              <a:defRPr sz="1400"/>
            </a:lvl7pPr>
            <a:lvl8pPr marL="3657600" lvl="7" indent="-317500" algn="l" rtl="0">
              <a:lnSpc>
                <a:spcPct val="90000"/>
              </a:lnSpc>
              <a:spcBef>
                <a:spcPts val="250"/>
              </a:spcBef>
              <a:spcAft>
                <a:spcPts val="0"/>
              </a:spcAft>
              <a:buSzPts val="1400"/>
              <a:buChar char="○"/>
              <a:defRPr sz="1400"/>
            </a:lvl8pPr>
            <a:lvl9pPr marL="4114800" lvl="8" indent="-317500" algn="l" rtl="0">
              <a:lnSpc>
                <a:spcPct val="90000"/>
              </a:lnSpc>
              <a:spcBef>
                <a:spcPts val="250"/>
              </a:spcBef>
              <a:spcAft>
                <a:spcPts val="250"/>
              </a:spcAft>
              <a:buSzPts val="1400"/>
              <a:buChar char="■"/>
              <a:defRPr sz="1400"/>
            </a:lvl9pPr>
          </a:lstStyle>
          <a:p>
            <a:endParaRPr/>
          </a:p>
        </p:txBody>
      </p:sp>
      <p:sp>
        <p:nvSpPr>
          <p:cNvPr id="65" name="Google Shape;65;p10"/>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000"/>
            </a:lvl1pPr>
            <a:lvl2pPr marL="0" lvl="1" indent="0" algn="r" rtl="0">
              <a:spcBef>
                <a:spcPts val="0"/>
              </a:spcBef>
              <a:buNone/>
              <a:defRPr sz="1000"/>
            </a:lvl2pPr>
            <a:lvl3pPr marL="0" lvl="2" indent="0" algn="r" rtl="0">
              <a:spcBef>
                <a:spcPts val="0"/>
              </a:spcBef>
              <a:buNone/>
              <a:defRPr sz="1000"/>
            </a:lvl3pPr>
            <a:lvl4pPr marL="0" lvl="3" indent="0" algn="r" rtl="0">
              <a:spcBef>
                <a:spcPts val="0"/>
              </a:spcBef>
              <a:buNone/>
              <a:defRPr sz="1000"/>
            </a:lvl4pPr>
            <a:lvl5pPr marL="0" lvl="4" indent="0" algn="r" rtl="0">
              <a:spcBef>
                <a:spcPts val="0"/>
              </a:spcBef>
              <a:buNone/>
              <a:defRPr sz="1000"/>
            </a:lvl5pPr>
            <a:lvl6pPr marL="0" lvl="5" indent="0" algn="r" rtl="0">
              <a:spcBef>
                <a:spcPts val="0"/>
              </a:spcBef>
              <a:buNone/>
              <a:defRPr sz="1000"/>
            </a:lvl6pPr>
            <a:lvl7pPr marL="0" lvl="6" indent="0" algn="r" rtl="0">
              <a:spcBef>
                <a:spcPts val="0"/>
              </a:spcBef>
              <a:buNone/>
              <a:defRPr sz="1000"/>
            </a:lvl7pPr>
            <a:lvl8pPr marL="0" lvl="7" indent="0" algn="r" rtl="0">
              <a:spcBef>
                <a:spcPts val="0"/>
              </a:spcBef>
              <a:buNone/>
              <a:defRPr sz="1000"/>
            </a:lvl8pPr>
            <a:lvl9pPr marL="0" lvl="8" indent="0" algn="r" rtl="0">
              <a:spcBef>
                <a:spcPts val="0"/>
              </a:spcBef>
              <a:buNone/>
              <a:defRPr sz="1000"/>
            </a:lvl9pPr>
          </a:lstStyle>
          <a:p>
            <a:pPr marL="0" lvl="0" indent="0" algn="r" rtl="0">
              <a:spcBef>
                <a:spcPts val="0"/>
              </a:spcBef>
              <a:spcAft>
                <a:spcPts val="0"/>
              </a:spcAft>
              <a:buNone/>
            </a:pPr>
            <a:fld id="{00000000-1234-1234-1234-123412341234}" type="slidenum">
              <a:rPr lang="en-US"/>
              <a:t>‹#›</a:t>
            </a:fld>
            <a:endParaRPr/>
          </a:p>
        </p:txBody>
      </p:sp>
      <p:sp>
        <p:nvSpPr>
          <p:cNvPr id="66" name="Google Shape;66;p10"/>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cxnSp>
        <p:nvCxnSpPr>
          <p:cNvPr id="67" name="Google Shape;67;p10"/>
          <p:cNvCxnSpPr/>
          <p:nvPr/>
        </p:nvCxnSpPr>
        <p:spPr>
          <a:xfrm>
            <a:off x="6058750" y="1779575"/>
            <a:ext cx="0" cy="4419600"/>
          </a:xfrm>
          <a:prstGeom prst="straightConnector1">
            <a:avLst/>
          </a:prstGeom>
          <a:noFill/>
          <a:ln w="28575" cap="flat" cmpd="sng">
            <a:solidFill>
              <a:schemeClr val="accent3"/>
            </a:solidFill>
            <a:prstDash val="solid"/>
            <a:round/>
            <a:headEnd type="none" w="med" len="med"/>
            <a:tailEnd type="none" w="med" len="med"/>
          </a:ln>
        </p:spPr>
      </p:cxnSp>
      <p:sp>
        <p:nvSpPr>
          <p:cNvPr id="68" name="Google Shape;68;p10"/>
          <p:cNvSpPr>
            <a:spLocks noGrp="1"/>
          </p:cNvSpPr>
          <p:nvPr>
            <p:ph type="pic" idx="3"/>
          </p:nvPr>
        </p:nvSpPr>
        <p:spPr>
          <a:xfrm>
            <a:off x="1578575" y="2006750"/>
            <a:ext cx="2562000" cy="1426200"/>
          </a:xfrm>
          <a:prstGeom prst="rect">
            <a:avLst/>
          </a:prstGeom>
          <a:noFill/>
          <a:ln>
            <a:noFill/>
          </a:ln>
        </p:spPr>
      </p:sp>
      <p:sp>
        <p:nvSpPr>
          <p:cNvPr id="69" name="Google Shape;69;p10"/>
          <p:cNvSpPr>
            <a:spLocks noGrp="1"/>
          </p:cNvSpPr>
          <p:nvPr>
            <p:ph type="pic" idx="4"/>
          </p:nvPr>
        </p:nvSpPr>
        <p:spPr>
          <a:xfrm>
            <a:off x="6791700" y="2006750"/>
            <a:ext cx="2562000" cy="1426200"/>
          </a:xfrm>
          <a:prstGeom prst="rect">
            <a:avLst/>
          </a:prstGeom>
          <a:noFill/>
          <a:ln>
            <a:no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1 1">
  <p:cSld name="TWO_OBJECTS_WITH_TEXT_1_1">
    <p:spTree>
      <p:nvGrpSpPr>
        <p:cNvPr id="1" name="Shape 70"/>
        <p:cNvGrpSpPr/>
        <p:nvPr/>
      </p:nvGrpSpPr>
      <p:grpSpPr>
        <a:xfrm>
          <a:off x="0" y="0"/>
          <a:ext cx="0" cy="0"/>
          <a:chOff x="0" y="0"/>
          <a:chExt cx="0" cy="0"/>
        </a:xfrm>
      </p:grpSpPr>
      <p:sp>
        <p:nvSpPr>
          <p:cNvPr id="71" name="Google Shape;71;p11"/>
          <p:cNvSpPr txBox="1">
            <a:spLocks noGrp="1"/>
          </p:cNvSpPr>
          <p:nvPr>
            <p:ph type="body" idx="1"/>
          </p:nvPr>
        </p:nvSpPr>
        <p:spPr>
          <a:xfrm>
            <a:off x="1700325" y="3584400"/>
            <a:ext cx="8571000" cy="27738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1800"/>
              <a:buFont typeface="Poppins"/>
              <a:buNone/>
              <a:defRPr sz="1800">
                <a:latin typeface="Poppins"/>
                <a:ea typeface="Poppins"/>
                <a:cs typeface="Poppins"/>
                <a:sym typeface="Poppins"/>
              </a:defRPr>
            </a:lvl1pPr>
            <a:lvl2pPr marL="914400" lvl="1" indent="-228600" algn="l" rtl="0">
              <a:lnSpc>
                <a:spcPct val="90000"/>
              </a:lnSpc>
              <a:spcBef>
                <a:spcPts val="250"/>
              </a:spcBef>
              <a:spcAft>
                <a:spcPts val="0"/>
              </a:spcAft>
              <a:buSzPts val="1800"/>
              <a:buNone/>
              <a:defRPr sz="1800"/>
            </a:lvl2pPr>
            <a:lvl3pPr marL="1371600" lvl="2" indent="-330200" algn="l" rtl="0">
              <a:lnSpc>
                <a:spcPct val="90000"/>
              </a:lnSpc>
              <a:spcBef>
                <a:spcPts val="250"/>
              </a:spcBef>
              <a:spcAft>
                <a:spcPts val="0"/>
              </a:spcAft>
              <a:buSzPts val="1600"/>
              <a:buChar char="■"/>
              <a:defRPr sz="1600"/>
            </a:lvl3pPr>
            <a:lvl4pPr marL="1828800" lvl="3" indent="-317500" algn="l" rtl="0">
              <a:lnSpc>
                <a:spcPct val="90000"/>
              </a:lnSpc>
              <a:spcBef>
                <a:spcPts val="250"/>
              </a:spcBef>
              <a:spcAft>
                <a:spcPts val="0"/>
              </a:spcAft>
              <a:buSzPts val="1400"/>
              <a:buChar char="●"/>
              <a:defRPr sz="1400"/>
            </a:lvl4pPr>
            <a:lvl5pPr marL="2286000" lvl="4" indent="-317500" algn="l" rtl="0">
              <a:lnSpc>
                <a:spcPct val="90000"/>
              </a:lnSpc>
              <a:spcBef>
                <a:spcPts val="250"/>
              </a:spcBef>
              <a:spcAft>
                <a:spcPts val="0"/>
              </a:spcAft>
              <a:buSzPts val="1400"/>
              <a:buChar char="○"/>
              <a:defRPr sz="1400"/>
            </a:lvl5pPr>
            <a:lvl6pPr marL="2743200" lvl="5" indent="-317500" algn="l" rtl="0">
              <a:lnSpc>
                <a:spcPct val="90000"/>
              </a:lnSpc>
              <a:spcBef>
                <a:spcPts val="250"/>
              </a:spcBef>
              <a:spcAft>
                <a:spcPts val="0"/>
              </a:spcAft>
              <a:buSzPts val="1400"/>
              <a:buChar char="■"/>
              <a:defRPr sz="1400"/>
            </a:lvl6pPr>
            <a:lvl7pPr marL="3200400" lvl="6" indent="-317500" algn="l" rtl="0">
              <a:lnSpc>
                <a:spcPct val="90000"/>
              </a:lnSpc>
              <a:spcBef>
                <a:spcPts val="250"/>
              </a:spcBef>
              <a:spcAft>
                <a:spcPts val="0"/>
              </a:spcAft>
              <a:buSzPts val="1400"/>
              <a:buChar char="●"/>
              <a:defRPr sz="1400"/>
            </a:lvl7pPr>
            <a:lvl8pPr marL="3657600" lvl="7" indent="-317500" algn="l" rtl="0">
              <a:lnSpc>
                <a:spcPct val="90000"/>
              </a:lnSpc>
              <a:spcBef>
                <a:spcPts val="250"/>
              </a:spcBef>
              <a:spcAft>
                <a:spcPts val="0"/>
              </a:spcAft>
              <a:buSzPts val="1400"/>
              <a:buChar char="○"/>
              <a:defRPr sz="1400"/>
            </a:lvl8pPr>
            <a:lvl9pPr marL="4114800" lvl="8" indent="-317500" algn="l" rtl="0">
              <a:lnSpc>
                <a:spcPct val="90000"/>
              </a:lnSpc>
              <a:spcBef>
                <a:spcPts val="250"/>
              </a:spcBef>
              <a:spcAft>
                <a:spcPts val="250"/>
              </a:spcAft>
              <a:buSzPts val="1400"/>
              <a:buChar char="■"/>
              <a:defRPr sz="1400"/>
            </a:lvl9pPr>
          </a:lstStyle>
          <a:p>
            <a:endParaRPr/>
          </a:p>
        </p:txBody>
      </p:sp>
      <p:sp>
        <p:nvSpPr>
          <p:cNvPr id="72" name="Google Shape;72;p11"/>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000"/>
            </a:lvl1pPr>
            <a:lvl2pPr marL="0" lvl="1" indent="0" algn="r" rtl="0">
              <a:spcBef>
                <a:spcPts val="0"/>
              </a:spcBef>
              <a:buNone/>
              <a:defRPr sz="1000"/>
            </a:lvl2pPr>
            <a:lvl3pPr marL="0" lvl="2" indent="0" algn="r" rtl="0">
              <a:spcBef>
                <a:spcPts val="0"/>
              </a:spcBef>
              <a:buNone/>
              <a:defRPr sz="1000"/>
            </a:lvl3pPr>
            <a:lvl4pPr marL="0" lvl="3" indent="0" algn="r" rtl="0">
              <a:spcBef>
                <a:spcPts val="0"/>
              </a:spcBef>
              <a:buNone/>
              <a:defRPr sz="1000"/>
            </a:lvl4pPr>
            <a:lvl5pPr marL="0" lvl="4" indent="0" algn="r" rtl="0">
              <a:spcBef>
                <a:spcPts val="0"/>
              </a:spcBef>
              <a:buNone/>
              <a:defRPr sz="1000"/>
            </a:lvl5pPr>
            <a:lvl6pPr marL="0" lvl="5" indent="0" algn="r" rtl="0">
              <a:spcBef>
                <a:spcPts val="0"/>
              </a:spcBef>
              <a:buNone/>
              <a:defRPr sz="1000"/>
            </a:lvl6pPr>
            <a:lvl7pPr marL="0" lvl="6" indent="0" algn="r" rtl="0">
              <a:spcBef>
                <a:spcPts val="0"/>
              </a:spcBef>
              <a:buNone/>
              <a:defRPr sz="1000"/>
            </a:lvl7pPr>
            <a:lvl8pPr marL="0" lvl="7" indent="0" algn="r" rtl="0">
              <a:spcBef>
                <a:spcPts val="0"/>
              </a:spcBef>
              <a:buNone/>
              <a:defRPr sz="1000"/>
            </a:lvl8pPr>
            <a:lvl9pPr marL="0" lvl="8" indent="0" algn="r" rtl="0">
              <a:spcBef>
                <a:spcPts val="0"/>
              </a:spcBef>
              <a:buNone/>
              <a:defRPr sz="1000"/>
            </a:lvl9pPr>
          </a:lstStyle>
          <a:p>
            <a:pPr marL="0" lvl="0" indent="0" algn="r" rtl="0">
              <a:spcBef>
                <a:spcPts val="0"/>
              </a:spcBef>
              <a:spcAft>
                <a:spcPts val="0"/>
              </a:spcAft>
              <a:buNone/>
            </a:pPr>
            <a:fld id="{00000000-1234-1234-1234-123412341234}" type="slidenum">
              <a:rPr lang="en-US"/>
              <a:t>‹#›</a:t>
            </a:fld>
            <a:endParaRPr/>
          </a:p>
        </p:txBody>
      </p:sp>
      <p:sp>
        <p:nvSpPr>
          <p:cNvPr id="73" name="Google Shape;73;p11"/>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74" name="Google Shape;74;p11"/>
          <p:cNvSpPr>
            <a:spLocks noGrp="1"/>
          </p:cNvSpPr>
          <p:nvPr>
            <p:ph type="pic" idx="2"/>
          </p:nvPr>
        </p:nvSpPr>
        <p:spPr>
          <a:xfrm>
            <a:off x="1700325" y="1994125"/>
            <a:ext cx="2562000" cy="1426200"/>
          </a:xfrm>
          <a:prstGeom prst="rect">
            <a:avLst/>
          </a:prstGeom>
          <a:noFill/>
          <a:ln>
            <a:noFill/>
          </a:ln>
        </p:spPr>
      </p:sp>
      <p:sp>
        <p:nvSpPr>
          <p:cNvPr id="75" name="Google Shape;75;p11"/>
          <p:cNvSpPr>
            <a:spLocks noGrp="1"/>
          </p:cNvSpPr>
          <p:nvPr>
            <p:ph type="pic" idx="3"/>
          </p:nvPr>
        </p:nvSpPr>
        <p:spPr>
          <a:xfrm>
            <a:off x="4704750" y="1994125"/>
            <a:ext cx="2562000" cy="1426200"/>
          </a:xfrm>
          <a:prstGeom prst="rect">
            <a:avLst/>
          </a:prstGeom>
          <a:noFill/>
          <a:ln>
            <a:noFill/>
          </a:ln>
        </p:spPr>
      </p:sp>
      <p:sp>
        <p:nvSpPr>
          <p:cNvPr id="76" name="Google Shape;76;p11"/>
          <p:cNvSpPr>
            <a:spLocks noGrp="1"/>
          </p:cNvSpPr>
          <p:nvPr>
            <p:ph type="pic" idx="4"/>
          </p:nvPr>
        </p:nvSpPr>
        <p:spPr>
          <a:xfrm>
            <a:off x="7709175" y="1994125"/>
            <a:ext cx="2562000" cy="1426200"/>
          </a:xfrm>
          <a:prstGeom prst="rect">
            <a:avLst/>
          </a:prstGeom>
          <a:noFill/>
          <a:ln>
            <a:no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1 1 1">
  <p:cSld name="TWO_OBJECTS_WITH_TEXT_1_1_1">
    <p:spTree>
      <p:nvGrpSpPr>
        <p:cNvPr id="1" name="Shape 77"/>
        <p:cNvGrpSpPr/>
        <p:nvPr/>
      </p:nvGrpSpPr>
      <p:grpSpPr>
        <a:xfrm>
          <a:off x="0" y="0"/>
          <a:ext cx="0" cy="0"/>
          <a:chOff x="0" y="0"/>
          <a:chExt cx="0" cy="0"/>
        </a:xfrm>
      </p:grpSpPr>
      <p:sp>
        <p:nvSpPr>
          <p:cNvPr id="78" name="Google Shape;78;p12"/>
          <p:cNvSpPr txBox="1">
            <a:spLocks noGrp="1"/>
          </p:cNvSpPr>
          <p:nvPr>
            <p:ph type="body" idx="1"/>
          </p:nvPr>
        </p:nvSpPr>
        <p:spPr>
          <a:xfrm>
            <a:off x="729475" y="1880550"/>
            <a:ext cx="5088900" cy="32247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1800"/>
              <a:buFont typeface="Poppins"/>
              <a:buNone/>
              <a:defRPr sz="1800">
                <a:latin typeface="Poppins"/>
                <a:ea typeface="Poppins"/>
                <a:cs typeface="Poppins"/>
                <a:sym typeface="Poppins"/>
              </a:defRPr>
            </a:lvl1pPr>
            <a:lvl2pPr marL="914400" lvl="1" indent="-228600" algn="l" rtl="0">
              <a:lnSpc>
                <a:spcPct val="90000"/>
              </a:lnSpc>
              <a:spcBef>
                <a:spcPts val="250"/>
              </a:spcBef>
              <a:spcAft>
                <a:spcPts val="0"/>
              </a:spcAft>
              <a:buSzPts val="1800"/>
              <a:buNone/>
              <a:defRPr sz="1800"/>
            </a:lvl2pPr>
            <a:lvl3pPr marL="1371600" lvl="2" indent="-330200" algn="l" rtl="0">
              <a:lnSpc>
                <a:spcPct val="90000"/>
              </a:lnSpc>
              <a:spcBef>
                <a:spcPts val="250"/>
              </a:spcBef>
              <a:spcAft>
                <a:spcPts val="0"/>
              </a:spcAft>
              <a:buSzPts val="1600"/>
              <a:buChar char="■"/>
              <a:defRPr sz="1600"/>
            </a:lvl3pPr>
            <a:lvl4pPr marL="1828800" lvl="3" indent="-317500" algn="l" rtl="0">
              <a:lnSpc>
                <a:spcPct val="90000"/>
              </a:lnSpc>
              <a:spcBef>
                <a:spcPts val="250"/>
              </a:spcBef>
              <a:spcAft>
                <a:spcPts val="0"/>
              </a:spcAft>
              <a:buSzPts val="1400"/>
              <a:buChar char="●"/>
              <a:defRPr sz="1400"/>
            </a:lvl4pPr>
            <a:lvl5pPr marL="2286000" lvl="4" indent="-317500" algn="l" rtl="0">
              <a:lnSpc>
                <a:spcPct val="90000"/>
              </a:lnSpc>
              <a:spcBef>
                <a:spcPts val="250"/>
              </a:spcBef>
              <a:spcAft>
                <a:spcPts val="0"/>
              </a:spcAft>
              <a:buSzPts val="1400"/>
              <a:buChar char="○"/>
              <a:defRPr sz="1400"/>
            </a:lvl5pPr>
            <a:lvl6pPr marL="2743200" lvl="5" indent="-317500" algn="l" rtl="0">
              <a:lnSpc>
                <a:spcPct val="90000"/>
              </a:lnSpc>
              <a:spcBef>
                <a:spcPts val="250"/>
              </a:spcBef>
              <a:spcAft>
                <a:spcPts val="0"/>
              </a:spcAft>
              <a:buSzPts val="1400"/>
              <a:buChar char="■"/>
              <a:defRPr sz="1400"/>
            </a:lvl6pPr>
            <a:lvl7pPr marL="3200400" lvl="6" indent="-317500" algn="l" rtl="0">
              <a:lnSpc>
                <a:spcPct val="90000"/>
              </a:lnSpc>
              <a:spcBef>
                <a:spcPts val="250"/>
              </a:spcBef>
              <a:spcAft>
                <a:spcPts val="0"/>
              </a:spcAft>
              <a:buSzPts val="1400"/>
              <a:buChar char="●"/>
              <a:defRPr sz="1400"/>
            </a:lvl7pPr>
            <a:lvl8pPr marL="3657600" lvl="7" indent="-317500" algn="l" rtl="0">
              <a:lnSpc>
                <a:spcPct val="90000"/>
              </a:lnSpc>
              <a:spcBef>
                <a:spcPts val="250"/>
              </a:spcBef>
              <a:spcAft>
                <a:spcPts val="0"/>
              </a:spcAft>
              <a:buSzPts val="1400"/>
              <a:buChar char="○"/>
              <a:defRPr sz="1400"/>
            </a:lvl8pPr>
            <a:lvl9pPr marL="4114800" lvl="8" indent="-317500" algn="l" rtl="0">
              <a:lnSpc>
                <a:spcPct val="90000"/>
              </a:lnSpc>
              <a:spcBef>
                <a:spcPts val="250"/>
              </a:spcBef>
              <a:spcAft>
                <a:spcPts val="250"/>
              </a:spcAft>
              <a:buSzPts val="1400"/>
              <a:buChar char="■"/>
              <a:defRPr sz="1400"/>
            </a:lvl9pPr>
          </a:lstStyle>
          <a:p>
            <a:endParaRPr/>
          </a:p>
        </p:txBody>
      </p:sp>
      <p:sp>
        <p:nvSpPr>
          <p:cNvPr id="79" name="Google Shape;79;p12"/>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000"/>
            </a:lvl1pPr>
            <a:lvl2pPr marL="0" lvl="1" indent="0" algn="r" rtl="0">
              <a:spcBef>
                <a:spcPts val="0"/>
              </a:spcBef>
              <a:buNone/>
              <a:defRPr sz="1000"/>
            </a:lvl2pPr>
            <a:lvl3pPr marL="0" lvl="2" indent="0" algn="r" rtl="0">
              <a:spcBef>
                <a:spcPts val="0"/>
              </a:spcBef>
              <a:buNone/>
              <a:defRPr sz="1000"/>
            </a:lvl3pPr>
            <a:lvl4pPr marL="0" lvl="3" indent="0" algn="r" rtl="0">
              <a:spcBef>
                <a:spcPts val="0"/>
              </a:spcBef>
              <a:buNone/>
              <a:defRPr sz="1000"/>
            </a:lvl4pPr>
            <a:lvl5pPr marL="0" lvl="4" indent="0" algn="r" rtl="0">
              <a:spcBef>
                <a:spcPts val="0"/>
              </a:spcBef>
              <a:buNone/>
              <a:defRPr sz="1000"/>
            </a:lvl5pPr>
            <a:lvl6pPr marL="0" lvl="5" indent="0" algn="r" rtl="0">
              <a:spcBef>
                <a:spcPts val="0"/>
              </a:spcBef>
              <a:buNone/>
              <a:defRPr sz="1000"/>
            </a:lvl6pPr>
            <a:lvl7pPr marL="0" lvl="6" indent="0" algn="r" rtl="0">
              <a:spcBef>
                <a:spcPts val="0"/>
              </a:spcBef>
              <a:buNone/>
              <a:defRPr sz="1000"/>
            </a:lvl7pPr>
            <a:lvl8pPr marL="0" lvl="7" indent="0" algn="r" rtl="0">
              <a:spcBef>
                <a:spcPts val="0"/>
              </a:spcBef>
              <a:buNone/>
              <a:defRPr sz="1000"/>
            </a:lvl8pPr>
            <a:lvl9pPr marL="0" lvl="8" indent="0" algn="r" rtl="0">
              <a:spcBef>
                <a:spcPts val="0"/>
              </a:spcBef>
              <a:buNone/>
              <a:defRPr sz="1000"/>
            </a:lvl9pPr>
          </a:lstStyle>
          <a:p>
            <a:pPr marL="0" lvl="0" indent="0" algn="r" rtl="0">
              <a:spcBef>
                <a:spcPts val="0"/>
              </a:spcBef>
              <a:spcAft>
                <a:spcPts val="0"/>
              </a:spcAft>
              <a:buNone/>
            </a:pPr>
            <a:fld id="{00000000-1234-1234-1234-123412341234}" type="slidenum">
              <a:rPr lang="en-US"/>
              <a:t>‹#›</a:t>
            </a:fld>
            <a:endParaRPr/>
          </a:p>
        </p:txBody>
      </p:sp>
      <p:sp>
        <p:nvSpPr>
          <p:cNvPr id="80" name="Google Shape;80;p12"/>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81" name="Google Shape;81;p12"/>
          <p:cNvSpPr>
            <a:spLocks noGrp="1"/>
          </p:cNvSpPr>
          <p:nvPr>
            <p:ph type="pic" idx="2"/>
          </p:nvPr>
        </p:nvSpPr>
        <p:spPr>
          <a:xfrm>
            <a:off x="6055550" y="1880550"/>
            <a:ext cx="2562000" cy="1426200"/>
          </a:xfrm>
          <a:prstGeom prst="rect">
            <a:avLst/>
          </a:prstGeom>
          <a:noFill/>
          <a:ln>
            <a:noFill/>
          </a:ln>
        </p:spPr>
      </p:sp>
      <p:sp>
        <p:nvSpPr>
          <p:cNvPr id="82" name="Google Shape;82;p12"/>
          <p:cNvSpPr>
            <a:spLocks noGrp="1"/>
          </p:cNvSpPr>
          <p:nvPr>
            <p:ph type="pic" idx="3"/>
          </p:nvPr>
        </p:nvSpPr>
        <p:spPr>
          <a:xfrm>
            <a:off x="6055550" y="3679125"/>
            <a:ext cx="2562000" cy="1426200"/>
          </a:xfrm>
          <a:prstGeom prst="rect">
            <a:avLst/>
          </a:prstGeom>
          <a:noFill/>
          <a:ln>
            <a:noFill/>
          </a:ln>
        </p:spPr>
      </p:sp>
      <p:sp>
        <p:nvSpPr>
          <p:cNvPr id="83" name="Google Shape;83;p12"/>
          <p:cNvSpPr>
            <a:spLocks noGrp="1"/>
          </p:cNvSpPr>
          <p:nvPr>
            <p:ph type="pic" idx="4"/>
          </p:nvPr>
        </p:nvSpPr>
        <p:spPr>
          <a:xfrm>
            <a:off x="9017825" y="1880550"/>
            <a:ext cx="2562000" cy="1426200"/>
          </a:xfrm>
          <a:prstGeom prst="rect">
            <a:avLst/>
          </a:prstGeom>
          <a:noFill/>
          <a:ln>
            <a:noFill/>
          </a:ln>
        </p:spPr>
      </p:sp>
      <p:sp>
        <p:nvSpPr>
          <p:cNvPr id="84" name="Google Shape;84;p12"/>
          <p:cNvSpPr>
            <a:spLocks noGrp="1"/>
          </p:cNvSpPr>
          <p:nvPr>
            <p:ph type="pic" idx="5"/>
          </p:nvPr>
        </p:nvSpPr>
        <p:spPr>
          <a:xfrm>
            <a:off x="9017825" y="3679125"/>
            <a:ext cx="2562000" cy="1426200"/>
          </a:xfrm>
          <a:prstGeom prst="rect">
            <a:avLst/>
          </a:prstGeom>
          <a:noFill/>
          <a:ln>
            <a:no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85"/>
        <p:cNvGrpSpPr/>
        <p:nvPr/>
      </p:nvGrpSpPr>
      <p:grpSpPr>
        <a:xfrm>
          <a:off x="0" y="0"/>
          <a:ext cx="0" cy="0"/>
          <a:chOff x="0" y="0"/>
          <a:chExt cx="0" cy="0"/>
        </a:xfrm>
      </p:grpSpPr>
      <p:sp>
        <p:nvSpPr>
          <p:cNvPr id="86" name="Google Shape;86;p13"/>
          <p:cNvSpPr/>
          <p:nvPr/>
        </p:nvSpPr>
        <p:spPr>
          <a:xfrm>
            <a:off x="-63100" y="-75725"/>
            <a:ext cx="315000" cy="70098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txBox="1">
            <a:spLocks noGrp="1"/>
          </p:cNvSpPr>
          <p:nvPr>
            <p:ph type="body" idx="1"/>
          </p:nvPr>
        </p:nvSpPr>
        <p:spPr>
          <a:xfrm>
            <a:off x="1100015" y="1895302"/>
            <a:ext cx="10084500" cy="4089300"/>
          </a:xfrm>
          <a:prstGeom prst="rect">
            <a:avLst/>
          </a:prstGeom>
          <a:noFill/>
          <a:ln>
            <a:noFill/>
          </a:ln>
        </p:spPr>
        <p:txBody>
          <a:bodyPr spcFirstLastPara="1" wrap="square" lIns="91425" tIns="45700" rIns="91425" bIns="45700" anchor="ctr" anchorCtr="0">
            <a:noAutofit/>
          </a:bodyPr>
          <a:lstStyle>
            <a:lvl1pPr marL="457200" lvl="0" indent="-228600" algn="l" rtl="0">
              <a:lnSpc>
                <a:spcPct val="90000"/>
              </a:lnSpc>
              <a:spcBef>
                <a:spcPts val="1200"/>
              </a:spcBef>
              <a:spcAft>
                <a:spcPts val="0"/>
              </a:spcAft>
              <a:buSzPts val="2000"/>
              <a:buFont typeface="Poppins"/>
              <a:buNone/>
              <a:defRPr>
                <a:latin typeface="Poppins"/>
                <a:ea typeface="Poppins"/>
                <a:cs typeface="Poppins"/>
                <a:sym typeface="Poppins"/>
              </a:defRPr>
            </a:lvl1pPr>
            <a:lvl2pPr marL="914400" lvl="1" indent="-228600" algn="l" rtl="0">
              <a:lnSpc>
                <a:spcPct val="90000"/>
              </a:lnSpc>
              <a:spcBef>
                <a:spcPts val="250"/>
              </a:spcBef>
              <a:spcAft>
                <a:spcPts val="0"/>
              </a:spcAft>
              <a:buSzPts val="1800"/>
              <a:buNone/>
              <a:defRPr/>
            </a:lvl2pPr>
            <a:lvl3pPr marL="1371600" lvl="2" indent="-342900" algn="l" rtl="0">
              <a:lnSpc>
                <a:spcPct val="90000"/>
              </a:lnSpc>
              <a:spcBef>
                <a:spcPts val="250"/>
              </a:spcBef>
              <a:spcAft>
                <a:spcPts val="0"/>
              </a:spcAft>
              <a:buSzPts val="1800"/>
              <a:buChar char="■"/>
              <a:defRPr/>
            </a:lvl3pPr>
            <a:lvl4pPr marL="1828800" lvl="3" indent="-342900" algn="l" rtl="0">
              <a:lnSpc>
                <a:spcPct val="90000"/>
              </a:lnSpc>
              <a:spcBef>
                <a:spcPts val="250"/>
              </a:spcBef>
              <a:spcAft>
                <a:spcPts val="0"/>
              </a:spcAft>
              <a:buSzPts val="1800"/>
              <a:buChar char="●"/>
              <a:defRPr/>
            </a:lvl4pPr>
            <a:lvl5pPr marL="2286000" lvl="4" indent="-342900" algn="l" rtl="0">
              <a:lnSpc>
                <a:spcPct val="90000"/>
              </a:lnSpc>
              <a:spcBef>
                <a:spcPts val="250"/>
              </a:spcBef>
              <a:spcAft>
                <a:spcPts val="0"/>
              </a:spcAft>
              <a:buSzPts val="1800"/>
              <a:buChar char="○"/>
              <a:defRPr/>
            </a:lvl5pPr>
            <a:lvl6pPr marL="2743200" lvl="5" indent="-342900" algn="l" rtl="0">
              <a:lnSpc>
                <a:spcPct val="90000"/>
              </a:lnSpc>
              <a:spcBef>
                <a:spcPts val="250"/>
              </a:spcBef>
              <a:spcAft>
                <a:spcPts val="0"/>
              </a:spcAft>
              <a:buSzPts val="1800"/>
              <a:buChar char="■"/>
              <a:defRPr/>
            </a:lvl6pPr>
            <a:lvl7pPr marL="3200400" lvl="6" indent="-342900" algn="l" rtl="0">
              <a:lnSpc>
                <a:spcPct val="90000"/>
              </a:lnSpc>
              <a:spcBef>
                <a:spcPts val="250"/>
              </a:spcBef>
              <a:spcAft>
                <a:spcPts val="0"/>
              </a:spcAft>
              <a:buSzPts val="1800"/>
              <a:buChar char="●"/>
              <a:defRPr/>
            </a:lvl7pPr>
            <a:lvl8pPr marL="3657600" lvl="7" indent="-342900" algn="l" rtl="0">
              <a:lnSpc>
                <a:spcPct val="90000"/>
              </a:lnSpc>
              <a:spcBef>
                <a:spcPts val="250"/>
              </a:spcBef>
              <a:spcAft>
                <a:spcPts val="0"/>
              </a:spcAft>
              <a:buSzPts val="1800"/>
              <a:buChar char="○"/>
              <a:defRPr/>
            </a:lvl8pPr>
            <a:lvl9pPr marL="4114800" lvl="8" indent="-342900" algn="l" rtl="0">
              <a:lnSpc>
                <a:spcPct val="90000"/>
              </a:lnSpc>
              <a:spcBef>
                <a:spcPts val="250"/>
              </a:spcBef>
              <a:spcAft>
                <a:spcPts val="250"/>
              </a:spcAft>
              <a:buSzPts val="1800"/>
              <a:buChar char="■"/>
              <a:defRPr/>
            </a:lvl9pPr>
          </a:lstStyle>
          <a:p>
            <a:endParaRPr/>
          </a:p>
        </p:txBody>
      </p:sp>
      <p:sp>
        <p:nvSpPr>
          <p:cNvPr id="88" name="Google Shape;88;p13"/>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 name="Google Shape;89;p13"/>
          <p:cNvSpPr txBox="1"/>
          <p:nvPr/>
        </p:nvSpPr>
        <p:spPr>
          <a:xfrm>
            <a:off x="685800" y="6542675"/>
            <a:ext cx="4456500" cy="26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800" dirty="0">
                <a:solidFill>
                  <a:srgbClr val="595959"/>
                </a:solidFill>
                <a:latin typeface="Poppins"/>
                <a:ea typeface="Poppins"/>
                <a:cs typeface="Poppins"/>
                <a:sym typeface="Poppins"/>
              </a:rPr>
              <a:t>©2025 Percona</a:t>
            </a:r>
            <a:endParaRPr sz="800" dirty="0">
              <a:solidFill>
                <a:srgbClr val="595959"/>
              </a:solidFill>
              <a:latin typeface="Poppins"/>
              <a:ea typeface="Poppins"/>
              <a:cs typeface="Poppins"/>
              <a:sym typeface="Poppins"/>
            </a:endParaRPr>
          </a:p>
        </p:txBody>
      </p:sp>
      <p:sp>
        <p:nvSpPr>
          <p:cNvPr id="90" name="Google Shape;90;p13"/>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100">
                <a:solidFill>
                  <a:srgbClr val="0E1A53"/>
                </a:solidFill>
                <a:latin typeface="Poppins"/>
                <a:ea typeface="Poppins"/>
                <a:cs typeface="Poppins"/>
                <a:sym typeface="Poppins"/>
              </a:defRPr>
            </a:lvl1pPr>
            <a:lvl2pPr marL="0" lvl="1" indent="0" algn="r" rtl="0">
              <a:spcBef>
                <a:spcPts val="0"/>
              </a:spcBef>
              <a:buNone/>
              <a:defRPr sz="1100">
                <a:solidFill>
                  <a:srgbClr val="0E1A53"/>
                </a:solidFill>
                <a:latin typeface="Poppins"/>
                <a:ea typeface="Poppins"/>
                <a:cs typeface="Poppins"/>
                <a:sym typeface="Poppins"/>
              </a:defRPr>
            </a:lvl2pPr>
            <a:lvl3pPr marL="0" lvl="2" indent="0" algn="r" rtl="0">
              <a:spcBef>
                <a:spcPts val="0"/>
              </a:spcBef>
              <a:buNone/>
              <a:defRPr sz="1100">
                <a:solidFill>
                  <a:srgbClr val="0E1A53"/>
                </a:solidFill>
                <a:latin typeface="Poppins"/>
                <a:ea typeface="Poppins"/>
                <a:cs typeface="Poppins"/>
                <a:sym typeface="Poppins"/>
              </a:defRPr>
            </a:lvl3pPr>
            <a:lvl4pPr marL="0" lvl="3" indent="0" algn="r" rtl="0">
              <a:spcBef>
                <a:spcPts val="0"/>
              </a:spcBef>
              <a:buNone/>
              <a:defRPr sz="1100">
                <a:solidFill>
                  <a:srgbClr val="0E1A53"/>
                </a:solidFill>
                <a:latin typeface="Poppins"/>
                <a:ea typeface="Poppins"/>
                <a:cs typeface="Poppins"/>
                <a:sym typeface="Poppins"/>
              </a:defRPr>
            </a:lvl4pPr>
            <a:lvl5pPr marL="0" lvl="4" indent="0" algn="r" rtl="0">
              <a:spcBef>
                <a:spcPts val="0"/>
              </a:spcBef>
              <a:buNone/>
              <a:defRPr sz="1100">
                <a:solidFill>
                  <a:srgbClr val="0E1A53"/>
                </a:solidFill>
                <a:latin typeface="Poppins"/>
                <a:ea typeface="Poppins"/>
                <a:cs typeface="Poppins"/>
                <a:sym typeface="Poppins"/>
              </a:defRPr>
            </a:lvl5pPr>
            <a:lvl6pPr marL="0" lvl="5" indent="0" algn="r" rtl="0">
              <a:spcBef>
                <a:spcPts val="0"/>
              </a:spcBef>
              <a:buNone/>
              <a:defRPr sz="1100">
                <a:solidFill>
                  <a:srgbClr val="0E1A53"/>
                </a:solidFill>
                <a:latin typeface="Poppins"/>
                <a:ea typeface="Poppins"/>
                <a:cs typeface="Poppins"/>
                <a:sym typeface="Poppins"/>
              </a:defRPr>
            </a:lvl6pPr>
            <a:lvl7pPr marL="0" lvl="6" indent="0" algn="r" rtl="0">
              <a:spcBef>
                <a:spcPts val="0"/>
              </a:spcBef>
              <a:buNone/>
              <a:defRPr sz="1100">
                <a:solidFill>
                  <a:srgbClr val="0E1A53"/>
                </a:solidFill>
                <a:latin typeface="Poppins"/>
                <a:ea typeface="Poppins"/>
                <a:cs typeface="Poppins"/>
                <a:sym typeface="Poppins"/>
              </a:defRPr>
            </a:lvl7pPr>
            <a:lvl8pPr marL="0" lvl="7" indent="0" algn="r" rtl="0">
              <a:spcBef>
                <a:spcPts val="0"/>
              </a:spcBef>
              <a:buNone/>
              <a:defRPr sz="1100">
                <a:solidFill>
                  <a:srgbClr val="0E1A53"/>
                </a:solidFill>
                <a:latin typeface="Poppins"/>
                <a:ea typeface="Poppins"/>
                <a:cs typeface="Poppins"/>
                <a:sym typeface="Poppins"/>
              </a:defRPr>
            </a:lvl8pPr>
            <a:lvl9pPr marL="0" lvl="8" indent="0" algn="r" rtl="0">
              <a:spcBef>
                <a:spcPts val="0"/>
              </a:spcBef>
              <a:buNone/>
              <a:defRPr sz="1100">
                <a:solidFill>
                  <a:srgbClr val="0E1A53"/>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pic>
        <p:nvPicPr>
          <p:cNvPr id="91" name="Google Shape;91;p13"/>
          <p:cNvPicPr preferRelativeResize="0"/>
          <p:nvPr/>
        </p:nvPicPr>
        <p:blipFill>
          <a:blip r:embed="rId2">
            <a:alphaModFix/>
          </a:blip>
          <a:stretch>
            <a:fillRect/>
          </a:stretch>
        </p:blipFill>
        <p:spPr>
          <a:xfrm>
            <a:off x="10283356" y="6492875"/>
            <a:ext cx="1245836" cy="2655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1_Title Slide 2">
  <p:cSld name="1_Title Slide_2">
    <p:spTree>
      <p:nvGrpSpPr>
        <p:cNvPr id="1" name="Shape 92"/>
        <p:cNvGrpSpPr/>
        <p:nvPr/>
      </p:nvGrpSpPr>
      <p:grpSpPr>
        <a:xfrm>
          <a:off x="0" y="0"/>
          <a:ext cx="0" cy="0"/>
          <a:chOff x="0" y="0"/>
          <a:chExt cx="0" cy="0"/>
        </a:xfrm>
      </p:grpSpPr>
      <p:sp>
        <p:nvSpPr>
          <p:cNvPr id="93" name="Google Shape;93;p14"/>
          <p:cNvSpPr txBox="1">
            <a:spLocks noGrp="1"/>
          </p:cNvSpPr>
          <p:nvPr>
            <p:ph type="body" idx="1"/>
          </p:nvPr>
        </p:nvSpPr>
        <p:spPr>
          <a:xfrm>
            <a:off x="448201" y="1907925"/>
            <a:ext cx="11379900" cy="4089300"/>
          </a:xfrm>
          <a:prstGeom prst="rect">
            <a:avLst/>
          </a:prstGeom>
          <a:noFill/>
          <a:ln>
            <a:noFill/>
          </a:ln>
        </p:spPr>
        <p:txBody>
          <a:bodyPr spcFirstLastPara="1" wrap="square" lIns="91425" tIns="45700" rIns="91425" bIns="45700" anchor="ctr" anchorCtr="0">
            <a:noAutofit/>
          </a:bodyPr>
          <a:lstStyle>
            <a:lvl1pPr marL="457200" lvl="0" indent="-228600" rtl="0">
              <a:lnSpc>
                <a:spcPct val="90000"/>
              </a:lnSpc>
              <a:spcBef>
                <a:spcPts val="1200"/>
              </a:spcBef>
              <a:spcAft>
                <a:spcPts val="0"/>
              </a:spcAft>
              <a:buSzPts val="2000"/>
              <a:buFont typeface="Poppins"/>
              <a:buNone/>
              <a:defRPr>
                <a:latin typeface="Poppins"/>
                <a:ea typeface="Poppins"/>
                <a:cs typeface="Poppins"/>
                <a:sym typeface="Poppins"/>
              </a:defRPr>
            </a:lvl1pPr>
            <a:lvl2pPr marL="914400" lvl="1" indent="-228600" rtl="0">
              <a:lnSpc>
                <a:spcPct val="90000"/>
              </a:lnSpc>
              <a:spcBef>
                <a:spcPts val="250"/>
              </a:spcBef>
              <a:spcAft>
                <a:spcPts val="0"/>
              </a:spcAft>
              <a:buSzPts val="1800"/>
              <a:buNone/>
              <a:defRPr/>
            </a:lvl2pPr>
            <a:lvl3pPr marL="1371600" lvl="2" indent="-342900" rtl="0">
              <a:lnSpc>
                <a:spcPct val="90000"/>
              </a:lnSpc>
              <a:spcBef>
                <a:spcPts val="250"/>
              </a:spcBef>
              <a:spcAft>
                <a:spcPts val="0"/>
              </a:spcAft>
              <a:buSzPts val="1800"/>
              <a:buChar char="■"/>
              <a:defRPr/>
            </a:lvl3pPr>
            <a:lvl4pPr marL="1828800" lvl="3" indent="-342900" rtl="0">
              <a:lnSpc>
                <a:spcPct val="90000"/>
              </a:lnSpc>
              <a:spcBef>
                <a:spcPts val="250"/>
              </a:spcBef>
              <a:spcAft>
                <a:spcPts val="0"/>
              </a:spcAft>
              <a:buSzPts val="1800"/>
              <a:buChar char="●"/>
              <a:defRPr/>
            </a:lvl4pPr>
            <a:lvl5pPr marL="2286000" lvl="4" indent="-342900" rtl="0">
              <a:lnSpc>
                <a:spcPct val="90000"/>
              </a:lnSpc>
              <a:spcBef>
                <a:spcPts val="250"/>
              </a:spcBef>
              <a:spcAft>
                <a:spcPts val="0"/>
              </a:spcAft>
              <a:buSzPts val="1800"/>
              <a:buChar char="○"/>
              <a:defRPr/>
            </a:lvl5pPr>
            <a:lvl6pPr marL="2743200" lvl="5" indent="-342900" rtl="0">
              <a:lnSpc>
                <a:spcPct val="90000"/>
              </a:lnSpc>
              <a:spcBef>
                <a:spcPts val="250"/>
              </a:spcBef>
              <a:spcAft>
                <a:spcPts val="0"/>
              </a:spcAft>
              <a:buSzPts val="1800"/>
              <a:buChar char="■"/>
              <a:defRPr/>
            </a:lvl6pPr>
            <a:lvl7pPr marL="3200400" lvl="6" indent="-342900" rtl="0">
              <a:lnSpc>
                <a:spcPct val="90000"/>
              </a:lnSpc>
              <a:spcBef>
                <a:spcPts val="250"/>
              </a:spcBef>
              <a:spcAft>
                <a:spcPts val="0"/>
              </a:spcAft>
              <a:buSzPts val="1800"/>
              <a:buChar char="●"/>
              <a:defRPr/>
            </a:lvl7pPr>
            <a:lvl8pPr marL="3657600" lvl="7" indent="-342900" rtl="0">
              <a:lnSpc>
                <a:spcPct val="90000"/>
              </a:lnSpc>
              <a:spcBef>
                <a:spcPts val="250"/>
              </a:spcBef>
              <a:spcAft>
                <a:spcPts val="0"/>
              </a:spcAft>
              <a:buSzPts val="1800"/>
              <a:buChar char="○"/>
              <a:defRPr/>
            </a:lvl8pPr>
            <a:lvl9pPr marL="4114800" lvl="8" indent="-342900" rtl="0">
              <a:lnSpc>
                <a:spcPct val="90000"/>
              </a:lnSpc>
              <a:spcBef>
                <a:spcPts val="250"/>
              </a:spcBef>
              <a:spcAft>
                <a:spcPts val="250"/>
              </a:spcAft>
              <a:buSzPts val="1800"/>
              <a:buChar char="■"/>
              <a:defRPr/>
            </a:lvl9pPr>
          </a:lstStyle>
          <a:p>
            <a:endParaRPr/>
          </a:p>
        </p:txBody>
      </p:sp>
      <p:sp>
        <p:nvSpPr>
          <p:cNvPr id="94" name="Google Shape;94;p14"/>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 name="Google Shape;95;p14"/>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6" name="Google Shape;96;p14"/>
          <p:cNvSpPr txBox="1"/>
          <p:nvPr/>
        </p:nvSpPr>
        <p:spPr>
          <a:xfrm>
            <a:off x="685800" y="6542675"/>
            <a:ext cx="4456500" cy="26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800" dirty="0">
                <a:solidFill>
                  <a:srgbClr val="595959"/>
                </a:solidFill>
                <a:latin typeface="Poppins"/>
                <a:ea typeface="Poppins"/>
                <a:cs typeface="Poppins"/>
                <a:sym typeface="Poppins"/>
              </a:rPr>
              <a:t>©2025 Percona </a:t>
            </a:r>
            <a:endParaRPr sz="800" dirty="0">
              <a:solidFill>
                <a:srgbClr val="595959"/>
              </a:solidFill>
              <a:latin typeface="Poppins"/>
              <a:ea typeface="Poppins"/>
              <a:cs typeface="Poppins"/>
              <a:sym typeface="Poppins"/>
            </a:endParaRPr>
          </a:p>
        </p:txBody>
      </p:sp>
      <p:pic>
        <p:nvPicPr>
          <p:cNvPr id="97" name="Google Shape;97;p14"/>
          <p:cNvPicPr preferRelativeResize="0"/>
          <p:nvPr/>
        </p:nvPicPr>
        <p:blipFill>
          <a:blip r:embed="rId2">
            <a:alphaModFix/>
          </a:blip>
          <a:stretch>
            <a:fillRect/>
          </a:stretch>
        </p:blipFill>
        <p:spPr>
          <a:xfrm>
            <a:off x="10283356" y="6492875"/>
            <a:ext cx="1245836" cy="2655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1_Title Slide 2 2">
  <p:cSld name="1_Title Slide_2_2">
    <p:bg>
      <p:bgPr>
        <a:solidFill>
          <a:schemeClr val="dk2"/>
        </a:solidFill>
        <a:effectLst/>
      </p:bgPr>
    </p:bg>
    <p:spTree>
      <p:nvGrpSpPr>
        <p:cNvPr id="1" name="Shape 98"/>
        <p:cNvGrpSpPr/>
        <p:nvPr/>
      </p:nvGrpSpPr>
      <p:grpSpPr>
        <a:xfrm>
          <a:off x="0" y="0"/>
          <a:ext cx="0" cy="0"/>
          <a:chOff x="0" y="0"/>
          <a:chExt cx="0" cy="0"/>
        </a:xfrm>
      </p:grpSpPr>
      <p:pic>
        <p:nvPicPr>
          <p:cNvPr id="99" name="Google Shape;99;p15"/>
          <p:cNvPicPr preferRelativeResize="0"/>
          <p:nvPr/>
        </p:nvPicPr>
        <p:blipFill>
          <a:blip r:embed="rId2">
            <a:alphaModFix amt="15000"/>
          </a:blip>
          <a:stretch>
            <a:fillRect/>
          </a:stretch>
        </p:blipFill>
        <p:spPr>
          <a:xfrm>
            <a:off x="-1812375" y="180425"/>
            <a:ext cx="7153714" cy="6194825"/>
          </a:xfrm>
          <a:prstGeom prst="rect">
            <a:avLst/>
          </a:prstGeom>
          <a:noFill/>
          <a:ln>
            <a:noFill/>
          </a:ln>
        </p:spPr>
      </p:pic>
      <p:sp>
        <p:nvSpPr>
          <p:cNvPr id="100" name="Google Shape;100;p15"/>
          <p:cNvSpPr txBox="1">
            <a:spLocks noGrp="1"/>
          </p:cNvSpPr>
          <p:nvPr>
            <p:ph type="title"/>
          </p:nvPr>
        </p:nvSpPr>
        <p:spPr>
          <a:xfrm>
            <a:off x="5010575" y="3497750"/>
            <a:ext cx="82185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4800"/>
              <a:buFont typeface="Poppins Medium"/>
              <a:buChar char="●"/>
              <a:defRPr sz="4800">
                <a:solidFill>
                  <a:schemeClr val="lt1"/>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 name="Google Shape;101;p15"/>
          <p:cNvSpPr txBox="1">
            <a:spLocks noGrp="1"/>
          </p:cNvSpPr>
          <p:nvPr>
            <p:ph type="subTitle" idx="1"/>
          </p:nvPr>
        </p:nvSpPr>
        <p:spPr>
          <a:xfrm>
            <a:off x="5124175" y="4516950"/>
            <a:ext cx="5401800" cy="454500"/>
          </a:xfrm>
          <a:prstGeom prst="rect">
            <a:avLst/>
          </a:prstGeom>
        </p:spPr>
        <p:txBody>
          <a:bodyPr spcFirstLastPara="1" wrap="square" lIns="0" tIns="91425" rIns="0" bIns="0" anchor="t" anchorCtr="0">
            <a:noAutofit/>
          </a:bodyPr>
          <a:lstStyle>
            <a:lvl1pPr lvl="0">
              <a:spcBef>
                <a:spcPts val="1200"/>
              </a:spcBef>
              <a:spcAft>
                <a:spcPts val="0"/>
              </a:spcAft>
              <a:buClr>
                <a:schemeClr val="lt1"/>
              </a:buClr>
              <a:buSzPts val="2000"/>
              <a:buFont typeface="Poppins"/>
              <a:buNone/>
              <a:defRPr>
                <a:solidFill>
                  <a:schemeClr val="lt1"/>
                </a:solidFill>
                <a:latin typeface="Poppins"/>
                <a:ea typeface="Poppins"/>
                <a:cs typeface="Poppins"/>
                <a:sym typeface="Poppins"/>
              </a:defRPr>
            </a:lvl1pPr>
            <a:lvl2pPr lvl="1">
              <a:spcBef>
                <a:spcPts val="250"/>
              </a:spcBef>
              <a:spcAft>
                <a:spcPts val="0"/>
              </a:spcAft>
              <a:buSzPts val="1800"/>
              <a:buNone/>
              <a:defRPr/>
            </a:lvl2pPr>
            <a:lvl3pPr lvl="2">
              <a:spcBef>
                <a:spcPts val="250"/>
              </a:spcBef>
              <a:spcAft>
                <a:spcPts val="0"/>
              </a:spcAft>
              <a:buSzPts val="1600"/>
              <a:buNone/>
              <a:defRPr/>
            </a:lvl3pPr>
            <a:lvl4pPr lvl="3">
              <a:spcBef>
                <a:spcPts val="250"/>
              </a:spcBef>
              <a:spcAft>
                <a:spcPts val="0"/>
              </a:spcAft>
              <a:buSzPts val="1200"/>
              <a:buNone/>
              <a:defRPr/>
            </a:lvl4pPr>
            <a:lvl5pPr lvl="4">
              <a:spcBef>
                <a:spcPts val="250"/>
              </a:spcBef>
              <a:spcAft>
                <a:spcPts val="0"/>
              </a:spcAft>
              <a:buSzPts val="1200"/>
              <a:buNone/>
              <a:defRPr/>
            </a:lvl5pPr>
            <a:lvl6pPr lvl="5">
              <a:spcBef>
                <a:spcPts val="250"/>
              </a:spcBef>
              <a:spcAft>
                <a:spcPts val="0"/>
              </a:spcAft>
              <a:buSzPts val="1800"/>
              <a:buNone/>
              <a:defRPr/>
            </a:lvl6pPr>
            <a:lvl7pPr lvl="6">
              <a:spcBef>
                <a:spcPts val="250"/>
              </a:spcBef>
              <a:spcAft>
                <a:spcPts val="0"/>
              </a:spcAft>
              <a:buSzPts val="1800"/>
              <a:buNone/>
              <a:defRPr/>
            </a:lvl7pPr>
            <a:lvl8pPr lvl="7">
              <a:spcBef>
                <a:spcPts val="250"/>
              </a:spcBef>
              <a:spcAft>
                <a:spcPts val="0"/>
              </a:spcAft>
              <a:buSzPts val="1800"/>
              <a:buNone/>
              <a:defRPr/>
            </a:lvl8pPr>
            <a:lvl9pPr lvl="8">
              <a:spcBef>
                <a:spcPts val="250"/>
              </a:spcBef>
              <a:spcAft>
                <a:spcPts val="250"/>
              </a:spcAft>
              <a:buSzPts val="1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1_Title Slide 2 2 2">
  <p:cSld name="1_Title Slide_2_2_2">
    <p:bg>
      <p:bgPr>
        <a:solidFill>
          <a:schemeClr val="accent5"/>
        </a:solidFill>
        <a:effectLst/>
      </p:bgPr>
    </p:bg>
    <p:spTree>
      <p:nvGrpSpPr>
        <p:cNvPr id="1" name="Shape 102"/>
        <p:cNvGrpSpPr/>
        <p:nvPr/>
      </p:nvGrpSpPr>
      <p:grpSpPr>
        <a:xfrm>
          <a:off x="0" y="0"/>
          <a:ext cx="0" cy="0"/>
          <a:chOff x="0" y="0"/>
          <a:chExt cx="0" cy="0"/>
        </a:xfrm>
      </p:grpSpPr>
      <p:pic>
        <p:nvPicPr>
          <p:cNvPr id="103" name="Google Shape;103;p16"/>
          <p:cNvPicPr preferRelativeResize="0"/>
          <p:nvPr/>
        </p:nvPicPr>
        <p:blipFill>
          <a:blip r:embed="rId2">
            <a:alphaModFix amt="15000"/>
          </a:blip>
          <a:stretch>
            <a:fillRect/>
          </a:stretch>
        </p:blipFill>
        <p:spPr>
          <a:xfrm>
            <a:off x="-1812375" y="180425"/>
            <a:ext cx="7153714" cy="6194825"/>
          </a:xfrm>
          <a:prstGeom prst="rect">
            <a:avLst/>
          </a:prstGeom>
          <a:noFill/>
          <a:ln>
            <a:noFill/>
          </a:ln>
        </p:spPr>
      </p:pic>
      <p:sp>
        <p:nvSpPr>
          <p:cNvPr id="104" name="Google Shape;104;p16"/>
          <p:cNvSpPr txBox="1">
            <a:spLocks noGrp="1"/>
          </p:cNvSpPr>
          <p:nvPr>
            <p:ph type="title"/>
          </p:nvPr>
        </p:nvSpPr>
        <p:spPr>
          <a:xfrm>
            <a:off x="5010575" y="3497750"/>
            <a:ext cx="82185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4800"/>
              <a:buFont typeface="Poppins Medium"/>
              <a:buChar char="●"/>
              <a:defRPr sz="4800">
                <a:solidFill>
                  <a:schemeClr val="lt1"/>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5" name="Google Shape;105;p16"/>
          <p:cNvSpPr txBox="1">
            <a:spLocks noGrp="1"/>
          </p:cNvSpPr>
          <p:nvPr>
            <p:ph type="subTitle" idx="1"/>
          </p:nvPr>
        </p:nvSpPr>
        <p:spPr>
          <a:xfrm>
            <a:off x="5124175" y="4516950"/>
            <a:ext cx="5401800" cy="454500"/>
          </a:xfrm>
          <a:prstGeom prst="rect">
            <a:avLst/>
          </a:prstGeom>
        </p:spPr>
        <p:txBody>
          <a:bodyPr spcFirstLastPara="1" wrap="square" lIns="0" tIns="91425" rIns="0" bIns="0" anchor="t" anchorCtr="0">
            <a:noAutofit/>
          </a:bodyPr>
          <a:lstStyle>
            <a:lvl1pPr lvl="0" rtl="0">
              <a:spcBef>
                <a:spcPts val="1200"/>
              </a:spcBef>
              <a:spcAft>
                <a:spcPts val="0"/>
              </a:spcAft>
              <a:buClr>
                <a:schemeClr val="lt1"/>
              </a:buClr>
              <a:buSzPts val="2000"/>
              <a:buFont typeface="Poppins"/>
              <a:buNone/>
              <a:defRPr>
                <a:solidFill>
                  <a:schemeClr val="lt1"/>
                </a:solidFill>
                <a:latin typeface="Poppins"/>
                <a:ea typeface="Poppins"/>
                <a:cs typeface="Poppins"/>
                <a:sym typeface="Poppins"/>
              </a:defRPr>
            </a:lvl1pPr>
            <a:lvl2pPr lvl="1" rtl="0">
              <a:spcBef>
                <a:spcPts val="250"/>
              </a:spcBef>
              <a:spcAft>
                <a:spcPts val="0"/>
              </a:spcAft>
              <a:buSzPts val="1800"/>
              <a:buNone/>
              <a:defRPr/>
            </a:lvl2pPr>
            <a:lvl3pPr lvl="2" rtl="0">
              <a:spcBef>
                <a:spcPts val="250"/>
              </a:spcBef>
              <a:spcAft>
                <a:spcPts val="0"/>
              </a:spcAft>
              <a:buSzPts val="1600"/>
              <a:buNone/>
              <a:defRPr/>
            </a:lvl3pPr>
            <a:lvl4pPr lvl="3" rtl="0">
              <a:spcBef>
                <a:spcPts val="250"/>
              </a:spcBef>
              <a:spcAft>
                <a:spcPts val="0"/>
              </a:spcAft>
              <a:buSzPts val="1200"/>
              <a:buNone/>
              <a:defRPr/>
            </a:lvl4pPr>
            <a:lvl5pPr lvl="4" rtl="0">
              <a:spcBef>
                <a:spcPts val="250"/>
              </a:spcBef>
              <a:spcAft>
                <a:spcPts val="0"/>
              </a:spcAft>
              <a:buSzPts val="1200"/>
              <a:buNone/>
              <a:defRPr/>
            </a:lvl5pPr>
            <a:lvl6pPr lvl="5" rtl="0">
              <a:spcBef>
                <a:spcPts val="250"/>
              </a:spcBef>
              <a:spcAft>
                <a:spcPts val="0"/>
              </a:spcAft>
              <a:buSzPts val="1800"/>
              <a:buNone/>
              <a:defRPr/>
            </a:lvl6pPr>
            <a:lvl7pPr lvl="6" rtl="0">
              <a:spcBef>
                <a:spcPts val="250"/>
              </a:spcBef>
              <a:spcAft>
                <a:spcPts val="0"/>
              </a:spcAft>
              <a:buSzPts val="1800"/>
              <a:buNone/>
              <a:defRPr/>
            </a:lvl7pPr>
            <a:lvl8pPr lvl="7" rtl="0">
              <a:spcBef>
                <a:spcPts val="250"/>
              </a:spcBef>
              <a:spcAft>
                <a:spcPts val="0"/>
              </a:spcAft>
              <a:buSzPts val="1800"/>
              <a:buNone/>
              <a:defRPr/>
            </a:lvl8pPr>
            <a:lvl9pPr lvl="8" rtl="0">
              <a:spcBef>
                <a:spcPts val="250"/>
              </a:spcBef>
              <a:spcAft>
                <a:spcPts val="250"/>
              </a:spcAft>
              <a:buSzPts val="1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1_Title Slide 2 2 1">
  <p:cSld name="1_Title Slide_2_2_1">
    <p:bg>
      <p:bgPr>
        <a:solidFill>
          <a:schemeClr val="accent1"/>
        </a:solidFill>
        <a:effectLst/>
      </p:bgPr>
    </p:bg>
    <p:spTree>
      <p:nvGrpSpPr>
        <p:cNvPr id="1" name="Shape 106"/>
        <p:cNvGrpSpPr/>
        <p:nvPr/>
      </p:nvGrpSpPr>
      <p:grpSpPr>
        <a:xfrm>
          <a:off x="0" y="0"/>
          <a:ext cx="0" cy="0"/>
          <a:chOff x="0" y="0"/>
          <a:chExt cx="0" cy="0"/>
        </a:xfrm>
      </p:grpSpPr>
      <p:pic>
        <p:nvPicPr>
          <p:cNvPr id="107" name="Google Shape;107;p17"/>
          <p:cNvPicPr preferRelativeResize="0"/>
          <p:nvPr/>
        </p:nvPicPr>
        <p:blipFill>
          <a:blip r:embed="rId2">
            <a:alphaModFix amt="15000"/>
          </a:blip>
          <a:stretch>
            <a:fillRect/>
          </a:stretch>
        </p:blipFill>
        <p:spPr>
          <a:xfrm>
            <a:off x="-1812375" y="180425"/>
            <a:ext cx="7153714" cy="6194825"/>
          </a:xfrm>
          <a:prstGeom prst="rect">
            <a:avLst/>
          </a:prstGeom>
          <a:noFill/>
          <a:ln>
            <a:noFill/>
          </a:ln>
        </p:spPr>
      </p:pic>
      <p:sp>
        <p:nvSpPr>
          <p:cNvPr id="108" name="Google Shape;108;p17"/>
          <p:cNvSpPr txBox="1">
            <a:spLocks noGrp="1"/>
          </p:cNvSpPr>
          <p:nvPr>
            <p:ph type="title"/>
          </p:nvPr>
        </p:nvSpPr>
        <p:spPr>
          <a:xfrm>
            <a:off x="5010575" y="3497750"/>
            <a:ext cx="82185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4800"/>
              <a:buFont typeface="Poppins Medium"/>
              <a:buChar char="●"/>
              <a:defRPr sz="4800">
                <a:solidFill>
                  <a:schemeClr val="lt1"/>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9" name="Google Shape;109;p17"/>
          <p:cNvSpPr txBox="1">
            <a:spLocks noGrp="1"/>
          </p:cNvSpPr>
          <p:nvPr>
            <p:ph type="subTitle" idx="1"/>
          </p:nvPr>
        </p:nvSpPr>
        <p:spPr>
          <a:xfrm>
            <a:off x="5124175" y="4516950"/>
            <a:ext cx="5401800" cy="454500"/>
          </a:xfrm>
          <a:prstGeom prst="rect">
            <a:avLst/>
          </a:prstGeom>
        </p:spPr>
        <p:txBody>
          <a:bodyPr spcFirstLastPara="1" wrap="square" lIns="0" tIns="91425" rIns="0" bIns="0" anchor="t" anchorCtr="0">
            <a:noAutofit/>
          </a:bodyPr>
          <a:lstStyle>
            <a:lvl1pPr lvl="0" rtl="0">
              <a:spcBef>
                <a:spcPts val="1200"/>
              </a:spcBef>
              <a:spcAft>
                <a:spcPts val="0"/>
              </a:spcAft>
              <a:buClr>
                <a:schemeClr val="lt1"/>
              </a:buClr>
              <a:buSzPts val="2000"/>
              <a:buFont typeface="Poppins"/>
              <a:buNone/>
              <a:defRPr>
                <a:solidFill>
                  <a:schemeClr val="lt1"/>
                </a:solidFill>
                <a:latin typeface="Poppins"/>
                <a:ea typeface="Poppins"/>
                <a:cs typeface="Poppins"/>
                <a:sym typeface="Poppins"/>
              </a:defRPr>
            </a:lvl1pPr>
            <a:lvl2pPr lvl="1" rtl="0">
              <a:spcBef>
                <a:spcPts val="250"/>
              </a:spcBef>
              <a:spcAft>
                <a:spcPts val="0"/>
              </a:spcAft>
              <a:buSzPts val="1800"/>
              <a:buNone/>
              <a:defRPr/>
            </a:lvl2pPr>
            <a:lvl3pPr lvl="2" rtl="0">
              <a:spcBef>
                <a:spcPts val="250"/>
              </a:spcBef>
              <a:spcAft>
                <a:spcPts val="0"/>
              </a:spcAft>
              <a:buSzPts val="1600"/>
              <a:buNone/>
              <a:defRPr/>
            </a:lvl3pPr>
            <a:lvl4pPr lvl="3" rtl="0">
              <a:spcBef>
                <a:spcPts val="250"/>
              </a:spcBef>
              <a:spcAft>
                <a:spcPts val="0"/>
              </a:spcAft>
              <a:buSzPts val="1200"/>
              <a:buNone/>
              <a:defRPr/>
            </a:lvl4pPr>
            <a:lvl5pPr lvl="4" rtl="0">
              <a:spcBef>
                <a:spcPts val="250"/>
              </a:spcBef>
              <a:spcAft>
                <a:spcPts val="0"/>
              </a:spcAft>
              <a:buSzPts val="1200"/>
              <a:buNone/>
              <a:defRPr/>
            </a:lvl5pPr>
            <a:lvl6pPr lvl="5" rtl="0">
              <a:spcBef>
                <a:spcPts val="250"/>
              </a:spcBef>
              <a:spcAft>
                <a:spcPts val="0"/>
              </a:spcAft>
              <a:buSzPts val="1800"/>
              <a:buNone/>
              <a:defRPr/>
            </a:lvl6pPr>
            <a:lvl7pPr lvl="6" rtl="0">
              <a:spcBef>
                <a:spcPts val="250"/>
              </a:spcBef>
              <a:spcAft>
                <a:spcPts val="0"/>
              </a:spcAft>
              <a:buSzPts val="1800"/>
              <a:buNone/>
              <a:defRPr/>
            </a:lvl7pPr>
            <a:lvl8pPr lvl="7" rtl="0">
              <a:spcBef>
                <a:spcPts val="250"/>
              </a:spcBef>
              <a:spcAft>
                <a:spcPts val="0"/>
              </a:spcAft>
              <a:buSzPts val="1800"/>
              <a:buNone/>
              <a:defRPr/>
            </a:lvl8pPr>
            <a:lvl9pPr lvl="8" rtl="0">
              <a:spcBef>
                <a:spcPts val="250"/>
              </a:spcBef>
              <a:spcAft>
                <a:spcPts val="250"/>
              </a:spcAft>
              <a:buSzPts val="1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1_Title Slide 2 2 1 1">
  <p:cSld name="1_Title Slide_2_2_1_1">
    <p:bg>
      <p:bgPr>
        <a:solidFill>
          <a:schemeClr val="accent3"/>
        </a:solidFill>
        <a:effectLst/>
      </p:bgPr>
    </p:bg>
    <p:spTree>
      <p:nvGrpSpPr>
        <p:cNvPr id="1" name="Shape 110"/>
        <p:cNvGrpSpPr/>
        <p:nvPr/>
      </p:nvGrpSpPr>
      <p:grpSpPr>
        <a:xfrm>
          <a:off x="0" y="0"/>
          <a:ext cx="0" cy="0"/>
          <a:chOff x="0" y="0"/>
          <a:chExt cx="0" cy="0"/>
        </a:xfrm>
      </p:grpSpPr>
      <p:pic>
        <p:nvPicPr>
          <p:cNvPr id="111" name="Google Shape;111;p18"/>
          <p:cNvPicPr preferRelativeResize="0"/>
          <p:nvPr/>
        </p:nvPicPr>
        <p:blipFill>
          <a:blip r:embed="rId2">
            <a:alphaModFix amt="15000"/>
          </a:blip>
          <a:stretch>
            <a:fillRect/>
          </a:stretch>
        </p:blipFill>
        <p:spPr>
          <a:xfrm>
            <a:off x="-1812375" y="180425"/>
            <a:ext cx="7153714" cy="6194825"/>
          </a:xfrm>
          <a:prstGeom prst="rect">
            <a:avLst/>
          </a:prstGeom>
          <a:noFill/>
          <a:ln>
            <a:noFill/>
          </a:ln>
        </p:spPr>
      </p:pic>
      <p:sp>
        <p:nvSpPr>
          <p:cNvPr id="112" name="Google Shape;112;p18"/>
          <p:cNvSpPr txBox="1">
            <a:spLocks noGrp="1"/>
          </p:cNvSpPr>
          <p:nvPr>
            <p:ph type="title"/>
          </p:nvPr>
        </p:nvSpPr>
        <p:spPr>
          <a:xfrm>
            <a:off x="5010575" y="3497750"/>
            <a:ext cx="82185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4800"/>
              <a:buFont typeface="Poppins Medium"/>
              <a:buChar char="●"/>
              <a:defRPr sz="4800">
                <a:solidFill>
                  <a:schemeClr val="lt1"/>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3" name="Google Shape;113;p18"/>
          <p:cNvSpPr txBox="1">
            <a:spLocks noGrp="1"/>
          </p:cNvSpPr>
          <p:nvPr>
            <p:ph type="subTitle" idx="1"/>
          </p:nvPr>
        </p:nvSpPr>
        <p:spPr>
          <a:xfrm>
            <a:off x="5124175" y="4516950"/>
            <a:ext cx="5401800" cy="454500"/>
          </a:xfrm>
          <a:prstGeom prst="rect">
            <a:avLst/>
          </a:prstGeom>
        </p:spPr>
        <p:txBody>
          <a:bodyPr spcFirstLastPara="1" wrap="square" lIns="0" tIns="91425" rIns="0" bIns="0" anchor="t" anchorCtr="0">
            <a:noAutofit/>
          </a:bodyPr>
          <a:lstStyle>
            <a:lvl1pPr lvl="0" rtl="0">
              <a:spcBef>
                <a:spcPts val="1200"/>
              </a:spcBef>
              <a:spcAft>
                <a:spcPts val="0"/>
              </a:spcAft>
              <a:buClr>
                <a:schemeClr val="lt1"/>
              </a:buClr>
              <a:buSzPts val="2000"/>
              <a:buFont typeface="Poppins"/>
              <a:buNone/>
              <a:defRPr>
                <a:solidFill>
                  <a:schemeClr val="lt1"/>
                </a:solidFill>
                <a:latin typeface="Poppins"/>
                <a:ea typeface="Poppins"/>
                <a:cs typeface="Poppins"/>
                <a:sym typeface="Poppins"/>
              </a:defRPr>
            </a:lvl1pPr>
            <a:lvl2pPr lvl="1" rtl="0">
              <a:spcBef>
                <a:spcPts val="250"/>
              </a:spcBef>
              <a:spcAft>
                <a:spcPts val="0"/>
              </a:spcAft>
              <a:buSzPts val="1800"/>
              <a:buNone/>
              <a:defRPr/>
            </a:lvl2pPr>
            <a:lvl3pPr lvl="2" rtl="0">
              <a:spcBef>
                <a:spcPts val="250"/>
              </a:spcBef>
              <a:spcAft>
                <a:spcPts val="0"/>
              </a:spcAft>
              <a:buSzPts val="1600"/>
              <a:buNone/>
              <a:defRPr/>
            </a:lvl3pPr>
            <a:lvl4pPr lvl="3" rtl="0">
              <a:spcBef>
                <a:spcPts val="250"/>
              </a:spcBef>
              <a:spcAft>
                <a:spcPts val="0"/>
              </a:spcAft>
              <a:buSzPts val="1200"/>
              <a:buNone/>
              <a:defRPr/>
            </a:lvl4pPr>
            <a:lvl5pPr lvl="4" rtl="0">
              <a:spcBef>
                <a:spcPts val="250"/>
              </a:spcBef>
              <a:spcAft>
                <a:spcPts val="0"/>
              </a:spcAft>
              <a:buSzPts val="1200"/>
              <a:buNone/>
              <a:defRPr/>
            </a:lvl5pPr>
            <a:lvl6pPr lvl="5" rtl="0">
              <a:spcBef>
                <a:spcPts val="250"/>
              </a:spcBef>
              <a:spcAft>
                <a:spcPts val="0"/>
              </a:spcAft>
              <a:buSzPts val="1800"/>
              <a:buNone/>
              <a:defRPr/>
            </a:lvl6pPr>
            <a:lvl7pPr lvl="6" rtl="0">
              <a:spcBef>
                <a:spcPts val="250"/>
              </a:spcBef>
              <a:spcAft>
                <a:spcPts val="0"/>
              </a:spcAft>
              <a:buSzPts val="1800"/>
              <a:buNone/>
              <a:defRPr/>
            </a:lvl7pPr>
            <a:lvl8pPr lvl="7" rtl="0">
              <a:spcBef>
                <a:spcPts val="250"/>
              </a:spcBef>
              <a:spcAft>
                <a:spcPts val="0"/>
              </a:spcAft>
              <a:buSzPts val="1800"/>
              <a:buNone/>
              <a:defRPr/>
            </a:lvl8pPr>
            <a:lvl9pPr lvl="8" rtl="0">
              <a:spcBef>
                <a:spcPts val="250"/>
              </a:spcBef>
              <a:spcAft>
                <a:spcPts val="250"/>
              </a:spcAft>
              <a:buSzPts val="1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1_Title Slide 2 2 1 1 1">
  <p:cSld name="1_Title Slide_2_2_1_1_1">
    <p:bg>
      <p:bgPr>
        <a:solidFill>
          <a:schemeClr val="accent4"/>
        </a:solidFill>
        <a:effectLst/>
      </p:bgPr>
    </p:bg>
    <p:spTree>
      <p:nvGrpSpPr>
        <p:cNvPr id="1" name="Shape 114"/>
        <p:cNvGrpSpPr/>
        <p:nvPr/>
      </p:nvGrpSpPr>
      <p:grpSpPr>
        <a:xfrm>
          <a:off x="0" y="0"/>
          <a:ext cx="0" cy="0"/>
          <a:chOff x="0" y="0"/>
          <a:chExt cx="0" cy="0"/>
        </a:xfrm>
      </p:grpSpPr>
      <p:pic>
        <p:nvPicPr>
          <p:cNvPr id="115" name="Google Shape;115;p19"/>
          <p:cNvPicPr preferRelativeResize="0"/>
          <p:nvPr/>
        </p:nvPicPr>
        <p:blipFill>
          <a:blip r:embed="rId2">
            <a:alphaModFix amt="15000"/>
          </a:blip>
          <a:stretch>
            <a:fillRect/>
          </a:stretch>
        </p:blipFill>
        <p:spPr>
          <a:xfrm>
            <a:off x="-1812375" y="180425"/>
            <a:ext cx="7153714" cy="6194825"/>
          </a:xfrm>
          <a:prstGeom prst="rect">
            <a:avLst/>
          </a:prstGeom>
          <a:noFill/>
          <a:ln>
            <a:noFill/>
          </a:ln>
        </p:spPr>
      </p:pic>
      <p:sp>
        <p:nvSpPr>
          <p:cNvPr id="116" name="Google Shape;116;p19"/>
          <p:cNvSpPr txBox="1">
            <a:spLocks noGrp="1"/>
          </p:cNvSpPr>
          <p:nvPr>
            <p:ph type="title"/>
          </p:nvPr>
        </p:nvSpPr>
        <p:spPr>
          <a:xfrm>
            <a:off x="5010575" y="3497750"/>
            <a:ext cx="82185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4800"/>
              <a:buFont typeface="Poppins Medium"/>
              <a:buChar char="●"/>
              <a:defRPr sz="4800">
                <a:solidFill>
                  <a:schemeClr val="lt1"/>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19"/>
          <p:cNvSpPr txBox="1">
            <a:spLocks noGrp="1"/>
          </p:cNvSpPr>
          <p:nvPr>
            <p:ph type="subTitle" idx="1"/>
          </p:nvPr>
        </p:nvSpPr>
        <p:spPr>
          <a:xfrm>
            <a:off x="5124175" y="4516950"/>
            <a:ext cx="5401800" cy="454500"/>
          </a:xfrm>
          <a:prstGeom prst="rect">
            <a:avLst/>
          </a:prstGeom>
        </p:spPr>
        <p:txBody>
          <a:bodyPr spcFirstLastPara="1" wrap="square" lIns="0" tIns="91425" rIns="0" bIns="0" anchor="t" anchorCtr="0">
            <a:noAutofit/>
          </a:bodyPr>
          <a:lstStyle>
            <a:lvl1pPr lvl="0" rtl="0">
              <a:spcBef>
                <a:spcPts val="1200"/>
              </a:spcBef>
              <a:spcAft>
                <a:spcPts val="0"/>
              </a:spcAft>
              <a:buClr>
                <a:schemeClr val="lt1"/>
              </a:buClr>
              <a:buSzPts val="2000"/>
              <a:buFont typeface="Poppins"/>
              <a:buNone/>
              <a:defRPr>
                <a:solidFill>
                  <a:schemeClr val="lt1"/>
                </a:solidFill>
                <a:latin typeface="Poppins"/>
                <a:ea typeface="Poppins"/>
                <a:cs typeface="Poppins"/>
                <a:sym typeface="Poppins"/>
              </a:defRPr>
            </a:lvl1pPr>
            <a:lvl2pPr lvl="1" rtl="0">
              <a:spcBef>
                <a:spcPts val="250"/>
              </a:spcBef>
              <a:spcAft>
                <a:spcPts val="0"/>
              </a:spcAft>
              <a:buSzPts val="1800"/>
              <a:buNone/>
              <a:defRPr/>
            </a:lvl2pPr>
            <a:lvl3pPr lvl="2" rtl="0">
              <a:spcBef>
                <a:spcPts val="250"/>
              </a:spcBef>
              <a:spcAft>
                <a:spcPts val="0"/>
              </a:spcAft>
              <a:buSzPts val="1600"/>
              <a:buNone/>
              <a:defRPr/>
            </a:lvl3pPr>
            <a:lvl4pPr lvl="3" rtl="0">
              <a:spcBef>
                <a:spcPts val="250"/>
              </a:spcBef>
              <a:spcAft>
                <a:spcPts val="0"/>
              </a:spcAft>
              <a:buSzPts val="1200"/>
              <a:buNone/>
              <a:defRPr/>
            </a:lvl4pPr>
            <a:lvl5pPr lvl="4" rtl="0">
              <a:spcBef>
                <a:spcPts val="250"/>
              </a:spcBef>
              <a:spcAft>
                <a:spcPts val="0"/>
              </a:spcAft>
              <a:buSzPts val="1200"/>
              <a:buNone/>
              <a:defRPr/>
            </a:lvl5pPr>
            <a:lvl6pPr lvl="5" rtl="0">
              <a:spcBef>
                <a:spcPts val="250"/>
              </a:spcBef>
              <a:spcAft>
                <a:spcPts val="0"/>
              </a:spcAft>
              <a:buSzPts val="1800"/>
              <a:buNone/>
              <a:defRPr/>
            </a:lvl6pPr>
            <a:lvl7pPr lvl="6" rtl="0">
              <a:spcBef>
                <a:spcPts val="250"/>
              </a:spcBef>
              <a:spcAft>
                <a:spcPts val="0"/>
              </a:spcAft>
              <a:buSzPts val="1800"/>
              <a:buNone/>
              <a:defRPr/>
            </a:lvl7pPr>
            <a:lvl8pPr lvl="7" rtl="0">
              <a:spcBef>
                <a:spcPts val="250"/>
              </a:spcBef>
              <a:spcAft>
                <a:spcPts val="0"/>
              </a:spcAft>
              <a:buSzPts val="1800"/>
              <a:buNone/>
              <a:defRPr/>
            </a:lvl8pPr>
            <a:lvl9pPr lvl="8" rtl="0">
              <a:spcBef>
                <a:spcPts val="250"/>
              </a:spcBef>
              <a:spcAft>
                <a:spcPts val="250"/>
              </a:spcAft>
              <a:buSzPts val="1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_Title Slide 2 1">
  <p:cSld name="1_Title Slide_2_1">
    <p:spTree>
      <p:nvGrpSpPr>
        <p:cNvPr id="1" name="Shape 118"/>
        <p:cNvGrpSpPr/>
        <p:nvPr/>
      </p:nvGrpSpPr>
      <p:grpSpPr>
        <a:xfrm>
          <a:off x="0" y="0"/>
          <a:ext cx="0" cy="0"/>
          <a:chOff x="0" y="0"/>
          <a:chExt cx="0" cy="0"/>
        </a:xfrm>
      </p:grpSpPr>
      <p:sp>
        <p:nvSpPr>
          <p:cNvPr id="119" name="Google Shape;119;p20"/>
          <p:cNvSpPr/>
          <p:nvPr/>
        </p:nvSpPr>
        <p:spPr>
          <a:xfrm>
            <a:off x="-63100" y="-75725"/>
            <a:ext cx="315000" cy="70098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0"/>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1" name="Google Shape;121;p20"/>
          <p:cNvSpPr txBox="1"/>
          <p:nvPr/>
        </p:nvSpPr>
        <p:spPr>
          <a:xfrm>
            <a:off x="685800" y="6542675"/>
            <a:ext cx="4456500" cy="26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800" dirty="0">
                <a:solidFill>
                  <a:srgbClr val="595959"/>
                </a:solidFill>
                <a:latin typeface="Poppins"/>
                <a:ea typeface="Poppins"/>
                <a:cs typeface="Poppins"/>
                <a:sym typeface="Poppins"/>
              </a:rPr>
              <a:t>©2025 Percona </a:t>
            </a:r>
            <a:endParaRPr sz="800" dirty="0">
              <a:solidFill>
                <a:srgbClr val="595959"/>
              </a:solidFill>
              <a:latin typeface="Poppins"/>
              <a:ea typeface="Poppins"/>
              <a:cs typeface="Poppins"/>
              <a:sym typeface="Poppins"/>
            </a:endParaRPr>
          </a:p>
        </p:txBody>
      </p:sp>
      <p:pic>
        <p:nvPicPr>
          <p:cNvPr id="122" name="Google Shape;122;p20"/>
          <p:cNvPicPr preferRelativeResize="0"/>
          <p:nvPr/>
        </p:nvPicPr>
        <p:blipFill>
          <a:blip r:embed="rId2">
            <a:alphaModFix/>
          </a:blip>
          <a:stretch>
            <a:fillRect/>
          </a:stretch>
        </p:blipFill>
        <p:spPr>
          <a:xfrm>
            <a:off x="10283356" y="6492875"/>
            <a:ext cx="1245836" cy="2655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685800" y="6542675"/>
            <a:ext cx="4456500" cy="26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800" dirty="0">
                <a:solidFill>
                  <a:srgbClr val="595959"/>
                </a:solidFill>
                <a:latin typeface="Poppins"/>
                <a:ea typeface="Poppins"/>
                <a:cs typeface="Poppins"/>
                <a:sym typeface="Poppins"/>
              </a:rPr>
              <a:t>©2025 Percona</a:t>
            </a:r>
            <a:endParaRPr sz="800" dirty="0">
              <a:solidFill>
                <a:srgbClr val="595959"/>
              </a:solidFill>
              <a:latin typeface="Poppins"/>
              <a:ea typeface="Poppins"/>
              <a:cs typeface="Poppins"/>
              <a:sym typeface="Poppins"/>
            </a:endParaRPr>
          </a:p>
        </p:txBody>
      </p:sp>
      <p:sp>
        <p:nvSpPr>
          <p:cNvPr id="11" name="Google Shape;11;p1"/>
          <p:cNvSpPr txBox="1">
            <a:spLocks noGrp="1"/>
          </p:cNvSpPr>
          <p:nvPr>
            <p:ph type="sldNum" idx="12"/>
          </p:nvPr>
        </p:nvSpPr>
        <p:spPr>
          <a:xfrm>
            <a:off x="10661090" y="6492900"/>
            <a:ext cx="1530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100">
                <a:solidFill>
                  <a:srgbClr val="0E1A53"/>
                </a:solidFill>
                <a:latin typeface="Poppins"/>
                <a:ea typeface="Poppins"/>
                <a:cs typeface="Poppins"/>
                <a:sym typeface="Poppins"/>
              </a:defRPr>
            </a:lvl1pPr>
            <a:lvl2pPr marL="0" lvl="1" indent="0" algn="r" rtl="0">
              <a:spcBef>
                <a:spcPts val="0"/>
              </a:spcBef>
              <a:buNone/>
              <a:defRPr sz="1100">
                <a:solidFill>
                  <a:srgbClr val="0E1A53"/>
                </a:solidFill>
                <a:latin typeface="Poppins"/>
                <a:ea typeface="Poppins"/>
                <a:cs typeface="Poppins"/>
                <a:sym typeface="Poppins"/>
              </a:defRPr>
            </a:lvl2pPr>
            <a:lvl3pPr marL="0" lvl="2" indent="0" algn="r" rtl="0">
              <a:spcBef>
                <a:spcPts val="0"/>
              </a:spcBef>
              <a:buNone/>
              <a:defRPr sz="1100">
                <a:solidFill>
                  <a:srgbClr val="0E1A53"/>
                </a:solidFill>
                <a:latin typeface="Poppins"/>
                <a:ea typeface="Poppins"/>
                <a:cs typeface="Poppins"/>
                <a:sym typeface="Poppins"/>
              </a:defRPr>
            </a:lvl3pPr>
            <a:lvl4pPr marL="0" lvl="3" indent="0" algn="r" rtl="0">
              <a:spcBef>
                <a:spcPts val="0"/>
              </a:spcBef>
              <a:buNone/>
              <a:defRPr sz="1100">
                <a:solidFill>
                  <a:srgbClr val="0E1A53"/>
                </a:solidFill>
                <a:latin typeface="Poppins"/>
                <a:ea typeface="Poppins"/>
                <a:cs typeface="Poppins"/>
                <a:sym typeface="Poppins"/>
              </a:defRPr>
            </a:lvl4pPr>
            <a:lvl5pPr marL="0" lvl="4" indent="0" algn="r" rtl="0">
              <a:spcBef>
                <a:spcPts val="0"/>
              </a:spcBef>
              <a:buNone/>
              <a:defRPr sz="1100">
                <a:solidFill>
                  <a:srgbClr val="0E1A53"/>
                </a:solidFill>
                <a:latin typeface="Poppins"/>
                <a:ea typeface="Poppins"/>
                <a:cs typeface="Poppins"/>
                <a:sym typeface="Poppins"/>
              </a:defRPr>
            </a:lvl5pPr>
            <a:lvl6pPr marL="0" lvl="5" indent="0" algn="r" rtl="0">
              <a:spcBef>
                <a:spcPts val="0"/>
              </a:spcBef>
              <a:buNone/>
              <a:defRPr sz="1100">
                <a:solidFill>
                  <a:srgbClr val="0E1A53"/>
                </a:solidFill>
                <a:latin typeface="Poppins"/>
                <a:ea typeface="Poppins"/>
                <a:cs typeface="Poppins"/>
                <a:sym typeface="Poppins"/>
              </a:defRPr>
            </a:lvl6pPr>
            <a:lvl7pPr marL="0" lvl="6" indent="0" algn="r" rtl="0">
              <a:spcBef>
                <a:spcPts val="0"/>
              </a:spcBef>
              <a:buNone/>
              <a:defRPr sz="1100">
                <a:solidFill>
                  <a:srgbClr val="0E1A53"/>
                </a:solidFill>
                <a:latin typeface="Poppins"/>
                <a:ea typeface="Poppins"/>
                <a:cs typeface="Poppins"/>
                <a:sym typeface="Poppins"/>
              </a:defRPr>
            </a:lvl7pPr>
            <a:lvl8pPr marL="0" lvl="7" indent="0" algn="r" rtl="0">
              <a:spcBef>
                <a:spcPts val="0"/>
              </a:spcBef>
              <a:buNone/>
              <a:defRPr sz="1100">
                <a:solidFill>
                  <a:srgbClr val="0E1A53"/>
                </a:solidFill>
                <a:latin typeface="Poppins"/>
                <a:ea typeface="Poppins"/>
                <a:cs typeface="Poppins"/>
                <a:sym typeface="Poppins"/>
              </a:defRPr>
            </a:lvl8pPr>
            <a:lvl9pPr marL="0" lvl="8" indent="0" algn="r" rtl="0">
              <a:spcBef>
                <a:spcPts val="0"/>
              </a:spcBef>
              <a:buNone/>
              <a:defRPr sz="1100">
                <a:solidFill>
                  <a:srgbClr val="0E1A53"/>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1"/>
          <p:cNvSpPr/>
          <p:nvPr/>
        </p:nvSpPr>
        <p:spPr>
          <a:xfrm>
            <a:off x="-63100" y="-75725"/>
            <a:ext cx="315000" cy="7009800"/>
          </a:xfrm>
          <a:prstGeom prst="rect">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txBox="1">
            <a:spLocks noGrp="1"/>
          </p:cNvSpPr>
          <p:nvPr>
            <p:ph type="title"/>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2"/>
              </a:buClr>
              <a:buSzPts val="3600"/>
              <a:buFont typeface="Poppins Medium"/>
              <a:buChar char="●"/>
              <a:defRPr sz="3400">
                <a:solidFill>
                  <a:schemeClr val="dk2"/>
                </a:solidFill>
                <a:latin typeface="Poppins Medium"/>
                <a:ea typeface="Poppins Medium"/>
                <a:cs typeface="Poppins Medium"/>
                <a:sym typeface="Poppi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 name="Google Shape;14;p1"/>
          <p:cNvSpPr txBox="1">
            <a:spLocks noGrp="1"/>
          </p:cNvSpPr>
          <p:nvPr>
            <p:ph type="body" idx="1"/>
          </p:nvPr>
        </p:nvSpPr>
        <p:spPr>
          <a:xfrm>
            <a:off x="2865002" y="2200750"/>
            <a:ext cx="4559700" cy="3524400"/>
          </a:xfrm>
          <a:prstGeom prst="rect">
            <a:avLst/>
          </a:prstGeom>
          <a:noFill/>
          <a:ln>
            <a:noFill/>
          </a:ln>
        </p:spPr>
        <p:txBody>
          <a:bodyPr spcFirstLastPara="1" wrap="square" lIns="0" tIns="91425" rIns="0" bIns="0" anchor="t" anchorCtr="0">
            <a:noAutofit/>
          </a:bodyPr>
          <a:lstStyle>
            <a:lvl1pPr marL="457200" lvl="0" indent="-228600" rtl="0">
              <a:lnSpc>
                <a:spcPct val="90000"/>
              </a:lnSpc>
              <a:spcBef>
                <a:spcPts val="1200"/>
              </a:spcBef>
              <a:spcAft>
                <a:spcPts val="0"/>
              </a:spcAft>
              <a:buClr>
                <a:schemeClr val="dk2"/>
              </a:buClr>
              <a:buSzPts val="2000"/>
              <a:buFont typeface="Poppins Medium"/>
              <a:buNone/>
              <a:defRPr sz="2000" u="none">
                <a:solidFill>
                  <a:schemeClr val="dk2"/>
                </a:solidFill>
                <a:latin typeface="Poppins Medium"/>
                <a:ea typeface="Poppins Medium"/>
                <a:cs typeface="Poppins Medium"/>
                <a:sym typeface="Poppins Medium"/>
              </a:defRPr>
            </a:lvl1pPr>
            <a:lvl2pPr marL="914400" lvl="1" indent="-228600" algn="l" rtl="0">
              <a:lnSpc>
                <a:spcPct val="90000"/>
              </a:lnSpc>
              <a:spcBef>
                <a:spcPts val="250"/>
              </a:spcBef>
              <a:spcAft>
                <a:spcPts val="0"/>
              </a:spcAft>
              <a:buClr>
                <a:schemeClr val="dk2"/>
              </a:buClr>
              <a:buSzPts val="1800"/>
              <a:buFont typeface="Poppins"/>
              <a:buNone/>
              <a:defRPr sz="1800">
                <a:solidFill>
                  <a:schemeClr val="dk2"/>
                </a:solidFill>
                <a:latin typeface="Poppins"/>
                <a:ea typeface="Poppins"/>
                <a:cs typeface="Poppins"/>
                <a:sym typeface="Poppins"/>
              </a:defRPr>
            </a:lvl2pPr>
            <a:lvl3pPr marL="1371600" lvl="2" indent="-330200" algn="l" rtl="0">
              <a:lnSpc>
                <a:spcPct val="90000"/>
              </a:lnSpc>
              <a:spcBef>
                <a:spcPts val="250"/>
              </a:spcBef>
              <a:spcAft>
                <a:spcPts val="0"/>
              </a:spcAft>
              <a:buClr>
                <a:schemeClr val="accent1"/>
              </a:buClr>
              <a:buSzPts val="1600"/>
              <a:buFont typeface="Poppins"/>
              <a:buChar char="■"/>
              <a:defRPr sz="1600">
                <a:solidFill>
                  <a:schemeClr val="dk2"/>
                </a:solidFill>
                <a:latin typeface="Poppins"/>
                <a:ea typeface="Poppins"/>
                <a:cs typeface="Poppins"/>
                <a:sym typeface="Poppins"/>
              </a:defRPr>
            </a:lvl3pPr>
            <a:lvl4pPr marL="1828800" lvl="3" indent="-304800" algn="l" rtl="0">
              <a:lnSpc>
                <a:spcPct val="90000"/>
              </a:lnSpc>
              <a:spcBef>
                <a:spcPts val="250"/>
              </a:spcBef>
              <a:spcAft>
                <a:spcPts val="0"/>
              </a:spcAft>
              <a:buClr>
                <a:schemeClr val="accent1"/>
              </a:buClr>
              <a:buSzPts val="1200"/>
              <a:buFont typeface="Poppins"/>
              <a:buChar char="●"/>
              <a:defRPr sz="1200">
                <a:solidFill>
                  <a:schemeClr val="dk2"/>
                </a:solidFill>
                <a:latin typeface="Poppins"/>
                <a:ea typeface="Poppins"/>
                <a:cs typeface="Poppins"/>
                <a:sym typeface="Poppins"/>
              </a:defRPr>
            </a:lvl4pPr>
            <a:lvl5pPr marL="2286000" lvl="4" indent="-304800" algn="l" rtl="0">
              <a:lnSpc>
                <a:spcPct val="90000"/>
              </a:lnSpc>
              <a:spcBef>
                <a:spcPts val="250"/>
              </a:spcBef>
              <a:spcAft>
                <a:spcPts val="0"/>
              </a:spcAft>
              <a:buClr>
                <a:schemeClr val="accent1"/>
              </a:buClr>
              <a:buSzPts val="1200"/>
              <a:buFont typeface="Poppins"/>
              <a:buChar char="○"/>
              <a:defRPr sz="1200">
                <a:solidFill>
                  <a:schemeClr val="dk2"/>
                </a:solidFill>
                <a:latin typeface="Poppins"/>
                <a:ea typeface="Poppins"/>
                <a:cs typeface="Poppins"/>
                <a:sym typeface="Poppins"/>
              </a:defRPr>
            </a:lvl5pPr>
            <a:lvl6pPr marL="2743200" lvl="5" indent="-342900" algn="l" rtl="0">
              <a:lnSpc>
                <a:spcPct val="90000"/>
              </a:lnSpc>
              <a:spcBef>
                <a:spcPts val="250"/>
              </a:spcBef>
              <a:spcAft>
                <a:spcPts val="0"/>
              </a:spcAft>
              <a:buClr>
                <a:schemeClr val="accent1"/>
              </a:buClr>
              <a:buSzPts val="1800"/>
              <a:buFont typeface="Poppins"/>
              <a:buChar char="■"/>
              <a:defRPr>
                <a:solidFill>
                  <a:schemeClr val="dk2"/>
                </a:solidFill>
                <a:latin typeface="Poppins"/>
                <a:ea typeface="Poppins"/>
                <a:cs typeface="Poppins"/>
                <a:sym typeface="Poppins"/>
              </a:defRPr>
            </a:lvl6pPr>
            <a:lvl7pPr marL="3200400" lvl="6" indent="-342900" algn="l" rtl="0">
              <a:lnSpc>
                <a:spcPct val="90000"/>
              </a:lnSpc>
              <a:spcBef>
                <a:spcPts val="250"/>
              </a:spcBef>
              <a:spcAft>
                <a:spcPts val="0"/>
              </a:spcAft>
              <a:buClr>
                <a:schemeClr val="accent1"/>
              </a:buClr>
              <a:buSzPts val="1800"/>
              <a:buFont typeface="Poppins"/>
              <a:buChar char="●"/>
              <a:defRPr>
                <a:solidFill>
                  <a:schemeClr val="dk2"/>
                </a:solidFill>
                <a:latin typeface="Poppins"/>
                <a:ea typeface="Poppins"/>
                <a:cs typeface="Poppins"/>
                <a:sym typeface="Poppins"/>
              </a:defRPr>
            </a:lvl7pPr>
            <a:lvl8pPr marL="3657600" lvl="7" indent="-342900" algn="l" rtl="0">
              <a:lnSpc>
                <a:spcPct val="90000"/>
              </a:lnSpc>
              <a:spcBef>
                <a:spcPts val="250"/>
              </a:spcBef>
              <a:spcAft>
                <a:spcPts val="0"/>
              </a:spcAft>
              <a:buClr>
                <a:schemeClr val="accent1"/>
              </a:buClr>
              <a:buSzPts val="1800"/>
              <a:buFont typeface="Poppins"/>
              <a:buChar char="○"/>
              <a:defRPr>
                <a:solidFill>
                  <a:schemeClr val="dk2"/>
                </a:solidFill>
                <a:latin typeface="Poppins"/>
                <a:ea typeface="Poppins"/>
                <a:cs typeface="Poppins"/>
                <a:sym typeface="Poppins"/>
              </a:defRPr>
            </a:lvl8pPr>
            <a:lvl9pPr marL="4114800" lvl="8" indent="-342900" algn="l" rtl="0">
              <a:lnSpc>
                <a:spcPct val="90000"/>
              </a:lnSpc>
              <a:spcBef>
                <a:spcPts val="250"/>
              </a:spcBef>
              <a:spcAft>
                <a:spcPts val="250"/>
              </a:spcAft>
              <a:buClr>
                <a:schemeClr val="accent1"/>
              </a:buClr>
              <a:buSzPts val="1800"/>
              <a:buFont typeface="Poppins"/>
              <a:buChar char="■"/>
              <a:defRPr>
                <a:solidFill>
                  <a:schemeClr val="dk2"/>
                </a:solidFill>
                <a:latin typeface="Poppins"/>
                <a:ea typeface="Poppins"/>
                <a:cs typeface="Poppins"/>
                <a:sym typeface="Poppins"/>
              </a:defRPr>
            </a:lvl9pPr>
          </a:lstStyle>
          <a:p>
            <a:endParaRPr/>
          </a:p>
        </p:txBody>
      </p:sp>
      <p:pic>
        <p:nvPicPr>
          <p:cNvPr id="15" name="Google Shape;15;p1"/>
          <p:cNvPicPr preferRelativeResize="0"/>
          <p:nvPr/>
        </p:nvPicPr>
        <p:blipFill>
          <a:blip r:embed="rId21">
            <a:alphaModFix/>
          </a:blip>
          <a:stretch>
            <a:fillRect/>
          </a:stretch>
        </p:blipFill>
        <p:spPr>
          <a:xfrm>
            <a:off x="10283356" y="6492875"/>
            <a:ext cx="1245836" cy="2655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mc:AlternateContent xmlns:mc="http://schemas.openxmlformats.org/markup-compatibility/2006" xmlns:p159="http://schemas.microsoft.com/office/powerpoint/2015/09/main">
    <mc:Choice Requires="p159">
      <p:transition xmlns:p14="http://schemas.microsoft.com/office/powerpoint/2010/main" spd="slow" p14:dur="2000" advTm="1000">
        <p159:morph option="byWord"/>
      </p:transition>
    </mc:Choice>
    <mc:Fallback xmlns="">
      <p:transition spd="slow" advTm="1000">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PlayStation_(console)"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hyperlink" Target="https://en.wikipedia.org/wiki/MySQL_AB" TargetMode="External"/><Relationship Id="rId5" Type="http://schemas.openxmlformats.org/officeDocument/2006/relationships/hyperlink" Target="https://pgpedia.info/history/postgres95.html" TargetMode="External"/><Relationship Id="rId4" Type="http://schemas.openxmlformats.org/officeDocument/2006/relationships/hyperlink" Target="https://en.wikipedia.org/wiki/Yahoo_Search"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8.pn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7.jpeg"/><Relationship Id="rId5" Type="http://schemas.openxmlformats.org/officeDocument/2006/relationships/hyperlink" Target="https://dev.mysql.com/doc/refman/8.4/en/innodb-parameters.html#sysvar_innodb_flush_neighbors" TargetMode="Externa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11" Type="http://schemas.openxmlformats.org/officeDocument/2006/relationships/image" Target="../media/image12.png"/><Relationship Id="rId5" Type="http://schemas.openxmlformats.org/officeDocument/2006/relationships/diagramQuickStyle" Target="../diagrams/quickStyle2.xml"/><Relationship Id="rId10" Type="http://schemas.openxmlformats.org/officeDocument/2006/relationships/hyperlink" Target="https://www.percona.com/sites/default/files/The-Story-of-Percona.pdf" TargetMode="External"/><Relationship Id="rId4" Type="http://schemas.openxmlformats.org/officeDocument/2006/relationships/diagramLayout" Target="../diagrams/layout2.xml"/><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6.png"/><Relationship Id="rId4" Type="http://schemas.openxmlformats.org/officeDocument/2006/relationships/diagramLayout" Target="../diagrams/layout3.xml"/><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4.xml"/><Relationship Id="rId11" Type="http://schemas.openxmlformats.org/officeDocument/2006/relationships/image" Target="../media/image19.png"/><Relationship Id="rId5" Type="http://schemas.openxmlformats.org/officeDocument/2006/relationships/diagramQuickStyle" Target="../diagrams/quickStyle4.xml"/><Relationship Id="rId10" Type="http://schemas.openxmlformats.org/officeDocument/2006/relationships/image" Target="../media/image18.png"/><Relationship Id="rId4" Type="http://schemas.openxmlformats.org/officeDocument/2006/relationships/diagramLayout" Target="../diagrams/layout4.xml"/><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www.linkedin.com/in/peterzaitsev/"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linkedin.com/in/sinisa-milivojevic-aaa8a238/overlay/about-this-profile/"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gif"/></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in/sinisa-milivojevic-aaa8a238/overlay/about-this-profile/" TargetMode="External"/><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hyperlink" Target="https://mysqlcommunity.slack.com/archives/D06957HGNJE/p1737988664993539" TargetMode="External"/><Relationship Id="rId5" Type="http://schemas.openxmlformats.org/officeDocument/2006/relationships/image" Target="../media/image23.jpeg"/><Relationship Id="rId4" Type="http://schemas.openxmlformats.org/officeDocument/2006/relationships/image" Target="../media/image21.gi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ctrTitle"/>
          </p:nvPr>
        </p:nvSpPr>
        <p:spPr>
          <a:xfrm>
            <a:off x="5729750" y="2256313"/>
            <a:ext cx="6091200" cy="2254388"/>
          </a:xfrm>
          <a:prstGeom prst="rect">
            <a:avLst/>
          </a:prstGeom>
        </p:spPr>
        <p:txBody>
          <a:bodyPr spcFirstLastPara="1" wrap="square" lIns="91425" tIns="45700" rIns="91425" bIns="45700" anchor="b" anchorCtr="0">
            <a:noAutofit/>
          </a:bodyPr>
          <a:lstStyle/>
          <a:p>
            <a:pPr>
              <a:lnSpc>
                <a:spcPct val="100000"/>
              </a:lnSpc>
              <a:buNone/>
            </a:pPr>
            <a:r>
              <a:rPr lang="en-US" sz="4000" b="1" i="0" dirty="0">
                <a:solidFill>
                  <a:schemeClr val="bg1"/>
                </a:solidFill>
                <a:effectLst/>
                <a:latin typeface="Open Sans" panose="020B0606030504020204" pitchFamily="34" charset="0"/>
              </a:rPr>
              <a:t>30 Years of MySQL: Reflections on the Past, Present, and Future</a:t>
            </a:r>
          </a:p>
        </p:txBody>
      </p:sp>
      <p:sp>
        <p:nvSpPr>
          <p:cNvPr id="135" name="Google Shape;135;p22"/>
          <p:cNvSpPr txBox="1">
            <a:spLocks noGrp="1"/>
          </p:cNvSpPr>
          <p:nvPr>
            <p:ph type="subTitle" idx="1"/>
          </p:nvPr>
        </p:nvSpPr>
        <p:spPr>
          <a:xfrm>
            <a:off x="5790240" y="4929712"/>
            <a:ext cx="7315200" cy="914400"/>
          </a:xfrm>
          <a:prstGeom prst="rect">
            <a:avLst/>
          </a:prstGeom>
        </p:spPr>
        <p:txBody>
          <a:bodyPr spcFirstLastPara="1" wrap="square" lIns="91425" tIns="45700" rIns="91425" bIns="45700" anchor="t" anchorCtr="0">
            <a:noAutofit/>
          </a:bodyPr>
          <a:lstStyle/>
          <a:p>
            <a:pPr marL="0" lvl="0" indent="0" algn="l" rtl="0">
              <a:spcBef>
                <a:spcPts val="1200"/>
              </a:spcBef>
              <a:spcAft>
                <a:spcPts val="0"/>
              </a:spcAft>
              <a:buNone/>
            </a:pPr>
            <a:r>
              <a:rPr lang="en-US" dirty="0"/>
              <a:t>Vini (Vinicius) Grippa</a:t>
            </a:r>
            <a:br>
              <a:rPr lang="en-US" dirty="0"/>
            </a:br>
            <a:r>
              <a:rPr lang="en-US" dirty="0"/>
              <a:t>Lead Database Engineer</a:t>
            </a:r>
            <a:endParaRPr dirty="0"/>
          </a:p>
        </p:txBody>
      </p:sp>
      <p:pic>
        <p:nvPicPr>
          <p:cNvPr id="2" name="Picture 1">
            <a:extLst>
              <a:ext uri="{FF2B5EF4-FFF2-40B4-BE49-F238E27FC236}">
                <a16:creationId xmlns:a16="http://schemas.microsoft.com/office/drawing/2014/main" id="{58E945ED-F140-14CE-85B7-3157D92F314E}"/>
              </a:ext>
            </a:extLst>
          </p:cNvPr>
          <p:cNvPicPr>
            <a:picLocks noChangeAspect="1"/>
          </p:cNvPicPr>
          <p:nvPr/>
        </p:nvPicPr>
        <p:blipFill>
          <a:blip r:embed="rId3"/>
          <a:stretch>
            <a:fillRect/>
          </a:stretch>
        </p:blipFill>
        <p:spPr>
          <a:xfrm>
            <a:off x="9669713" y="4979568"/>
            <a:ext cx="1019654" cy="9755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2">
          <a:extLst>
            <a:ext uri="{FF2B5EF4-FFF2-40B4-BE49-F238E27FC236}">
              <a16:creationId xmlns:a16="http://schemas.microsoft.com/office/drawing/2014/main" id="{BCAE3CC8-52AC-F07E-F7F5-EE3B048600CD}"/>
            </a:ext>
          </a:extLst>
        </p:cNvPr>
        <p:cNvGrpSpPr/>
        <p:nvPr/>
      </p:nvGrpSpPr>
      <p:grpSpPr>
        <a:xfrm>
          <a:off x="0" y="0"/>
          <a:ext cx="0" cy="0"/>
          <a:chOff x="0" y="0"/>
          <a:chExt cx="0" cy="0"/>
        </a:xfrm>
      </p:grpSpPr>
      <p:sp>
        <p:nvSpPr>
          <p:cNvPr id="273" name="Google Shape;273;p34">
            <a:extLst>
              <a:ext uri="{FF2B5EF4-FFF2-40B4-BE49-F238E27FC236}">
                <a16:creationId xmlns:a16="http://schemas.microsoft.com/office/drawing/2014/main" id="{1BE733EE-68E4-37DF-3BD7-D67B846CFA46}"/>
              </a:ext>
            </a:extLst>
          </p:cNvPr>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30 years ago</a:t>
            </a:r>
            <a:endParaRPr dirty="0"/>
          </a:p>
        </p:txBody>
      </p:sp>
      <p:sp>
        <p:nvSpPr>
          <p:cNvPr id="274" name="Google Shape;274;p34">
            <a:extLst>
              <a:ext uri="{FF2B5EF4-FFF2-40B4-BE49-F238E27FC236}">
                <a16:creationId xmlns:a16="http://schemas.microsoft.com/office/drawing/2014/main" id="{E357C5D3-E717-BCD0-E432-587EADE0DE3C}"/>
              </a:ext>
            </a:extLst>
          </p:cNvPr>
          <p:cNvSpPr txBox="1">
            <a:spLocks noGrp="1"/>
          </p:cNvSpPr>
          <p:nvPr>
            <p:ph type="subTitle" idx="1"/>
          </p:nvPr>
        </p:nvSpPr>
        <p:spPr>
          <a:xfrm>
            <a:off x="5124175" y="4212150"/>
            <a:ext cx="5401800" cy="4545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dirty="0"/>
              <a:t>Back to 1995</a:t>
            </a:r>
          </a:p>
        </p:txBody>
      </p:sp>
    </p:spTree>
    <p:extLst>
      <p:ext uri="{BB962C8B-B14F-4D97-AF65-F5344CB8AC3E}">
        <p14:creationId xmlns:p14="http://schemas.microsoft.com/office/powerpoint/2010/main" val="2165617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6DB2EB8B-D440-0ECA-542F-863E2B93B1C0}"/>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DC5E0C6C-2ACD-95A0-CAEA-E042771D749D}"/>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202" name="Google Shape;202;p26">
            <a:extLst>
              <a:ext uri="{FF2B5EF4-FFF2-40B4-BE49-F238E27FC236}">
                <a16:creationId xmlns:a16="http://schemas.microsoft.com/office/drawing/2014/main" id="{E9203481-4C59-89C5-CBDA-6DD8F47DABFA}"/>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How was the IT world back to 1995</a:t>
            </a:r>
            <a:endParaRPr dirty="0"/>
          </a:p>
        </p:txBody>
      </p:sp>
      <p:sp>
        <p:nvSpPr>
          <p:cNvPr id="203" name="Google Shape;203;p26">
            <a:extLst>
              <a:ext uri="{FF2B5EF4-FFF2-40B4-BE49-F238E27FC236}">
                <a16:creationId xmlns:a16="http://schemas.microsoft.com/office/drawing/2014/main" id="{8A78EE7C-4306-F7FF-06CD-D2542F78C31B}"/>
              </a:ext>
            </a:extLst>
          </p:cNvPr>
          <p:cNvSpPr txBox="1">
            <a:spLocks noGrp="1"/>
          </p:cNvSpPr>
          <p:nvPr>
            <p:ph type="body" idx="1"/>
          </p:nvPr>
        </p:nvSpPr>
        <p:spPr>
          <a:xfrm>
            <a:off x="1091616" y="1828800"/>
            <a:ext cx="10092899" cy="4155801"/>
          </a:xfrm>
          <a:prstGeom prst="rect">
            <a:avLst/>
          </a:prstGeom>
        </p:spPr>
        <p:txBody>
          <a:bodyPr spcFirstLastPara="1" wrap="square" lIns="91425" tIns="45700" rIns="91425" bIns="45700" anchor="t" anchorCtr="0">
            <a:noAutofit/>
          </a:bodyPr>
          <a:lstStyle/>
          <a:p>
            <a:pPr marL="457200" lvl="0" indent="-355600" algn="l" rtl="0">
              <a:spcBef>
                <a:spcPts val="1200"/>
              </a:spcBef>
              <a:spcAft>
                <a:spcPts val="0"/>
              </a:spcAft>
              <a:buClr>
                <a:schemeClr val="accent1"/>
              </a:buClr>
              <a:buSzPts val="2000"/>
              <a:buChar char="●"/>
            </a:pPr>
            <a:r>
              <a:rPr lang="en-US" dirty="0"/>
              <a:t>RISC vs CISC</a:t>
            </a:r>
          </a:p>
          <a:p>
            <a:pPr marL="457200" lvl="0" indent="-355600" algn="l" rtl="0">
              <a:spcBef>
                <a:spcPts val="1200"/>
              </a:spcBef>
              <a:spcAft>
                <a:spcPts val="0"/>
              </a:spcAft>
              <a:buClr>
                <a:schemeClr val="accent1"/>
              </a:buClr>
              <a:buSzPts val="2000"/>
              <a:buChar char="●"/>
            </a:pPr>
            <a:r>
              <a:rPr lang="en-US" dirty="0"/>
              <a:t>Motorola was a chip manufacturer</a:t>
            </a:r>
          </a:p>
          <a:p>
            <a:pPr marL="457200" lvl="0" indent="-355600" algn="l" rtl="0">
              <a:spcBef>
                <a:spcPts val="1200"/>
              </a:spcBef>
              <a:spcAft>
                <a:spcPts val="0"/>
              </a:spcAft>
              <a:buClr>
                <a:schemeClr val="accent1"/>
              </a:buClr>
              <a:buSzPts val="2000"/>
              <a:buChar char="●"/>
            </a:pPr>
            <a:r>
              <a:rPr lang="en-US" dirty="0"/>
              <a:t>Apple Macintosh PowerPC</a:t>
            </a:r>
          </a:p>
          <a:p>
            <a:pPr marL="457200" lvl="0" indent="-355600" algn="l" rtl="0">
              <a:spcBef>
                <a:spcPts val="1200"/>
              </a:spcBef>
              <a:spcAft>
                <a:spcPts val="0"/>
              </a:spcAft>
              <a:buClr>
                <a:schemeClr val="accent1"/>
              </a:buClr>
              <a:buSzPts val="2000"/>
              <a:buChar char="●"/>
            </a:pPr>
            <a:r>
              <a:rPr lang="en-US" dirty="0"/>
              <a:t>Windows 95</a:t>
            </a:r>
          </a:p>
          <a:p>
            <a:pPr marL="457200" lvl="0" indent="-355600" algn="l" rtl="0">
              <a:spcBef>
                <a:spcPts val="1200"/>
              </a:spcBef>
              <a:spcAft>
                <a:spcPts val="0"/>
              </a:spcAft>
              <a:buClr>
                <a:schemeClr val="accent1"/>
              </a:buClr>
              <a:buSzPts val="2000"/>
              <a:buChar char="●"/>
            </a:pPr>
            <a:r>
              <a:rPr lang="en-US" dirty="0">
                <a:hlinkClick r:id="rId3"/>
              </a:rPr>
              <a:t>PlayStation</a:t>
            </a:r>
            <a:r>
              <a:rPr lang="en-US" dirty="0"/>
              <a:t> (America release)</a:t>
            </a:r>
          </a:p>
          <a:p>
            <a:pPr marL="457200" lvl="0" indent="-355600" algn="l" rtl="0">
              <a:spcBef>
                <a:spcPts val="1200"/>
              </a:spcBef>
              <a:spcAft>
                <a:spcPts val="0"/>
              </a:spcAft>
              <a:buClr>
                <a:schemeClr val="accent1"/>
              </a:buClr>
              <a:buSzPts val="2000"/>
              <a:buChar char="●"/>
            </a:pPr>
            <a:r>
              <a:rPr lang="en-US" dirty="0">
                <a:hlinkClick r:id="rId4"/>
              </a:rPr>
              <a:t>Yahoo! Search</a:t>
            </a:r>
            <a:endParaRPr lang="en-US" dirty="0"/>
          </a:p>
          <a:p>
            <a:pPr marL="457200" lvl="0" indent="-355600" algn="l" rtl="0">
              <a:spcBef>
                <a:spcPts val="1200"/>
              </a:spcBef>
              <a:spcAft>
                <a:spcPts val="0"/>
              </a:spcAft>
              <a:buClr>
                <a:schemeClr val="accent1"/>
              </a:buClr>
              <a:buSzPts val="2000"/>
              <a:buChar char="●"/>
            </a:pPr>
            <a:r>
              <a:rPr lang="en-US" dirty="0">
                <a:hlinkClick r:id="rId5"/>
              </a:rPr>
              <a:t>Postgres95</a:t>
            </a:r>
            <a:endParaRPr lang="en-US" dirty="0"/>
          </a:p>
          <a:p>
            <a:pPr marL="457200" lvl="0" indent="-355600" algn="l" rtl="0">
              <a:spcBef>
                <a:spcPts val="1200"/>
              </a:spcBef>
              <a:spcAft>
                <a:spcPts val="0"/>
              </a:spcAft>
              <a:buClr>
                <a:schemeClr val="accent1"/>
              </a:buClr>
              <a:buSzPts val="2000"/>
              <a:buChar char="●"/>
            </a:pPr>
            <a:r>
              <a:rPr lang="en-US" dirty="0"/>
              <a:t>MySQL first internal release released by </a:t>
            </a:r>
            <a:r>
              <a:rPr lang="en-US" dirty="0">
                <a:hlinkClick r:id="rId6"/>
              </a:rPr>
              <a:t>MySQL AB</a:t>
            </a:r>
            <a:endParaRPr lang="en-US" dirty="0"/>
          </a:p>
        </p:txBody>
      </p:sp>
    </p:spTree>
    <p:extLst>
      <p:ext uri="{BB962C8B-B14F-4D97-AF65-F5344CB8AC3E}">
        <p14:creationId xmlns:p14="http://schemas.microsoft.com/office/powerpoint/2010/main" val="2450231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1030" name="Picture 6" descr="undefined">
            <a:extLst>
              <a:ext uri="{FF2B5EF4-FFF2-40B4-BE49-F238E27FC236}">
                <a16:creationId xmlns:a16="http://schemas.microsoft.com/office/drawing/2014/main" id="{FD02E538-E03D-31C1-0BBD-EB02551A5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223975">
            <a:off x="2071752" y="2591979"/>
            <a:ext cx="1801796" cy="1548083"/>
          </a:xfrm>
          <a:prstGeom prst="rect">
            <a:avLst/>
          </a:prstGeom>
          <a:noFill/>
          <a:extLst>
            <a:ext uri="{909E8E84-426E-40DD-AFC4-6F175D3DCCD1}">
              <a14:hiddenFill xmlns:a14="http://schemas.microsoft.com/office/drawing/2010/main">
                <a:solidFill>
                  <a:srgbClr val="FFFFFF"/>
                </a:solidFill>
              </a14:hiddenFill>
            </a:ext>
          </a:extLst>
        </p:spPr>
      </p:pic>
      <p:sp>
        <p:nvSpPr>
          <p:cNvPr id="201" name="Google Shape;201;p26"/>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
        <p:nvSpPr>
          <p:cNvPr id="202" name="Google Shape;202;p26"/>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How was the IT world back to 1995</a:t>
            </a:r>
            <a:endParaRPr dirty="0"/>
          </a:p>
        </p:txBody>
      </p:sp>
      <p:sp>
        <p:nvSpPr>
          <p:cNvPr id="203" name="Google Shape;203;p26"/>
          <p:cNvSpPr txBox="1">
            <a:spLocks noGrp="1"/>
          </p:cNvSpPr>
          <p:nvPr>
            <p:ph type="body" idx="1"/>
          </p:nvPr>
        </p:nvSpPr>
        <p:spPr>
          <a:xfrm>
            <a:off x="3855308" y="1828800"/>
            <a:ext cx="7329207" cy="4155801"/>
          </a:xfrm>
          <a:prstGeom prst="rect">
            <a:avLst/>
          </a:prstGeom>
        </p:spPr>
        <p:txBody>
          <a:bodyPr spcFirstLastPara="1" wrap="square" lIns="91425" tIns="45700" rIns="91425" bIns="45700" anchor="t" anchorCtr="0">
            <a:noAutofit/>
          </a:bodyPr>
          <a:lstStyle/>
          <a:p>
            <a:pPr marL="457200" lvl="0" indent="-355600" algn="l" rtl="0">
              <a:spcBef>
                <a:spcPts val="1200"/>
              </a:spcBef>
              <a:spcAft>
                <a:spcPts val="0"/>
              </a:spcAft>
              <a:buClr>
                <a:schemeClr val="accent1"/>
              </a:buClr>
              <a:buSzPts val="2000"/>
              <a:buChar char="●"/>
            </a:pPr>
            <a:r>
              <a:rPr lang="en-US" dirty="0"/>
              <a:t>Intel Pentium Pro, 150-200 MHZ, 500-300 nm, 1 CPU</a:t>
            </a:r>
          </a:p>
          <a:p>
            <a:pPr marL="457200" lvl="0" indent="-355600" algn="l" rtl="0">
              <a:spcBef>
                <a:spcPts val="1200"/>
              </a:spcBef>
              <a:spcAft>
                <a:spcPts val="0"/>
              </a:spcAft>
              <a:buClr>
                <a:schemeClr val="accent1"/>
              </a:buClr>
              <a:buSzPts val="2000"/>
              <a:buChar char="●"/>
            </a:pPr>
            <a:r>
              <a:rPr lang="en-US" dirty="0"/>
              <a:t>64GB Ram</a:t>
            </a:r>
          </a:p>
          <a:p>
            <a:pPr marL="457200" lvl="0" indent="-355600" algn="l" rtl="0">
              <a:spcBef>
                <a:spcPts val="1200"/>
              </a:spcBef>
              <a:spcAft>
                <a:spcPts val="0"/>
              </a:spcAft>
              <a:buClr>
                <a:schemeClr val="accent1"/>
              </a:buClr>
              <a:buSzPts val="2000"/>
              <a:buChar char="●"/>
            </a:pPr>
            <a:r>
              <a:rPr lang="en-US" dirty="0"/>
              <a:t>100Base-TX network (100 Mbit/s)</a:t>
            </a:r>
          </a:p>
          <a:p>
            <a:pPr lvl="0" indent="-355600">
              <a:buClr>
                <a:schemeClr val="accent1"/>
              </a:buClr>
              <a:buChar char="●"/>
            </a:pPr>
            <a:r>
              <a:rPr lang="en-US" dirty="0"/>
              <a:t>2GB HD with SCSI-2 (</a:t>
            </a:r>
            <a:r>
              <a:rPr lang="en-US" dirty="0" err="1">
                <a:hlinkClick r:id="rId5"/>
              </a:rPr>
              <a:t>innodb_flush_neighbors</a:t>
            </a:r>
            <a:r>
              <a:rPr lang="en-US" dirty="0"/>
              <a:t>)</a:t>
            </a:r>
          </a:p>
          <a:p>
            <a:pPr marL="457200" lvl="0" indent="-355600" algn="l" rtl="0">
              <a:spcBef>
                <a:spcPts val="1200"/>
              </a:spcBef>
              <a:spcAft>
                <a:spcPts val="0"/>
              </a:spcAft>
              <a:buClr>
                <a:schemeClr val="accent1"/>
              </a:buClr>
              <a:buSzPts val="2000"/>
              <a:buChar char="●"/>
            </a:pPr>
            <a:endParaRPr lang="en-US" dirty="0"/>
          </a:p>
          <a:p>
            <a:pPr marL="0" lvl="0" indent="0" algn="l" rtl="0">
              <a:spcBef>
                <a:spcPts val="1200"/>
              </a:spcBef>
              <a:spcAft>
                <a:spcPts val="0"/>
              </a:spcAft>
              <a:buNone/>
            </a:pPr>
            <a:r>
              <a:rPr lang="en-US" dirty="0"/>
              <a:t> </a:t>
            </a:r>
            <a:endParaRPr dirty="0"/>
          </a:p>
        </p:txBody>
      </p:sp>
      <p:pic>
        <p:nvPicPr>
          <p:cNvPr id="1028" name="Picture 4" descr="undefined">
            <a:extLst>
              <a:ext uri="{FF2B5EF4-FFF2-40B4-BE49-F238E27FC236}">
                <a16:creationId xmlns:a16="http://schemas.microsoft.com/office/drawing/2014/main" id="{C64E2C64-9C4D-BDD9-1F59-63EA548DB4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9775252">
            <a:off x="846848" y="1654131"/>
            <a:ext cx="1482811" cy="12129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isco rígido Seagate ST32550W Barracuda SCSI 68pol 8,89 cm 3,5&quot; 2,5GB - Foto 1 de 1">
            <a:extLst>
              <a:ext uri="{FF2B5EF4-FFF2-40B4-BE49-F238E27FC236}">
                <a16:creationId xmlns:a16="http://schemas.microsoft.com/office/drawing/2014/main" id="{EA1B7913-28F5-1899-B0B3-0A99806308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13834" y="4106105"/>
            <a:ext cx="1970681" cy="187849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0B1924A0-76D1-0521-F2D8-8848BEDDA5A7}"/>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1C7422C2-F1B1-F240-63E8-D20720B8C0AD}"/>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202" name="Google Shape;202;p26">
            <a:extLst>
              <a:ext uri="{FF2B5EF4-FFF2-40B4-BE49-F238E27FC236}">
                <a16:creationId xmlns:a16="http://schemas.microsoft.com/office/drawing/2014/main" id="{2864DEB9-98A2-2C9D-7F80-CCB4417560FE}"/>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Evolution of the Dolphin</a:t>
            </a:r>
            <a:endParaRPr dirty="0"/>
          </a:p>
        </p:txBody>
      </p:sp>
      <p:graphicFrame>
        <p:nvGraphicFramePr>
          <p:cNvPr id="3" name="Diagram 2">
            <a:extLst>
              <a:ext uri="{FF2B5EF4-FFF2-40B4-BE49-F238E27FC236}">
                <a16:creationId xmlns:a16="http://schemas.microsoft.com/office/drawing/2014/main" id="{FBA2E7C9-9428-4941-1326-A1D60F9FC5E8}"/>
              </a:ext>
            </a:extLst>
          </p:cNvPr>
          <p:cNvGraphicFramePr/>
          <p:nvPr>
            <p:extLst>
              <p:ext uri="{D42A27DB-BD31-4B8C-83A1-F6EECF244321}">
                <p14:modId xmlns:p14="http://schemas.microsoft.com/office/powerpoint/2010/main" val="358142740"/>
              </p:ext>
            </p:extLst>
          </p:nvPr>
        </p:nvGraphicFramePr>
        <p:xfrm>
          <a:off x="1007397" y="1451113"/>
          <a:ext cx="10435920" cy="415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E4A4773A-3748-9453-0108-235111F9BAFD}"/>
              </a:ext>
            </a:extLst>
          </p:cNvPr>
          <p:cNvPicPr>
            <a:picLocks noChangeAspect="1"/>
          </p:cNvPicPr>
          <p:nvPr/>
        </p:nvPicPr>
        <p:blipFill>
          <a:blip r:embed="rId8"/>
          <a:stretch>
            <a:fillRect/>
          </a:stretch>
        </p:blipFill>
        <p:spPr>
          <a:xfrm>
            <a:off x="818819" y="5251625"/>
            <a:ext cx="1146766" cy="1130156"/>
          </a:xfrm>
          <a:prstGeom prst="rect">
            <a:avLst/>
          </a:prstGeom>
        </p:spPr>
      </p:pic>
      <p:pic>
        <p:nvPicPr>
          <p:cNvPr id="5" name="Picture 4">
            <a:extLst>
              <a:ext uri="{FF2B5EF4-FFF2-40B4-BE49-F238E27FC236}">
                <a16:creationId xmlns:a16="http://schemas.microsoft.com/office/drawing/2014/main" id="{4669FF42-CF68-A579-BA02-3C7E1E267DB9}"/>
              </a:ext>
            </a:extLst>
          </p:cNvPr>
          <p:cNvPicPr>
            <a:picLocks noChangeAspect="1"/>
          </p:cNvPicPr>
          <p:nvPr/>
        </p:nvPicPr>
        <p:blipFill>
          <a:blip r:embed="rId9"/>
          <a:stretch>
            <a:fillRect/>
          </a:stretch>
        </p:blipFill>
        <p:spPr>
          <a:xfrm>
            <a:off x="9300653" y="5416512"/>
            <a:ext cx="1146766" cy="1130156"/>
          </a:xfrm>
          <a:prstGeom prst="rect">
            <a:avLst/>
          </a:prstGeom>
        </p:spPr>
      </p:pic>
    </p:spTree>
    <p:extLst>
      <p:ext uri="{BB962C8B-B14F-4D97-AF65-F5344CB8AC3E}">
        <p14:creationId xmlns:p14="http://schemas.microsoft.com/office/powerpoint/2010/main" val="3413910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5A375800-D51A-F04A-BF43-83C3C9C0253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DB652523-8B8E-0B4C-8211-D965B620FE0D}"/>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graphicEl>
                                              <a:dgm id="{DE268FF2-2324-ED40-93D6-275611E0A014}"/>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496D5488-B356-E542-A374-740451610FEA}"/>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graphicEl>
                                              <a:dgm id="{8004CA2D-11DD-1D4A-B7B1-90DB9EA7CF8B}"/>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538A938F-E0C9-B541-9A3E-ECA1FB6431CA}"/>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graphicEl>
                                              <a:dgm id="{3E1A8314-8DB4-A34D-A40E-C936DA1446B7}"/>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graphicEl>
                                              <a:dgm id="{A693C0A8-5EC9-9A47-A76B-ED97A5E8A92F}"/>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graphicEl>
                                              <a:dgm id="{F44A2443-72F3-3746-A541-3EDA06123E76}"/>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graphicEl>
                                              <a:dgm id="{0DE99F5F-73F1-614C-96CB-3D5EFC4E6E87}"/>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graphicEl>
                                              <a:dgm id="{6CCD46B9-583A-DB40-97EA-269FC03CB350}"/>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graphicEl>
                                              <a:dgm id="{D86B4540-E7E9-FB4C-BF61-B67CB2918FEE}"/>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graphicEl>
                                              <a:dgm id="{43B53A1F-E82A-3F44-8BD7-18C52F8FBB11}"/>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graphicEl>
                                              <a:dgm id="{963981D2-2454-CC42-B19C-1436EA96FD77}"/>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graphicEl>
                                              <a:dgm id="{97CA167B-F672-2547-941D-EA2F2AA3CB9F}"/>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graphicEl>
                                              <a:dgm id="{8F97894C-D43B-1D40-BBC0-81AB032184CF}"/>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graphicEl>
                                              <a:dgm id="{E500E3C0-544D-F749-975C-51A034B5EDE1}"/>
                                            </p:graphic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91694BF9-1613-0229-52A4-DF7D71863855}"/>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BB93497B-3F2A-9509-64DC-7A98F46B116C}"/>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
        <p:nvSpPr>
          <p:cNvPr id="202" name="Google Shape;202;p26">
            <a:extLst>
              <a:ext uri="{FF2B5EF4-FFF2-40B4-BE49-F238E27FC236}">
                <a16:creationId xmlns:a16="http://schemas.microsoft.com/office/drawing/2014/main" id="{F29C0799-B596-18FB-B9CA-F285BB8A707E}"/>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Evolution of the Dolphin</a:t>
            </a:r>
            <a:endParaRPr dirty="0"/>
          </a:p>
        </p:txBody>
      </p:sp>
      <p:graphicFrame>
        <p:nvGraphicFramePr>
          <p:cNvPr id="3" name="Diagram 2">
            <a:extLst>
              <a:ext uri="{FF2B5EF4-FFF2-40B4-BE49-F238E27FC236}">
                <a16:creationId xmlns:a16="http://schemas.microsoft.com/office/drawing/2014/main" id="{3F813A66-343F-45B0-765B-F5ECCDDF5113}"/>
              </a:ext>
            </a:extLst>
          </p:cNvPr>
          <p:cNvGraphicFramePr/>
          <p:nvPr>
            <p:extLst>
              <p:ext uri="{D42A27DB-BD31-4B8C-83A1-F6EECF244321}">
                <p14:modId xmlns:p14="http://schemas.microsoft.com/office/powerpoint/2010/main" val="2624720973"/>
              </p:ext>
            </p:extLst>
          </p:nvPr>
        </p:nvGraphicFramePr>
        <p:xfrm>
          <a:off x="1007397" y="1451113"/>
          <a:ext cx="10435920" cy="415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888782BA-42BB-52E5-B9F3-C64BA3A0ECF2}"/>
              </a:ext>
            </a:extLst>
          </p:cNvPr>
          <p:cNvPicPr>
            <a:picLocks noChangeAspect="1"/>
          </p:cNvPicPr>
          <p:nvPr/>
        </p:nvPicPr>
        <p:blipFill>
          <a:blip r:embed="rId8"/>
          <a:stretch>
            <a:fillRect/>
          </a:stretch>
        </p:blipFill>
        <p:spPr>
          <a:xfrm>
            <a:off x="1091702" y="5157041"/>
            <a:ext cx="1146766" cy="1130156"/>
          </a:xfrm>
          <a:prstGeom prst="rect">
            <a:avLst/>
          </a:prstGeom>
        </p:spPr>
      </p:pic>
      <p:pic>
        <p:nvPicPr>
          <p:cNvPr id="12" name="Picture 11">
            <a:extLst>
              <a:ext uri="{FF2B5EF4-FFF2-40B4-BE49-F238E27FC236}">
                <a16:creationId xmlns:a16="http://schemas.microsoft.com/office/drawing/2014/main" id="{FEC76388-A333-95D3-917D-E8914888C2BC}"/>
              </a:ext>
            </a:extLst>
          </p:cNvPr>
          <p:cNvPicPr>
            <a:picLocks noChangeAspect="1"/>
          </p:cNvPicPr>
          <p:nvPr/>
        </p:nvPicPr>
        <p:blipFill>
          <a:blip r:embed="rId9"/>
          <a:stretch>
            <a:fillRect/>
          </a:stretch>
        </p:blipFill>
        <p:spPr>
          <a:xfrm>
            <a:off x="8916366" y="5295994"/>
            <a:ext cx="1181471" cy="991203"/>
          </a:xfrm>
          <a:prstGeom prst="rect">
            <a:avLst/>
          </a:prstGeom>
        </p:spPr>
      </p:pic>
      <p:pic>
        <p:nvPicPr>
          <p:cNvPr id="17" name="Picture 16">
            <a:hlinkClick r:id="rId10"/>
            <a:extLst>
              <a:ext uri="{FF2B5EF4-FFF2-40B4-BE49-F238E27FC236}">
                <a16:creationId xmlns:a16="http://schemas.microsoft.com/office/drawing/2014/main" id="{CE15C118-4448-87EC-3ACB-57670EDEA314}"/>
              </a:ext>
            </a:extLst>
          </p:cNvPr>
          <p:cNvPicPr>
            <a:picLocks noChangeAspect="1"/>
          </p:cNvPicPr>
          <p:nvPr/>
        </p:nvPicPr>
        <p:blipFill>
          <a:blip r:embed="rId11"/>
          <a:stretch>
            <a:fillRect/>
          </a:stretch>
        </p:blipFill>
        <p:spPr>
          <a:xfrm>
            <a:off x="6635596" y="1956568"/>
            <a:ext cx="597232" cy="554885"/>
          </a:xfrm>
          <a:prstGeom prst="rect">
            <a:avLst/>
          </a:prstGeom>
        </p:spPr>
      </p:pic>
      <p:pic>
        <p:nvPicPr>
          <p:cNvPr id="6154" name="Picture 10">
            <a:extLst>
              <a:ext uri="{FF2B5EF4-FFF2-40B4-BE49-F238E27FC236}">
                <a16:creationId xmlns:a16="http://schemas.microsoft.com/office/drawing/2014/main" id="{0E88A08A-A251-6CA9-E7AA-16F00F2E9EF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35596" y="1362131"/>
            <a:ext cx="715805" cy="428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7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5A375800-D51A-F04A-BF43-83C3C9C0253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CA921182-6338-C04D-B945-E93482119552}"/>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3C5D17E0-551D-EC46-A4A8-64E1746E6D21}"/>
                                            </p:graphic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B66AF83C-B9AD-C644-A067-A4D93DA373C0}"/>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graphicEl>
                                              <a:dgm id="{7099F870-7E00-1340-9DE1-665D5EEEFF07}"/>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graphicEl>
                                              <a:dgm id="{87E92135-914F-0946-A4D2-A599CB873347}"/>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graphicEl>
                                              <a:dgm id="{A354969A-22DE-E248-94CF-680B0405D64E}"/>
                                            </p:graphic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graphicEl>
                                              <a:dgm id="{F9C51998-9754-A24E-B631-37D56E3AB17A}"/>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graphicEl>
                                              <a:dgm id="{0D64D5A5-B90C-404D-AC01-1D280256ACAF}"/>
                                            </p:graphic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A145A3E-503E-90A4-1F14-4718377E65D9}"/>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25F39DDC-4F13-D05C-00E0-A96130815974}"/>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
        <p:nvSpPr>
          <p:cNvPr id="202" name="Google Shape;202;p26">
            <a:extLst>
              <a:ext uri="{FF2B5EF4-FFF2-40B4-BE49-F238E27FC236}">
                <a16:creationId xmlns:a16="http://schemas.microsoft.com/office/drawing/2014/main" id="{DF199787-1A58-1C98-7077-44BBF878E213}"/>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Evolution of the Dolphin</a:t>
            </a:r>
            <a:endParaRPr dirty="0"/>
          </a:p>
        </p:txBody>
      </p:sp>
      <p:pic>
        <p:nvPicPr>
          <p:cNvPr id="9222" name="Picture 6" descr="A dramatic and emotional scene of a massive meteor entering Earth's atmosphere, with the year '2010' clearly visible on the surface of the meteor. The meteor is glowing intensely and creating a fiery trail as it descends toward the ocean. In the foreground, a realistic dolphin is leaping out of the water, its expression showing fear and distress in reaction to the meteor. The ocean waves are tumultuous, reflecting the chaos, while the sky is illuminated with ominous red and orange hues. The atmosphere is intense, highlighting the threat of extinction and the devastating impact of the incoming meteor.">
            <a:extLst>
              <a:ext uri="{FF2B5EF4-FFF2-40B4-BE49-F238E27FC236}">
                <a16:creationId xmlns:a16="http://schemas.microsoft.com/office/drawing/2014/main" id="{A6350993-688E-3C0E-9A98-FFDBD5CC1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723" y="-119271"/>
            <a:ext cx="12473609" cy="7127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746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1620249A-E8C7-FEA2-7CBD-228C9D566202}"/>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69CE61B5-1EE1-BE71-9DC6-9F6AA77B4D6F}"/>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
        <p:nvSpPr>
          <p:cNvPr id="202" name="Google Shape;202;p26">
            <a:extLst>
              <a:ext uri="{FF2B5EF4-FFF2-40B4-BE49-F238E27FC236}">
                <a16:creationId xmlns:a16="http://schemas.microsoft.com/office/drawing/2014/main" id="{C09B3C2B-A603-0436-7BDD-0FD46088D49A}"/>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Evolution of the Dolphin</a:t>
            </a:r>
            <a:endParaRPr dirty="0"/>
          </a:p>
        </p:txBody>
      </p:sp>
      <p:graphicFrame>
        <p:nvGraphicFramePr>
          <p:cNvPr id="3" name="Diagram 2">
            <a:extLst>
              <a:ext uri="{FF2B5EF4-FFF2-40B4-BE49-F238E27FC236}">
                <a16:creationId xmlns:a16="http://schemas.microsoft.com/office/drawing/2014/main" id="{063AF481-BADC-933A-DF3A-A1ECB54B8AF2}"/>
              </a:ext>
            </a:extLst>
          </p:cNvPr>
          <p:cNvGraphicFramePr/>
          <p:nvPr>
            <p:extLst>
              <p:ext uri="{D42A27DB-BD31-4B8C-83A1-F6EECF244321}">
                <p14:modId xmlns:p14="http://schemas.microsoft.com/office/powerpoint/2010/main" val="3852493764"/>
              </p:ext>
            </p:extLst>
          </p:nvPr>
        </p:nvGraphicFramePr>
        <p:xfrm>
          <a:off x="1007397" y="1451113"/>
          <a:ext cx="10409286" cy="415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1">
            <a:extLst>
              <a:ext uri="{FF2B5EF4-FFF2-40B4-BE49-F238E27FC236}">
                <a16:creationId xmlns:a16="http://schemas.microsoft.com/office/drawing/2014/main" id="{796F5A31-9068-C03B-D6CC-0F82406600B8}"/>
              </a:ext>
            </a:extLst>
          </p:cNvPr>
          <p:cNvPicPr>
            <a:picLocks noChangeAspect="1"/>
          </p:cNvPicPr>
          <p:nvPr/>
        </p:nvPicPr>
        <p:blipFill>
          <a:blip r:embed="rId8"/>
          <a:stretch>
            <a:fillRect/>
          </a:stretch>
        </p:blipFill>
        <p:spPr>
          <a:xfrm>
            <a:off x="1596191" y="4911286"/>
            <a:ext cx="829158" cy="695628"/>
          </a:xfrm>
          <a:prstGeom prst="rect">
            <a:avLst/>
          </a:prstGeom>
        </p:spPr>
      </p:pic>
      <p:pic>
        <p:nvPicPr>
          <p:cNvPr id="8194" name="Picture 2" descr="ProxySQL - A High Performance Open Source MySQL Proxy">
            <a:extLst>
              <a:ext uri="{FF2B5EF4-FFF2-40B4-BE49-F238E27FC236}">
                <a16:creationId xmlns:a16="http://schemas.microsoft.com/office/drawing/2014/main" id="{402BBCE9-1D4A-1266-89ED-9D7C78BE4FE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17852" y="5141870"/>
            <a:ext cx="485079" cy="48429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Kubernetes - Wiktionary, the free dictionary">
            <a:extLst>
              <a:ext uri="{FF2B5EF4-FFF2-40B4-BE49-F238E27FC236}">
                <a16:creationId xmlns:a16="http://schemas.microsoft.com/office/drawing/2014/main" id="{4851D044-FEB9-9E88-B2D0-196EBE7F90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2040" y="2089323"/>
            <a:ext cx="462280" cy="449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769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5A375800-D51A-F04A-BF43-83C3C9C0253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051CAC02-9F5D-E240-8961-DA3A45AABD6A}"/>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graphicEl>
                                              <a:dgm id="{B4B77FB3-E687-034E-8BF1-F047075BD36C}"/>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1DA826D3-CBB5-3B41-AB75-AEFB243E7FDB}"/>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graphicEl>
                                              <a:dgm id="{4143B9F2-9262-2842-A7C8-50ACC930DCAF}"/>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graphicEl>
                                              <a:dgm id="{958E02DE-E7DC-C446-8A86-2844F7E7FF96}"/>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graphicEl>
                                              <a:dgm id="{1F6C7988-441B-8F43-91A2-5CD43ECC2AF8}"/>
                                            </p:graphic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graphicEl>
                                              <a:dgm id="{2DCB76AF-A4F3-4D42-B2EB-C410B469D597}"/>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graphicEl>
                                              <a:dgm id="{6169173F-367D-2A4B-A7A4-190E16C3EBA4}"/>
                                            </p:graphic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19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graphicEl>
                                              <a:dgm id="{3B2B7462-F0AA-5A4B-9975-A16FD7196FB4}"/>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graphicEl>
                                              <a:dgm id="{A5BD701E-9952-114E-8ED4-34262C51454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6329C2-4FDC-F034-084C-D8D8EC85F9B5}"/>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BA40D284-ADDC-DC9A-9CA8-F957536FDFAF}"/>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
        <p:nvSpPr>
          <p:cNvPr id="202" name="Google Shape;202;p26">
            <a:extLst>
              <a:ext uri="{FF2B5EF4-FFF2-40B4-BE49-F238E27FC236}">
                <a16:creationId xmlns:a16="http://schemas.microsoft.com/office/drawing/2014/main" id="{A06A81EF-5B63-D5FC-DBF1-4258A305C02C}"/>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Evolution of the Dolphin</a:t>
            </a:r>
            <a:endParaRPr dirty="0"/>
          </a:p>
        </p:txBody>
      </p:sp>
      <p:graphicFrame>
        <p:nvGraphicFramePr>
          <p:cNvPr id="3" name="Diagram 2">
            <a:extLst>
              <a:ext uri="{FF2B5EF4-FFF2-40B4-BE49-F238E27FC236}">
                <a16:creationId xmlns:a16="http://schemas.microsoft.com/office/drawing/2014/main" id="{61B0BC93-4425-A0C1-21A0-5788EBEE30E0}"/>
              </a:ext>
            </a:extLst>
          </p:cNvPr>
          <p:cNvGraphicFramePr/>
          <p:nvPr>
            <p:extLst>
              <p:ext uri="{D42A27DB-BD31-4B8C-83A1-F6EECF244321}">
                <p14:modId xmlns:p14="http://schemas.microsoft.com/office/powerpoint/2010/main" val="4130668101"/>
              </p:ext>
            </p:extLst>
          </p:nvPr>
        </p:nvGraphicFramePr>
        <p:xfrm>
          <a:off x="1007397" y="1451113"/>
          <a:ext cx="10409286" cy="41558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F84435BD-D477-8A74-A6A6-DD1D142A3354}"/>
              </a:ext>
            </a:extLst>
          </p:cNvPr>
          <p:cNvPicPr>
            <a:picLocks noChangeAspect="1"/>
          </p:cNvPicPr>
          <p:nvPr/>
        </p:nvPicPr>
        <p:blipFill>
          <a:blip r:embed="rId8"/>
          <a:stretch>
            <a:fillRect/>
          </a:stretch>
        </p:blipFill>
        <p:spPr>
          <a:xfrm>
            <a:off x="6885322" y="4788327"/>
            <a:ext cx="1372863" cy="1144052"/>
          </a:xfrm>
          <a:prstGeom prst="rect">
            <a:avLst/>
          </a:prstGeom>
        </p:spPr>
      </p:pic>
      <p:pic>
        <p:nvPicPr>
          <p:cNvPr id="2" name="Picture 1">
            <a:extLst>
              <a:ext uri="{FF2B5EF4-FFF2-40B4-BE49-F238E27FC236}">
                <a16:creationId xmlns:a16="http://schemas.microsoft.com/office/drawing/2014/main" id="{C36C238C-E792-0D4A-BDD5-EFDEE4D8C0E3}"/>
              </a:ext>
            </a:extLst>
          </p:cNvPr>
          <p:cNvPicPr>
            <a:picLocks noChangeAspect="1"/>
          </p:cNvPicPr>
          <p:nvPr/>
        </p:nvPicPr>
        <p:blipFill>
          <a:blip r:embed="rId9"/>
          <a:stretch>
            <a:fillRect/>
          </a:stretch>
        </p:blipFill>
        <p:spPr>
          <a:xfrm>
            <a:off x="970549" y="5091215"/>
            <a:ext cx="1002630" cy="841164"/>
          </a:xfrm>
          <a:prstGeom prst="rect">
            <a:avLst/>
          </a:prstGeom>
        </p:spPr>
      </p:pic>
      <p:pic>
        <p:nvPicPr>
          <p:cNvPr id="8" name="Picture 7">
            <a:extLst>
              <a:ext uri="{FF2B5EF4-FFF2-40B4-BE49-F238E27FC236}">
                <a16:creationId xmlns:a16="http://schemas.microsoft.com/office/drawing/2014/main" id="{E487D6B7-1745-3AFC-88B5-B1F975FED105}"/>
              </a:ext>
            </a:extLst>
          </p:cNvPr>
          <p:cNvPicPr>
            <a:picLocks noChangeAspect="1"/>
          </p:cNvPicPr>
          <p:nvPr/>
        </p:nvPicPr>
        <p:blipFill>
          <a:blip r:embed="rId10"/>
          <a:stretch>
            <a:fillRect/>
          </a:stretch>
        </p:blipFill>
        <p:spPr>
          <a:xfrm>
            <a:off x="9411161" y="4640731"/>
            <a:ext cx="1144052" cy="1144052"/>
          </a:xfrm>
          <a:prstGeom prst="rect">
            <a:avLst/>
          </a:prstGeom>
        </p:spPr>
      </p:pic>
      <p:pic>
        <p:nvPicPr>
          <p:cNvPr id="15362" name="Picture 2" descr="ChatGPT - Apps on Google Play">
            <a:extLst>
              <a:ext uri="{FF2B5EF4-FFF2-40B4-BE49-F238E27FC236}">
                <a16:creationId xmlns:a16="http://schemas.microsoft.com/office/drawing/2014/main" id="{1D5A27B3-03B1-C60B-851F-28A31E0987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42900" y="1621753"/>
            <a:ext cx="862800" cy="86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85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5A375800-D51A-F04A-BF43-83C3C9C0253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3B2B7462-F0AA-5A4B-9975-A16FD7196FB4}"/>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A5BD701E-9952-114E-8ED4-34262C514546}"/>
                                            </p:graphic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9F42D9B7-2271-7A46-BBE7-ED715C89540C}"/>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graphicEl>
                                              <a:dgm id="{E661121C-6D3B-6045-A790-B57A6F26228C}"/>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graphicEl>
                                              <a:dgm id="{4B973C9C-981E-B345-9956-191B30B57E7B}"/>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graphicEl>
                                              <a:dgm id="{F069C5BD-9F37-ED4B-869E-0E4A7EC9554E}"/>
                                            </p:graphic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36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graphicEl>
                                              <a:dgm id="{66D359F5-CCE7-9449-8B0A-C7624F336D5D}"/>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graphicEl>
                                              <a:dgm id="{AEB83853-1DEA-6D4F-85C1-2DA42EB77226}"/>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graphicEl>
                                              <a:dgm id="{92359BA3-1536-8A49-A587-F28FBFE418FD}"/>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graphicEl>
                                              <a:dgm id="{87D7E2DD-27BF-7D48-A515-F81AEEC4C43F}"/>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graphicEl>
                                              <a:dgm id="{94459B35-B6A8-8747-95DA-3E28004E30C9}"/>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graphicEl>
                                              <a:dgm id="{436941CE-0164-D64F-AB40-EDFD26121CE0}"/>
                                            </p:graphic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graphicEl>
                                              <a:dgm id="{15C0B5F0-7A4A-2F4B-B1E1-C1D06F165A4B}"/>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graphicEl>
                                              <a:dgm id="{3BBFA2ED-CC81-2F4E-9754-108F48B42DF9}"/>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graphicEl>
                                              <a:dgm id="{36E96235-8E02-584A-B40E-8569C776AD32}"/>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graphicEl>
                                              <a:dgm id="{CCD1DE90-9864-F94F-81A8-D6278A385ACF}"/>
                                            </p:graphic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449B2D60-779C-3990-52F1-5A02698B4321}"/>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B6B73A19-731E-D32E-1AA4-AFFBC7D69724}"/>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
        <p:nvSpPr>
          <p:cNvPr id="202" name="Google Shape;202;p26">
            <a:extLst>
              <a:ext uri="{FF2B5EF4-FFF2-40B4-BE49-F238E27FC236}">
                <a16:creationId xmlns:a16="http://schemas.microsoft.com/office/drawing/2014/main" id="{B42C4CB1-9892-310E-0531-F5D34E3562E4}"/>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Testimonials</a:t>
            </a:r>
            <a:endParaRPr dirty="0"/>
          </a:p>
        </p:txBody>
      </p:sp>
      <p:sp>
        <p:nvSpPr>
          <p:cNvPr id="203" name="Google Shape;203;p26">
            <a:extLst>
              <a:ext uri="{FF2B5EF4-FFF2-40B4-BE49-F238E27FC236}">
                <a16:creationId xmlns:a16="http://schemas.microsoft.com/office/drawing/2014/main" id="{20BEB056-5514-5AF4-F3ED-5B1CD90A460D}"/>
              </a:ext>
            </a:extLst>
          </p:cNvPr>
          <p:cNvSpPr txBox="1">
            <a:spLocks noGrp="1"/>
          </p:cNvSpPr>
          <p:nvPr>
            <p:ph type="body" idx="1"/>
          </p:nvPr>
        </p:nvSpPr>
        <p:spPr>
          <a:xfrm>
            <a:off x="3737113" y="1828800"/>
            <a:ext cx="7447402" cy="4155801"/>
          </a:xfrm>
          <a:prstGeom prst="rect">
            <a:avLst/>
          </a:prstGeom>
        </p:spPr>
        <p:txBody>
          <a:bodyPr spcFirstLastPara="1" wrap="square" lIns="91425" tIns="45700" rIns="91425" bIns="45700" anchor="t" anchorCtr="0">
            <a:normAutofit fontScale="25000" lnSpcReduction="20000"/>
          </a:bodyPr>
          <a:lstStyle/>
          <a:p>
            <a:pPr algn="just"/>
            <a:r>
              <a:rPr lang="en-US" sz="5600" dirty="0"/>
              <a:t>A remarkable moment for me was the very inspiring talk by Martin Mickos about how the database feature war is over and how MySQL will commoditize the database market and kick Oracle’s ass. It is an interesting memory as a historical “what-if” moment. What if </a:t>
            </a:r>
            <a:r>
              <a:rPr lang="en-US" sz="5600" dirty="0" err="1"/>
              <a:t>Heikki</a:t>
            </a:r>
            <a:r>
              <a:rPr lang="en-US" sz="5600" dirty="0"/>
              <a:t> had sold </a:t>
            </a:r>
            <a:r>
              <a:rPr lang="en-US" sz="5600" dirty="0" err="1"/>
              <a:t>InnoDB</a:t>
            </a:r>
            <a:r>
              <a:rPr lang="en-US" sz="5600" dirty="0"/>
              <a:t> to MySQL instead of Oracle at the time? What if MySQL had gone public and continued as an independent company instead of being snatched by Sun?</a:t>
            </a:r>
          </a:p>
          <a:p>
            <a:pPr algn="just"/>
            <a:r>
              <a:rPr lang="en-US" sz="5600" dirty="0"/>
              <a:t>The future of MySQL is rather uncertain right now, as far too much depends on what Oracle decides to do. It seems Oracle has tilted the balance toward investing more in the commercial/cloud/Heatwave version of MySQL rather than the core open-source product.</a:t>
            </a:r>
          </a:p>
          <a:p>
            <a:pPr algn="just"/>
            <a:r>
              <a:rPr lang="en-US" sz="5600" dirty="0"/>
              <a:t>With PostgreSQL having so much momentum, will this investment be enough to keep MySQL relevant over the next decade or not?</a:t>
            </a:r>
          </a:p>
          <a:p>
            <a:pPr algn="just"/>
            <a:r>
              <a:rPr lang="en-US" sz="5600" dirty="0"/>
              <a:t>There is also uncertainty in the MariaDB space. With new owners, will they have the resources to invest in making it the best open-source MySQL alternative? I do not know.</a:t>
            </a:r>
          </a:p>
          <a:p>
            <a:pPr algn="just"/>
            <a:r>
              <a:rPr lang="en-US" sz="5600" dirty="0"/>
              <a:t>My hope is that the broader MySQL community comes together, including, of course, Percona and major cloud vendors, which can pull in more resources than Oracle or MariaDB, to create a future for MySQL that is governed in the collective interest rather than in the interests of a single for-profit company.</a:t>
            </a:r>
          </a:p>
          <a:p>
            <a:pPr marL="457200" lvl="0" indent="-355600" algn="l" rtl="0">
              <a:spcBef>
                <a:spcPts val="1200"/>
              </a:spcBef>
              <a:spcAft>
                <a:spcPts val="0"/>
              </a:spcAft>
              <a:buClr>
                <a:schemeClr val="accent1"/>
              </a:buClr>
              <a:buSzPts val="2000"/>
              <a:buChar char="●"/>
            </a:pPr>
            <a:endParaRPr lang="en-US" dirty="0"/>
          </a:p>
          <a:p>
            <a:pPr marL="457200" lvl="0" indent="-355600" algn="l" rtl="0">
              <a:spcBef>
                <a:spcPts val="1200"/>
              </a:spcBef>
              <a:spcAft>
                <a:spcPts val="0"/>
              </a:spcAft>
              <a:buClr>
                <a:schemeClr val="accent1"/>
              </a:buClr>
              <a:buSzPts val="2000"/>
              <a:buChar char="●"/>
            </a:pPr>
            <a:endParaRPr lang="en-US" dirty="0"/>
          </a:p>
          <a:p>
            <a:pPr marL="457200" lvl="0" indent="-355600" algn="l" rtl="0">
              <a:spcBef>
                <a:spcPts val="1200"/>
              </a:spcBef>
              <a:spcAft>
                <a:spcPts val="0"/>
              </a:spcAft>
              <a:buClr>
                <a:schemeClr val="accent1"/>
              </a:buClr>
              <a:buSzPts val="2000"/>
              <a:buChar char="●"/>
            </a:pPr>
            <a:endParaRPr lang="en-US" dirty="0"/>
          </a:p>
          <a:p>
            <a:pPr marL="457200" lvl="0" indent="-355600" algn="l" rtl="0">
              <a:spcBef>
                <a:spcPts val="1200"/>
              </a:spcBef>
              <a:spcAft>
                <a:spcPts val="0"/>
              </a:spcAft>
              <a:buClr>
                <a:schemeClr val="accent1"/>
              </a:buClr>
              <a:buSzPts val="2000"/>
              <a:buChar char="●"/>
            </a:pPr>
            <a:endParaRPr lang="en-US" dirty="0"/>
          </a:p>
          <a:p>
            <a:pPr marL="0" lvl="0" indent="0" algn="l" rtl="0">
              <a:spcBef>
                <a:spcPts val="1200"/>
              </a:spcBef>
              <a:spcAft>
                <a:spcPts val="0"/>
              </a:spcAft>
              <a:buNone/>
            </a:pPr>
            <a:r>
              <a:rPr lang="en-US" dirty="0"/>
              <a:t> </a:t>
            </a:r>
            <a:endParaRPr dirty="0"/>
          </a:p>
        </p:txBody>
      </p:sp>
      <p:pic>
        <p:nvPicPr>
          <p:cNvPr id="11266" name="Picture 2" descr="Profile photo of Peter Zaitsev">
            <a:extLst>
              <a:ext uri="{FF2B5EF4-FFF2-40B4-BE49-F238E27FC236}">
                <a16:creationId xmlns:a16="http://schemas.microsoft.com/office/drawing/2014/main" id="{BBB666E0-2262-C05E-E190-7C5E8E3F9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54" y="2219691"/>
            <a:ext cx="1837635" cy="18376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9A01E70-0AC0-6055-E4FB-A310F8F5D50F}"/>
              </a:ext>
            </a:extLst>
          </p:cNvPr>
          <p:cNvSpPr txBox="1"/>
          <p:nvPr/>
        </p:nvSpPr>
        <p:spPr>
          <a:xfrm>
            <a:off x="1091702" y="4144617"/>
            <a:ext cx="1999367" cy="215444"/>
          </a:xfrm>
          <a:prstGeom prst="rect">
            <a:avLst/>
          </a:prstGeom>
          <a:noFill/>
        </p:spPr>
        <p:txBody>
          <a:bodyPr wrap="square" rtlCol="0">
            <a:spAutoFit/>
          </a:bodyPr>
          <a:lstStyle/>
          <a:p>
            <a:r>
              <a:rPr lang="en-US" sz="800" i="1" dirty="0">
                <a:latin typeface="Poppins" pitchFamily="2" charset="77"/>
                <a:cs typeface="Poppins" pitchFamily="2" charset="77"/>
                <a:hlinkClick r:id="rId4"/>
              </a:rPr>
              <a:t>Peter Zaitsev</a:t>
            </a:r>
            <a:r>
              <a:rPr lang="en-US" sz="800" i="1" dirty="0">
                <a:latin typeface="Poppins" pitchFamily="2" charset="77"/>
                <a:cs typeface="Poppins" pitchFamily="2" charset="77"/>
              </a:rPr>
              <a:t>, founder of Percona</a:t>
            </a:r>
          </a:p>
        </p:txBody>
      </p:sp>
    </p:spTree>
    <p:extLst>
      <p:ext uri="{BB962C8B-B14F-4D97-AF65-F5344CB8AC3E}">
        <p14:creationId xmlns:p14="http://schemas.microsoft.com/office/powerpoint/2010/main" val="3891491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021FF52F-A635-E39B-ECAC-FEBCA4CB82DC}"/>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E42765D1-C1CA-4D1D-C525-3942E8D16843}"/>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
        <p:nvSpPr>
          <p:cNvPr id="202" name="Google Shape;202;p26">
            <a:extLst>
              <a:ext uri="{FF2B5EF4-FFF2-40B4-BE49-F238E27FC236}">
                <a16:creationId xmlns:a16="http://schemas.microsoft.com/office/drawing/2014/main" id="{4047EE90-3421-3A02-453A-730F9C085105}"/>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Testimonials</a:t>
            </a:r>
            <a:endParaRPr dirty="0"/>
          </a:p>
        </p:txBody>
      </p:sp>
      <p:sp>
        <p:nvSpPr>
          <p:cNvPr id="203" name="Google Shape;203;p26">
            <a:extLst>
              <a:ext uri="{FF2B5EF4-FFF2-40B4-BE49-F238E27FC236}">
                <a16:creationId xmlns:a16="http://schemas.microsoft.com/office/drawing/2014/main" id="{63026A5C-D361-9B73-52F6-8414C8CE2606}"/>
              </a:ext>
            </a:extLst>
          </p:cNvPr>
          <p:cNvSpPr txBox="1">
            <a:spLocks noGrp="1"/>
          </p:cNvSpPr>
          <p:nvPr>
            <p:ph type="body" idx="1"/>
          </p:nvPr>
        </p:nvSpPr>
        <p:spPr>
          <a:xfrm>
            <a:off x="3737113" y="1828800"/>
            <a:ext cx="7447402" cy="4155801"/>
          </a:xfrm>
          <a:prstGeom prst="rect">
            <a:avLst/>
          </a:prstGeom>
        </p:spPr>
        <p:txBody>
          <a:bodyPr spcFirstLastPara="1" wrap="square" lIns="91425" tIns="45700" rIns="91425" bIns="45700" anchor="t" anchorCtr="0">
            <a:normAutofit fontScale="40000" lnSpcReduction="20000"/>
          </a:bodyPr>
          <a:lstStyle/>
          <a:p>
            <a:pPr algn="just"/>
            <a:r>
              <a:rPr lang="en-US" sz="5600" dirty="0"/>
              <a:t>I had the opportunity to develop a new client-server protocol, which was later ported to </a:t>
            </a:r>
            <a:r>
              <a:rPr lang="en-US" sz="5600" dirty="0" err="1"/>
              <a:t>vxWorks</a:t>
            </a:r>
            <a:r>
              <a:rPr lang="en-US" sz="5600" dirty="0"/>
              <a:t> and installed on the first Mars Rover. Being a member of the NASA team that successfully landed that Rover on Mars remains one of the greatest achievements of my career.</a:t>
            </a:r>
          </a:p>
          <a:p>
            <a:pPr algn="just"/>
            <a:endParaRPr lang="en-US" sz="5600" dirty="0"/>
          </a:p>
          <a:p>
            <a:pPr algn="just"/>
            <a:r>
              <a:rPr lang="en-US" sz="5600" dirty="0"/>
              <a:t>As for MySQL, it has grown into such a feature platform over the years. There is a vast ecosystem of add-on products available, like HeatWave and </a:t>
            </a:r>
            <a:r>
              <a:rPr lang="en-US" sz="5600" dirty="0" err="1"/>
              <a:t>RonDB</a:t>
            </a:r>
            <a:r>
              <a:rPr lang="en-US" sz="5600" dirty="0"/>
              <a:t>.</a:t>
            </a:r>
            <a:endParaRPr lang="en-US" dirty="0"/>
          </a:p>
        </p:txBody>
      </p:sp>
      <p:sp>
        <p:nvSpPr>
          <p:cNvPr id="4" name="TextBox 3">
            <a:extLst>
              <a:ext uri="{FF2B5EF4-FFF2-40B4-BE49-F238E27FC236}">
                <a16:creationId xmlns:a16="http://schemas.microsoft.com/office/drawing/2014/main" id="{DF9AD2C1-1366-0D2C-9D7A-AB57198A7565}"/>
              </a:ext>
            </a:extLst>
          </p:cNvPr>
          <p:cNvSpPr txBox="1"/>
          <p:nvPr/>
        </p:nvSpPr>
        <p:spPr>
          <a:xfrm>
            <a:off x="1091701" y="3744507"/>
            <a:ext cx="1999367" cy="307777"/>
          </a:xfrm>
          <a:prstGeom prst="rect">
            <a:avLst/>
          </a:prstGeom>
          <a:noFill/>
        </p:spPr>
        <p:txBody>
          <a:bodyPr wrap="square" rtlCol="0">
            <a:spAutoFit/>
          </a:bodyPr>
          <a:lstStyle/>
          <a:p>
            <a:pPr algn="ctr"/>
            <a:r>
              <a:rPr lang="en-US" sz="700" i="1" u="none" strike="noStrike" dirty="0">
                <a:effectLst/>
                <a:latin typeface="Poppins" pitchFamily="2" charset="77"/>
                <a:cs typeface="Poppins" pitchFamily="2" charset="77"/>
              </a:rPr>
              <a:t>Sinisa</a:t>
            </a:r>
            <a:r>
              <a:rPr lang="en-US" sz="700" i="1" dirty="0">
                <a:latin typeface="Poppins" pitchFamily="2" charset="77"/>
                <a:cs typeface="Poppins" pitchFamily="2" charset="77"/>
              </a:rPr>
              <a:t> </a:t>
            </a:r>
            <a:r>
              <a:rPr lang="en-US" sz="700" i="1" u="none" strike="noStrike" dirty="0" err="1">
                <a:effectLst/>
                <a:latin typeface="Poppins" pitchFamily="2" charset="77"/>
                <a:cs typeface="Poppins" pitchFamily="2" charset="77"/>
              </a:rPr>
              <a:t>Milivojevic</a:t>
            </a:r>
            <a:r>
              <a:rPr lang="en-US" sz="700" i="1" u="none" strike="noStrike" dirty="0">
                <a:effectLst/>
                <a:latin typeface="Poppins" pitchFamily="2" charset="77"/>
                <a:cs typeface="Poppins" pitchFamily="2" charset="77"/>
              </a:rPr>
              <a:t>, developer at Oracle</a:t>
            </a:r>
            <a:br>
              <a:rPr lang="en-US" sz="700" i="1" u="none" strike="noStrike" dirty="0">
                <a:effectLst/>
                <a:latin typeface="Poppins" pitchFamily="2" charset="77"/>
                <a:cs typeface="Poppins" pitchFamily="2" charset="77"/>
              </a:rPr>
            </a:br>
            <a:r>
              <a:rPr lang="en-US" sz="700" i="1" dirty="0">
                <a:latin typeface="Poppins" pitchFamily="2" charset="77"/>
                <a:cs typeface="Poppins" pitchFamily="2" charset="77"/>
                <a:hlinkClick r:id="rId3"/>
              </a:rPr>
              <a:t>#2 employee</a:t>
            </a:r>
            <a:endParaRPr lang="en-US" sz="700" i="1" u="none" strike="noStrike" dirty="0">
              <a:effectLst/>
              <a:latin typeface="Poppins" pitchFamily="2" charset="77"/>
              <a:cs typeface="Poppins" pitchFamily="2" charset="77"/>
              <a:hlinkClick r:id="rId3"/>
            </a:endParaRPr>
          </a:p>
        </p:txBody>
      </p:sp>
      <p:pic>
        <p:nvPicPr>
          <p:cNvPr id="12290" name="Picture 2" descr="Sinisa Milivojevic">
            <a:extLst>
              <a:ext uri="{FF2B5EF4-FFF2-40B4-BE49-F238E27FC236}">
                <a16:creationId xmlns:a16="http://schemas.microsoft.com/office/drawing/2014/main" id="{41960767-80CB-F406-7C25-026B2D6EB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9650" y="342265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Marketing Aspects Magazine Are You Invisible Without a Professional LinkedIn  Profile? - Marketing Aspects Magazine">
            <a:extLst>
              <a:ext uri="{FF2B5EF4-FFF2-40B4-BE49-F238E27FC236}">
                <a16:creationId xmlns:a16="http://schemas.microsoft.com/office/drawing/2014/main" id="{4553208B-FC35-EDD0-2958-9A7013C514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8697" y="2115663"/>
            <a:ext cx="1745620" cy="1554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175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4E042F8F-4305-D8A3-C3DA-6027C989E1FC}"/>
            </a:ext>
          </a:extLst>
        </p:cNvPr>
        <p:cNvGrpSpPr/>
        <p:nvPr/>
      </p:nvGrpSpPr>
      <p:grpSpPr>
        <a:xfrm>
          <a:off x="0" y="0"/>
          <a:ext cx="0" cy="0"/>
          <a:chOff x="0" y="0"/>
          <a:chExt cx="0" cy="0"/>
        </a:xfrm>
      </p:grpSpPr>
      <p:sp>
        <p:nvSpPr>
          <p:cNvPr id="201" name="Google Shape;201;p26">
            <a:extLst>
              <a:ext uri="{FF2B5EF4-FFF2-40B4-BE49-F238E27FC236}">
                <a16:creationId xmlns:a16="http://schemas.microsoft.com/office/drawing/2014/main" id="{E2ECBB27-7C84-E02B-E0F6-D27BB1FE3E6F}"/>
              </a:ext>
            </a:extLst>
          </p:cNvPr>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
        <p:nvSpPr>
          <p:cNvPr id="202" name="Google Shape;202;p26">
            <a:extLst>
              <a:ext uri="{FF2B5EF4-FFF2-40B4-BE49-F238E27FC236}">
                <a16:creationId xmlns:a16="http://schemas.microsoft.com/office/drawing/2014/main" id="{E71AD5F2-A1A3-0D87-2716-2DEE60CBCEEA}"/>
              </a:ext>
            </a:extLst>
          </p:cNvPr>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Testimonials</a:t>
            </a:r>
            <a:endParaRPr dirty="0"/>
          </a:p>
        </p:txBody>
      </p:sp>
      <p:sp>
        <p:nvSpPr>
          <p:cNvPr id="203" name="Google Shape;203;p26">
            <a:extLst>
              <a:ext uri="{FF2B5EF4-FFF2-40B4-BE49-F238E27FC236}">
                <a16:creationId xmlns:a16="http://schemas.microsoft.com/office/drawing/2014/main" id="{4568F16C-23F6-D2DF-86ED-AC7841191B2A}"/>
              </a:ext>
            </a:extLst>
          </p:cNvPr>
          <p:cNvSpPr txBox="1">
            <a:spLocks noGrp="1"/>
          </p:cNvSpPr>
          <p:nvPr>
            <p:ph type="body" idx="1"/>
          </p:nvPr>
        </p:nvSpPr>
        <p:spPr>
          <a:xfrm>
            <a:off x="3737113" y="1828800"/>
            <a:ext cx="7447402" cy="4155801"/>
          </a:xfrm>
          <a:prstGeom prst="rect">
            <a:avLst/>
          </a:prstGeom>
        </p:spPr>
        <p:txBody>
          <a:bodyPr spcFirstLastPara="1" wrap="square" lIns="91425" tIns="45700" rIns="91425" bIns="45700" anchor="t" anchorCtr="0">
            <a:normAutofit fontScale="40000" lnSpcReduction="20000"/>
          </a:bodyPr>
          <a:lstStyle/>
          <a:p>
            <a:pPr algn="just"/>
            <a:r>
              <a:rPr lang="en-US" sz="5600" dirty="0"/>
              <a:t>My favorite moment were the Percona Live events that happened in Santa Clara. Those were wonderful.  I really enjoyed presenting at those events. Sessions and tutorials. The Community was very active, willing to travel and happy to meet all together at a single place. Plenty of remarkable experts with a single focus: MySQL!  From 2013 to 2018., these were 5 years of technical content, friendship and fun.</a:t>
            </a:r>
          </a:p>
          <a:p>
            <a:pPr algn="just"/>
            <a:endParaRPr lang="en-US" sz="5600" dirty="0"/>
          </a:p>
          <a:p>
            <a:pPr algn="just"/>
            <a:r>
              <a:rPr lang="en-US" sz="5600" dirty="0"/>
              <a:t>About the future of MySQL, is a complicated questions. MySQL will never be the same as it was I guess. I've more of course, but I can't say publicly </a:t>
            </a:r>
          </a:p>
          <a:p>
            <a:pPr algn="just"/>
            <a:endParaRPr lang="en-US" sz="5600" dirty="0"/>
          </a:p>
          <a:p>
            <a:pPr algn="just"/>
            <a:endParaRPr lang="en-US" sz="5600" dirty="0"/>
          </a:p>
          <a:p>
            <a:pPr algn="just"/>
            <a:endParaRPr lang="en-US" sz="5600" dirty="0"/>
          </a:p>
        </p:txBody>
      </p:sp>
      <p:sp>
        <p:nvSpPr>
          <p:cNvPr id="4" name="TextBox 3">
            <a:extLst>
              <a:ext uri="{FF2B5EF4-FFF2-40B4-BE49-F238E27FC236}">
                <a16:creationId xmlns:a16="http://schemas.microsoft.com/office/drawing/2014/main" id="{07C1A48B-7D96-0D96-D8C2-FD2FC1269AB4}"/>
              </a:ext>
            </a:extLst>
          </p:cNvPr>
          <p:cNvSpPr txBox="1"/>
          <p:nvPr/>
        </p:nvSpPr>
        <p:spPr>
          <a:xfrm>
            <a:off x="1091701" y="3744507"/>
            <a:ext cx="1999367" cy="200055"/>
          </a:xfrm>
          <a:prstGeom prst="rect">
            <a:avLst/>
          </a:prstGeom>
          <a:noFill/>
        </p:spPr>
        <p:txBody>
          <a:bodyPr wrap="square" rtlCol="0">
            <a:spAutoFit/>
          </a:bodyPr>
          <a:lstStyle/>
          <a:p>
            <a:r>
              <a:rPr lang="en-US" sz="700" i="1" u="none" strike="noStrike" dirty="0">
                <a:effectLst/>
                <a:latin typeface="Poppins" pitchFamily="2" charset="77"/>
                <a:cs typeface="Poppins" pitchFamily="2" charset="77"/>
              </a:rPr>
              <a:t>Frederic Descamps, MySQL Evangelist</a:t>
            </a:r>
            <a:endParaRPr lang="en-US" sz="700" i="1" u="none" strike="noStrike" dirty="0">
              <a:effectLst/>
              <a:latin typeface="Poppins" pitchFamily="2" charset="77"/>
              <a:cs typeface="Poppins" pitchFamily="2" charset="77"/>
              <a:hlinkClick r:id="rId3"/>
            </a:endParaRPr>
          </a:p>
        </p:txBody>
      </p:sp>
      <p:pic>
        <p:nvPicPr>
          <p:cNvPr id="12290" name="Picture 2" descr="Sinisa Milivojevic">
            <a:extLst>
              <a:ext uri="{FF2B5EF4-FFF2-40B4-BE49-F238E27FC236}">
                <a16:creationId xmlns:a16="http://schemas.microsoft.com/office/drawing/2014/main" id="{AA37F0AF-F7DA-DD43-F6C1-5CE081098C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9650" y="342265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Profile photo of Frederic Descamps">
            <a:extLst>
              <a:ext uri="{FF2B5EF4-FFF2-40B4-BE49-F238E27FC236}">
                <a16:creationId xmlns:a16="http://schemas.microsoft.com/office/drawing/2014/main" id="{5D740531-7B6A-6EA6-1E3C-6C20F3FFAC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5059" y="1826805"/>
            <a:ext cx="1712650" cy="17126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47EC105E-DAAB-4344-279F-F4DF0A1D0B84}"/>
              </a:ext>
            </a:extLst>
          </p:cNvPr>
          <p:cNvSpPr>
            <a:spLocks noChangeArrowheads="1"/>
          </p:cNvSpPr>
          <p:nvPr/>
        </p:nvSpPr>
        <p:spPr bwMode="auto">
          <a:xfrm>
            <a:off x="0" y="2147483647"/>
            <a:ext cx="84740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About the future of MySQL, is a complicated questions. MySQL will never be the same as it was I guess.</a:t>
            </a:r>
            <a:endParaRPr kumimoji="0" lang="en-BR" altLang="en-BR" sz="7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3" name="Rectangle 4">
            <a:extLst>
              <a:ext uri="{FF2B5EF4-FFF2-40B4-BE49-F238E27FC236}">
                <a16:creationId xmlns:a16="http://schemas.microsoft.com/office/drawing/2014/main" id="{A8EEE7DA-00D1-7407-028C-5C1FDA4EC5F7}"/>
              </a:ext>
            </a:extLst>
          </p:cNvPr>
          <p:cNvSpPr>
            <a:spLocks noChangeArrowheads="1"/>
          </p:cNvSpPr>
          <p:nvPr/>
        </p:nvSpPr>
        <p:spPr bwMode="auto">
          <a:xfrm>
            <a:off x="0" y="2147483647"/>
            <a:ext cx="3317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BR" altLang="en-BR" sz="900" b="0" i="0" u="none" strike="noStrike" cap="none" normalizeH="0" baseline="0">
                <a:ln>
                  <a:noFill/>
                </a:ln>
                <a:solidFill>
                  <a:schemeClr val="tx1"/>
                </a:solidFill>
                <a:effectLst/>
                <a:latin typeface="Arial" panose="020B0604020202020204" pitchFamily="34" charset="0"/>
                <a:hlinkClick r:id="rId6"/>
              </a:rPr>
              <a:t>3:37</a:t>
            </a:r>
            <a:endParaRPr kumimoji="0" lang="en-BR" altLang="en-BR"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lefred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I've more of course, but I can't say publicly   </a:t>
            </a:r>
            <a:r>
              <a:rPr kumimoji="0" lang="en-BR" altLang="en-BR" sz="3500" b="0" i="0" u="none" strike="noStrike" cap="none" normalizeH="0" baseline="0">
                <a:ln>
                  <a:noFill/>
                </a:ln>
                <a:solidFill>
                  <a:schemeClr val="tx1"/>
                </a:solidFill>
                <a:effectLst/>
                <a:latin typeface="Arial" panose="020B0604020202020204" pitchFamily="34" charset="0"/>
              </a:rPr>
              <a:t>     </a:t>
            </a:r>
            <a:endParaRPr kumimoji="0" lang="en-BR" altLang="en-BR"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5" name="Rectangle 6">
            <a:extLst>
              <a:ext uri="{FF2B5EF4-FFF2-40B4-BE49-F238E27FC236}">
                <a16:creationId xmlns:a16="http://schemas.microsoft.com/office/drawing/2014/main" id="{7C3790C4-5758-ABFC-A5C5-034312B0A72C}"/>
              </a:ext>
            </a:extLst>
          </p:cNvPr>
          <p:cNvSpPr>
            <a:spLocks noChangeArrowheads="1"/>
          </p:cNvSpPr>
          <p:nvPr/>
        </p:nvSpPr>
        <p:spPr bwMode="auto">
          <a:xfrm>
            <a:off x="0" y="2147483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BR" altLang="en-BR" sz="1100" b="0" i="0" u="none" strike="noStrike" cap="none" normalizeH="0" baseline="0">
                <a:ln>
                  <a:noFill/>
                </a:ln>
                <a:solidFill>
                  <a:srgbClr val="D1D2D3"/>
                </a:solidFill>
                <a:effectLst/>
                <a:latin typeface="Slack-Lato"/>
              </a:rPr>
            </a:b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6" name="Rectangle 7">
            <a:extLst>
              <a:ext uri="{FF2B5EF4-FFF2-40B4-BE49-F238E27FC236}">
                <a16:creationId xmlns:a16="http://schemas.microsoft.com/office/drawing/2014/main" id="{1BECA1CE-6A39-B105-5BAC-31335D1EE008}"/>
              </a:ext>
            </a:extLst>
          </p:cNvPr>
          <p:cNvSpPr>
            <a:spLocks noChangeArrowheads="1"/>
          </p:cNvSpPr>
          <p:nvPr/>
        </p:nvSpPr>
        <p:spPr bwMode="auto">
          <a:xfrm>
            <a:off x="152400" y="2147483647"/>
            <a:ext cx="84740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About the future of MySQL, is a complicated questions. MySQL will never be the same as it was I guess.</a:t>
            </a:r>
            <a:endParaRPr kumimoji="0" lang="en-BR" altLang="en-BR" sz="7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7" name="Rectangle 8">
            <a:extLst>
              <a:ext uri="{FF2B5EF4-FFF2-40B4-BE49-F238E27FC236}">
                <a16:creationId xmlns:a16="http://schemas.microsoft.com/office/drawing/2014/main" id="{A8B79755-5DB7-4DC2-10DE-D42FB984FB38}"/>
              </a:ext>
            </a:extLst>
          </p:cNvPr>
          <p:cNvSpPr>
            <a:spLocks noChangeArrowheads="1"/>
          </p:cNvSpPr>
          <p:nvPr/>
        </p:nvSpPr>
        <p:spPr bwMode="auto">
          <a:xfrm>
            <a:off x="152400" y="2147483647"/>
            <a:ext cx="3317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BR" altLang="en-BR" sz="900" b="0" i="0" u="none" strike="noStrike" cap="none" normalizeH="0" baseline="0">
                <a:ln>
                  <a:noFill/>
                </a:ln>
                <a:solidFill>
                  <a:schemeClr val="tx1"/>
                </a:solidFill>
                <a:effectLst/>
                <a:latin typeface="Arial" panose="020B0604020202020204" pitchFamily="34" charset="0"/>
                <a:hlinkClick r:id="rId6"/>
              </a:rPr>
              <a:t>3:37</a:t>
            </a:r>
            <a:endParaRPr kumimoji="0" lang="en-BR" altLang="en-BR"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lefred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I've more of course, but I can't say publicly   </a:t>
            </a:r>
            <a:r>
              <a:rPr kumimoji="0" lang="en-BR" altLang="en-BR" sz="3500" b="0" i="0" u="none" strike="noStrike" cap="none" normalizeH="0" baseline="0">
                <a:ln>
                  <a:noFill/>
                </a:ln>
                <a:solidFill>
                  <a:schemeClr val="tx1"/>
                </a:solidFill>
                <a:effectLst/>
                <a:latin typeface="Arial" panose="020B0604020202020204" pitchFamily="34" charset="0"/>
              </a:rPr>
              <a:t>     </a:t>
            </a:r>
            <a:endParaRPr kumimoji="0" lang="en-BR" altLang="en-BR"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8" name="Rectangle 10">
            <a:extLst>
              <a:ext uri="{FF2B5EF4-FFF2-40B4-BE49-F238E27FC236}">
                <a16:creationId xmlns:a16="http://schemas.microsoft.com/office/drawing/2014/main" id="{8EAB2836-43D1-01DF-FBA2-57A206B4CFB2}"/>
              </a:ext>
            </a:extLst>
          </p:cNvPr>
          <p:cNvSpPr>
            <a:spLocks noChangeArrowheads="1"/>
          </p:cNvSpPr>
          <p:nvPr/>
        </p:nvSpPr>
        <p:spPr bwMode="auto">
          <a:xfrm>
            <a:off x="152400" y="2147483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BR" altLang="en-BR" sz="1100" b="0" i="0" u="none" strike="noStrike" cap="none" normalizeH="0" baseline="0">
                <a:ln>
                  <a:noFill/>
                </a:ln>
                <a:solidFill>
                  <a:srgbClr val="D1D2D3"/>
                </a:solidFill>
                <a:effectLst/>
                <a:latin typeface="Slack-Lato"/>
              </a:rPr>
            </a:b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9" name="Rectangle 11">
            <a:extLst>
              <a:ext uri="{FF2B5EF4-FFF2-40B4-BE49-F238E27FC236}">
                <a16:creationId xmlns:a16="http://schemas.microsoft.com/office/drawing/2014/main" id="{76CEB5D4-262B-F458-5A04-FF04C46D3B5E}"/>
              </a:ext>
            </a:extLst>
          </p:cNvPr>
          <p:cNvSpPr>
            <a:spLocks noChangeArrowheads="1"/>
          </p:cNvSpPr>
          <p:nvPr/>
        </p:nvSpPr>
        <p:spPr bwMode="auto">
          <a:xfrm>
            <a:off x="152400" y="2147483647"/>
            <a:ext cx="84740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About the future of MySQL, is a complicated questions. MySQL will never be the same as it was I guess.</a:t>
            </a:r>
            <a:endParaRPr kumimoji="0" lang="en-BR" altLang="en-BR" sz="7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10" name="Rectangle 12">
            <a:extLst>
              <a:ext uri="{FF2B5EF4-FFF2-40B4-BE49-F238E27FC236}">
                <a16:creationId xmlns:a16="http://schemas.microsoft.com/office/drawing/2014/main" id="{9218A703-B45A-2CA6-BE25-B1E33A791990}"/>
              </a:ext>
            </a:extLst>
          </p:cNvPr>
          <p:cNvSpPr>
            <a:spLocks noChangeArrowheads="1"/>
          </p:cNvSpPr>
          <p:nvPr/>
        </p:nvSpPr>
        <p:spPr bwMode="auto">
          <a:xfrm>
            <a:off x="152400" y="2147483647"/>
            <a:ext cx="3317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BR" altLang="en-BR" sz="900" b="0" i="0" u="none" strike="noStrike" cap="none" normalizeH="0" baseline="0">
                <a:ln>
                  <a:noFill/>
                </a:ln>
                <a:solidFill>
                  <a:schemeClr val="tx1"/>
                </a:solidFill>
                <a:effectLst/>
                <a:latin typeface="Arial" panose="020B0604020202020204" pitchFamily="34" charset="0"/>
                <a:hlinkClick r:id="rId6"/>
              </a:rPr>
              <a:t>3:37</a:t>
            </a:r>
            <a:endParaRPr kumimoji="0" lang="en-BR" altLang="en-BR"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lefred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BR" altLang="en-BR" sz="1100" b="0" i="0" u="none" strike="noStrike" cap="none" normalizeH="0" baseline="0">
                <a:ln>
                  <a:noFill/>
                </a:ln>
                <a:solidFill>
                  <a:schemeClr val="tx1"/>
                </a:solidFill>
                <a:effectLst/>
                <a:latin typeface="Arial" panose="020B0604020202020204" pitchFamily="34" charset="0"/>
              </a:rPr>
              <a:t>I've more of course, but I can't say publicly   </a:t>
            </a:r>
            <a:r>
              <a:rPr kumimoji="0" lang="en-BR" altLang="en-BR" sz="3500" b="0" i="0" u="none" strike="noStrike" cap="none" normalizeH="0" baseline="0">
                <a:ln>
                  <a:noFill/>
                </a:ln>
                <a:solidFill>
                  <a:schemeClr val="tx1"/>
                </a:solidFill>
                <a:effectLst/>
                <a:latin typeface="Arial" panose="020B0604020202020204" pitchFamily="34" charset="0"/>
              </a:rPr>
              <a:t>     </a:t>
            </a:r>
            <a:endParaRPr kumimoji="0" lang="en-BR" altLang="en-BR"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R" altLang="en-BR" sz="1800" b="0" i="0" u="none" strike="noStrike" cap="none" normalizeH="0" baseline="0">
              <a:ln>
                <a:noFill/>
              </a:ln>
              <a:solidFill>
                <a:schemeClr val="tx1"/>
              </a:solidFill>
              <a:effectLst/>
              <a:latin typeface="Arial" panose="020B0604020202020204" pitchFamily="34" charset="0"/>
            </a:endParaRPr>
          </a:p>
        </p:txBody>
      </p:sp>
      <p:sp>
        <p:nvSpPr>
          <p:cNvPr id="11" name="Rectangle 14">
            <a:extLst>
              <a:ext uri="{FF2B5EF4-FFF2-40B4-BE49-F238E27FC236}">
                <a16:creationId xmlns:a16="http://schemas.microsoft.com/office/drawing/2014/main" id="{392929C6-90CB-5A70-FC02-72D1ABB90F0F}"/>
              </a:ext>
            </a:extLst>
          </p:cNvPr>
          <p:cNvSpPr>
            <a:spLocks noChangeArrowheads="1"/>
          </p:cNvSpPr>
          <p:nvPr/>
        </p:nvSpPr>
        <p:spPr bwMode="auto">
          <a:xfrm>
            <a:off x="152400" y="21474836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BR" altLang="en-BR" sz="1100" b="0" i="0" u="none" strike="noStrike" cap="none" normalizeH="0" baseline="0">
                <a:ln>
                  <a:noFill/>
                </a:ln>
                <a:solidFill>
                  <a:srgbClr val="D1D2D3"/>
                </a:solidFill>
                <a:effectLst/>
                <a:latin typeface="Slack-Lato"/>
              </a:rPr>
            </a:br>
            <a:endParaRPr kumimoji="0" lang="en-BR" altLang="en-BR" sz="1800" b="0" i="0" u="none" strike="noStrike" cap="none" normalizeH="0" baseline="0">
              <a:ln>
                <a:noFill/>
              </a:ln>
              <a:solidFill>
                <a:schemeClr val="tx1"/>
              </a:solidFill>
              <a:effectLst/>
              <a:latin typeface="Arial" panose="020B0604020202020204" pitchFamily="34" charset="0"/>
            </a:endParaRPr>
          </a:p>
        </p:txBody>
      </p:sp>
      <p:pic>
        <p:nvPicPr>
          <p:cNvPr id="12" name="Picture 5" descr=":stuck_out_tongue:">
            <a:extLst>
              <a:ext uri="{FF2B5EF4-FFF2-40B4-BE49-F238E27FC236}">
                <a16:creationId xmlns:a16="http://schemas.microsoft.com/office/drawing/2014/main" id="{5C37A0A8-51E1-FFB9-E5E5-37450C7131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8432" y="5353234"/>
            <a:ext cx="257541" cy="257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773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1F691939-51D7-FC2B-AA48-6DEA0055D543}"/>
            </a:ext>
          </a:extLst>
        </p:cNvPr>
        <p:cNvGrpSpPr/>
        <p:nvPr/>
      </p:nvGrpSpPr>
      <p:grpSpPr>
        <a:xfrm>
          <a:off x="0" y="0"/>
          <a:ext cx="0" cy="0"/>
          <a:chOff x="0" y="0"/>
          <a:chExt cx="0" cy="0"/>
        </a:xfrm>
      </p:grpSpPr>
      <p:sp>
        <p:nvSpPr>
          <p:cNvPr id="266" name="Google Shape;266;p33">
            <a:extLst>
              <a:ext uri="{FF2B5EF4-FFF2-40B4-BE49-F238E27FC236}">
                <a16:creationId xmlns:a16="http://schemas.microsoft.com/office/drawing/2014/main" id="{0B18C9FF-5308-04C2-F5D9-038D4DD0135C}"/>
              </a:ext>
            </a:extLst>
          </p:cNvPr>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Questions?</a:t>
            </a:r>
            <a:endParaRPr dirty="0"/>
          </a:p>
        </p:txBody>
      </p:sp>
    </p:spTree>
    <p:extLst>
      <p:ext uri="{BB962C8B-B14F-4D97-AF65-F5344CB8AC3E}">
        <p14:creationId xmlns:p14="http://schemas.microsoft.com/office/powerpoint/2010/main" val="3400868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24FFC110-2AB4-7D44-B1BA-BA9721913322}"/>
            </a:ext>
          </a:extLst>
        </p:cNvPr>
        <p:cNvGrpSpPr/>
        <p:nvPr/>
      </p:nvGrpSpPr>
      <p:grpSpPr>
        <a:xfrm>
          <a:off x="0" y="0"/>
          <a:ext cx="0" cy="0"/>
          <a:chOff x="0" y="0"/>
          <a:chExt cx="0" cy="0"/>
        </a:xfrm>
      </p:grpSpPr>
      <p:pic>
        <p:nvPicPr>
          <p:cNvPr id="249" name="Google Shape;249;p31">
            <a:extLst>
              <a:ext uri="{FF2B5EF4-FFF2-40B4-BE49-F238E27FC236}">
                <a16:creationId xmlns:a16="http://schemas.microsoft.com/office/drawing/2014/main" id="{BD7873AB-8080-9A5D-9E16-FC34CF3A8D84}"/>
              </a:ext>
            </a:extLst>
          </p:cNvPr>
          <p:cNvPicPr preferRelativeResize="0"/>
          <p:nvPr/>
        </p:nvPicPr>
        <p:blipFill rotWithShape="1">
          <a:blip r:embed="rId3">
            <a:alphaModFix/>
          </a:blip>
          <a:srcRect l="24744"/>
          <a:stretch/>
        </p:blipFill>
        <p:spPr>
          <a:xfrm>
            <a:off x="-67902" y="177900"/>
            <a:ext cx="5386575" cy="6194825"/>
          </a:xfrm>
          <a:prstGeom prst="rect">
            <a:avLst/>
          </a:prstGeom>
          <a:noFill/>
          <a:ln>
            <a:noFill/>
          </a:ln>
        </p:spPr>
      </p:pic>
    </p:spTree>
    <p:extLst>
      <p:ext uri="{BB962C8B-B14F-4D97-AF65-F5344CB8AC3E}">
        <p14:creationId xmlns:p14="http://schemas.microsoft.com/office/powerpoint/2010/main" val="3483930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4B4C74-CDA4-D2A7-3F37-222F4B7B58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Picture 4">
            <a:extLst>
              <a:ext uri="{FF2B5EF4-FFF2-40B4-BE49-F238E27FC236}">
                <a16:creationId xmlns:a16="http://schemas.microsoft.com/office/drawing/2014/main" id="{878E1055-57CF-6F51-F3C5-1ED10B23F7D7}"/>
              </a:ext>
            </a:extLst>
          </p:cNvPr>
          <p:cNvPicPr>
            <a:picLocks noChangeAspect="1"/>
          </p:cNvPicPr>
          <p:nvPr/>
        </p:nvPicPr>
        <p:blipFill>
          <a:blip r:embed="rId2"/>
          <a:stretch>
            <a:fillRect/>
          </a:stretch>
        </p:blipFill>
        <p:spPr>
          <a:xfrm>
            <a:off x="1027643" y="2351925"/>
            <a:ext cx="1797321" cy="1771288"/>
          </a:xfrm>
          <a:prstGeom prst="rect">
            <a:avLst/>
          </a:prstGeom>
        </p:spPr>
      </p:pic>
      <p:pic>
        <p:nvPicPr>
          <p:cNvPr id="6" name="Picture 5">
            <a:extLst>
              <a:ext uri="{FF2B5EF4-FFF2-40B4-BE49-F238E27FC236}">
                <a16:creationId xmlns:a16="http://schemas.microsoft.com/office/drawing/2014/main" id="{368C3193-8A66-3C31-5BAD-FCE5322C16CD}"/>
              </a:ext>
            </a:extLst>
          </p:cNvPr>
          <p:cNvPicPr>
            <a:picLocks noChangeAspect="1"/>
          </p:cNvPicPr>
          <p:nvPr/>
        </p:nvPicPr>
        <p:blipFill>
          <a:blip r:embed="rId3"/>
          <a:stretch>
            <a:fillRect/>
          </a:stretch>
        </p:blipFill>
        <p:spPr>
          <a:xfrm>
            <a:off x="3281048" y="2366204"/>
            <a:ext cx="1797321" cy="1771288"/>
          </a:xfrm>
          <a:prstGeom prst="rect">
            <a:avLst/>
          </a:prstGeom>
        </p:spPr>
      </p:pic>
      <p:pic>
        <p:nvPicPr>
          <p:cNvPr id="7" name="Picture 6">
            <a:extLst>
              <a:ext uri="{FF2B5EF4-FFF2-40B4-BE49-F238E27FC236}">
                <a16:creationId xmlns:a16="http://schemas.microsoft.com/office/drawing/2014/main" id="{B5BAFB8B-BC63-AB39-5702-D07E120CCF0E}"/>
              </a:ext>
            </a:extLst>
          </p:cNvPr>
          <p:cNvPicPr>
            <a:picLocks noChangeAspect="1"/>
          </p:cNvPicPr>
          <p:nvPr/>
        </p:nvPicPr>
        <p:blipFill>
          <a:blip r:embed="rId4"/>
          <a:stretch>
            <a:fillRect/>
          </a:stretch>
        </p:blipFill>
        <p:spPr>
          <a:xfrm>
            <a:off x="5507257" y="2503819"/>
            <a:ext cx="1851714" cy="1553508"/>
          </a:xfrm>
          <a:prstGeom prst="rect">
            <a:avLst/>
          </a:prstGeom>
        </p:spPr>
      </p:pic>
      <p:pic>
        <p:nvPicPr>
          <p:cNvPr id="8" name="Picture 7">
            <a:extLst>
              <a:ext uri="{FF2B5EF4-FFF2-40B4-BE49-F238E27FC236}">
                <a16:creationId xmlns:a16="http://schemas.microsoft.com/office/drawing/2014/main" id="{E4902C71-8C7E-436C-7FDD-361C953EDBF7}"/>
              </a:ext>
            </a:extLst>
          </p:cNvPr>
          <p:cNvPicPr>
            <a:picLocks noChangeAspect="1"/>
          </p:cNvPicPr>
          <p:nvPr/>
        </p:nvPicPr>
        <p:blipFill>
          <a:blip r:embed="rId5"/>
          <a:stretch>
            <a:fillRect/>
          </a:stretch>
        </p:blipFill>
        <p:spPr>
          <a:xfrm>
            <a:off x="7787859" y="2462700"/>
            <a:ext cx="1986355" cy="1655295"/>
          </a:xfrm>
          <a:prstGeom prst="rect">
            <a:avLst/>
          </a:prstGeom>
        </p:spPr>
      </p:pic>
      <p:pic>
        <p:nvPicPr>
          <p:cNvPr id="9" name="Picture 8">
            <a:extLst>
              <a:ext uri="{FF2B5EF4-FFF2-40B4-BE49-F238E27FC236}">
                <a16:creationId xmlns:a16="http://schemas.microsoft.com/office/drawing/2014/main" id="{1F467CFB-F6DA-D196-AB79-12592076148A}"/>
              </a:ext>
            </a:extLst>
          </p:cNvPr>
          <p:cNvPicPr>
            <a:picLocks noChangeAspect="1"/>
          </p:cNvPicPr>
          <p:nvPr/>
        </p:nvPicPr>
        <p:blipFill>
          <a:blip r:embed="rId6"/>
          <a:stretch>
            <a:fillRect/>
          </a:stretch>
        </p:blipFill>
        <p:spPr>
          <a:xfrm>
            <a:off x="9740763" y="2522999"/>
            <a:ext cx="1534696" cy="1534696"/>
          </a:xfrm>
          <a:prstGeom prst="rect">
            <a:avLst/>
          </a:prstGeom>
        </p:spPr>
      </p:pic>
      <p:sp>
        <p:nvSpPr>
          <p:cNvPr id="11" name="TextBox 10">
            <a:extLst>
              <a:ext uri="{FF2B5EF4-FFF2-40B4-BE49-F238E27FC236}">
                <a16:creationId xmlns:a16="http://schemas.microsoft.com/office/drawing/2014/main" id="{F8C7238B-99A9-C3FC-9EE0-B26BF655543E}"/>
              </a:ext>
            </a:extLst>
          </p:cNvPr>
          <p:cNvSpPr txBox="1"/>
          <p:nvPr/>
        </p:nvSpPr>
        <p:spPr>
          <a:xfrm>
            <a:off x="1462826" y="4154797"/>
            <a:ext cx="834613" cy="307777"/>
          </a:xfrm>
          <a:prstGeom prst="rect">
            <a:avLst/>
          </a:prstGeom>
          <a:noFill/>
        </p:spPr>
        <p:txBody>
          <a:bodyPr wrap="square" rtlCol="0">
            <a:spAutoFit/>
          </a:bodyPr>
          <a:lstStyle/>
          <a:p>
            <a:r>
              <a:rPr lang="en-US" dirty="0"/>
              <a:t>3.23</a:t>
            </a:r>
          </a:p>
        </p:txBody>
      </p:sp>
      <p:sp>
        <p:nvSpPr>
          <p:cNvPr id="12" name="TextBox 11">
            <a:extLst>
              <a:ext uri="{FF2B5EF4-FFF2-40B4-BE49-F238E27FC236}">
                <a16:creationId xmlns:a16="http://schemas.microsoft.com/office/drawing/2014/main" id="{A6CE2B99-61E5-BF69-32B9-051B11484516}"/>
              </a:ext>
            </a:extLst>
          </p:cNvPr>
          <p:cNvSpPr txBox="1"/>
          <p:nvPr/>
        </p:nvSpPr>
        <p:spPr>
          <a:xfrm>
            <a:off x="4047885" y="4154796"/>
            <a:ext cx="678846" cy="307777"/>
          </a:xfrm>
          <a:prstGeom prst="rect">
            <a:avLst/>
          </a:prstGeom>
          <a:noFill/>
        </p:spPr>
        <p:txBody>
          <a:bodyPr wrap="square" rtlCol="0">
            <a:spAutoFit/>
          </a:bodyPr>
          <a:lstStyle/>
          <a:p>
            <a:r>
              <a:rPr lang="en-US" dirty="0"/>
              <a:t>5.1</a:t>
            </a:r>
          </a:p>
        </p:txBody>
      </p:sp>
      <p:sp>
        <p:nvSpPr>
          <p:cNvPr id="13" name="TextBox 12">
            <a:extLst>
              <a:ext uri="{FF2B5EF4-FFF2-40B4-BE49-F238E27FC236}">
                <a16:creationId xmlns:a16="http://schemas.microsoft.com/office/drawing/2014/main" id="{BF57876B-0948-56A3-391F-50BFC536503E}"/>
              </a:ext>
            </a:extLst>
          </p:cNvPr>
          <p:cNvSpPr txBox="1"/>
          <p:nvPr/>
        </p:nvSpPr>
        <p:spPr>
          <a:xfrm>
            <a:off x="6244749" y="4183330"/>
            <a:ext cx="678846" cy="307777"/>
          </a:xfrm>
          <a:prstGeom prst="rect">
            <a:avLst/>
          </a:prstGeom>
          <a:noFill/>
        </p:spPr>
        <p:txBody>
          <a:bodyPr wrap="square" rtlCol="0">
            <a:spAutoFit/>
          </a:bodyPr>
          <a:lstStyle/>
          <a:p>
            <a:r>
              <a:rPr lang="en-US" dirty="0"/>
              <a:t>5.7</a:t>
            </a:r>
          </a:p>
        </p:txBody>
      </p:sp>
      <p:sp>
        <p:nvSpPr>
          <p:cNvPr id="14" name="TextBox 13">
            <a:extLst>
              <a:ext uri="{FF2B5EF4-FFF2-40B4-BE49-F238E27FC236}">
                <a16:creationId xmlns:a16="http://schemas.microsoft.com/office/drawing/2014/main" id="{22BE2D59-AD82-B5D5-9F28-7BEBFF198F08}"/>
              </a:ext>
            </a:extLst>
          </p:cNvPr>
          <p:cNvSpPr txBox="1"/>
          <p:nvPr/>
        </p:nvSpPr>
        <p:spPr>
          <a:xfrm>
            <a:off x="8441613" y="4183331"/>
            <a:ext cx="678846" cy="307777"/>
          </a:xfrm>
          <a:prstGeom prst="rect">
            <a:avLst/>
          </a:prstGeom>
          <a:noFill/>
        </p:spPr>
        <p:txBody>
          <a:bodyPr wrap="square" rtlCol="0">
            <a:spAutoFit/>
          </a:bodyPr>
          <a:lstStyle/>
          <a:p>
            <a:r>
              <a:rPr lang="en-US" dirty="0"/>
              <a:t>8.4</a:t>
            </a:r>
          </a:p>
        </p:txBody>
      </p:sp>
      <p:sp>
        <p:nvSpPr>
          <p:cNvPr id="15" name="TextBox 14">
            <a:extLst>
              <a:ext uri="{FF2B5EF4-FFF2-40B4-BE49-F238E27FC236}">
                <a16:creationId xmlns:a16="http://schemas.microsoft.com/office/drawing/2014/main" id="{9AD48DAF-CF30-9EFA-A813-4139BB9062C2}"/>
              </a:ext>
            </a:extLst>
          </p:cNvPr>
          <p:cNvSpPr txBox="1"/>
          <p:nvPr/>
        </p:nvSpPr>
        <p:spPr>
          <a:xfrm>
            <a:off x="10370752" y="4183330"/>
            <a:ext cx="1000305" cy="307777"/>
          </a:xfrm>
          <a:prstGeom prst="rect">
            <a:avLst/>
          </a:prstGeom>
          <a:noFill/>
        </p:spPr>
        <p:txBody>
          <a:bodyPr wrap="square" rtlCol="0">
            <a:spAutoFit/>
          </a:bodyPr>
          <a:lstStyle/>
          <a:p>
            <a:r>
              <a:rPr lang="en-US" dirty="0"/>
              <a:t>???</a:t>
            </a:r>
          </a:p>
        </p:txBody>
      </p:sp>
      <p:pic>
        <p:nvPicPr>
          <p:cNvPr id="16" name="Picture 15">
            <a:extLst>
              <a:ext uri="{FF2B5EF4-FFF2-40B4-BE49-F238E27FC236}">
                <a16:creationId xmlns:a16="http://schemas.microsoft.com/office/drawing/2014/main" id="{8C08E338-4B69-37CD-3920-3BD9E3544A81}"/>
              </a:ext>
            </a:extLst>
          </p:cNvPr>
          <p:cNvPicPr>
            <a:picLocks noChangeAspect="1"/>
          </p:cNvPicPr>
          <p:nvPr/>
        </p:nvPicPr>
        <p:blipFill>
          <a:blip r:embed="rId7"/>
          <a:stretch>
            <a:fillRect/>
          </a:stretch>
        </p:blipFill>
        <p:spPr>
          <a:xfrm>
            <a:off x="9985829" y="4928135"/>
            <a:ext cx="1440711" cy="1378410"/>
          </a:xfrm>
          <a:prstGeom prst="rect">
            <a:avLst/>
          </a:prstGeom>
        </p:spPr>
      </p:pic>
    </p:spTree>
    <p:extLst>
      <p:ext uri="{BB962C8B-B14F-4D97-AF65-F5344CB8AC3E}">
        <p14:creationId xmlns:p14="http://schemas.microsoft.com/office/powerpoint/2010/main" val="23857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40"/>
        <p:cNvGrpSpPr/>
        <p:nvPr/>
      </p:nvGrpSpPr>
      <p:grpSpPr>
        <a:xfrm>
          <a:off x="0" y="0"/>
          <a:ext cx="0" cy="0"/>
          <a:chOff x="0" y="0"/>
          <a:chExt cx="0" cy="0"/>
        </a:xfrm>
      </p:grpSpPr>
      <p:sp>
        <p:nvSpPr>
          <p:cNvPr id="141" name="Google Shape;141;p23"/>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142" name="Google Shape;142;p23"/>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Importing slides from another slide deck</a:t>
            </a:r>
            <a:endParaRPr/>
          </a:p>
        </p:txBody>
      </p:sp>
      <p:sp>
        <p:nvSpPr>
          <p:cNvPr id="143" name="Google Shape;143;p23"/>
          <p:cNvSpPr txBox="1">
            <a:spLocks noGrp="1"/>
          </p:cNvSpPr>
          <p:nvPr>
            <p:ph type="body" idx="1"/>
          </p:nvPr>
        </p:nvSpPr>
        <p:spPr>
          <a:xfrm>
            <a:off x="1100025" y="1895301"/>
            <a:ext cx="10084500" cy="1431900"/>
          </a:xfrm>
          <a:prstGeom prst="rect">
            <a:avLst/>
          </a:prstGeom>
        </p:spPr>
        <p:txBody>
          <a:bodyPr spcFirstLastPara="1" wrap="square" lIns="91425" tIns="45700" rIns="91425" bIns="45700" anchor="ctr" anchorCtr="0">
            <a:noAutofit/>
          </a:bodyPr>
          <a:lstStyle/>
          <a:p>
            <a:pPr marL="0" lvl="0" indent="0" algn="ctr" rtl="0">
              <a:spcBef>
                <a:spcPts val="1200"/>
              </a:spcBef>
              <a:spcAft>
                <a:spcPts val="0"/>
              </a:spcAft>
              <a:buNone/>
            </a:pPr>
            <a:r>
              <a:rPr lang="en-US"/>
              <a:t>When importing another slide or slides to this presentation, please choose the option: </a:t>
            </a:r>
            <a:r>
              <a:rPr lang="en-US" b="1"/>
              <a:t>Match styles in this presentation</a:t>
            </a:r>
            <a:endParaRPr b="1"/>
          </a:p>
        </p:txBody>
      </p:sp>
      <p:pic>
        <p:nvPicPr>
          <p:cNvPr id="144" name="Google Shape;144;p23"/>
          <p:cNvPicPr preferRelativeResize="0"/>
          <p:nvPr/>
        </p:nvPicPr>
        <p:blipFill>
          <a:blip r:embed="rId3">
            <a:alphaModFix/>
          </a:blip>
          <a:stretch>
            <a:fillRect/>
          </a:stretch>
        </p:blipFill>
        <p:spPr>
          <a:xfrm>
            <a:off x="4030827" y="3585873"/>
            <a:ext cx="4214650" cy="3020900"/>
          </a:xfrm>
          <a:prstGeom prst="rect">
            <a:avLst/>
          </a:prstGeom>
          <a:noFill/>
          <a:ln>
            <a:noFill/>
          </a:ln>
        </p:spPr>
      </p:pic>
      <p:sp>
        <p:nvSpPr>
          <p:cNvPr id="145" name="Google Shape;145;p23"/>
          <p:cNvSpPr/>
          <p:nvPr/>
        </p:nvSpPr>
        <p:spPr>
          <a:xfrm>
            <a:off x="4184125" y="4382200"/>
            <a:ext cx="3924300" cy="618900"/>
          </a:xfrm>
          <a:prstGeom prst="roundRect">
            <a:avLst>
              <a:gd name="adj" fmla="val 16667"/>
            </a:avLst>
          </a:prstGeom>
          <a:noFill/>
          <a:ln w="762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50"/>
        <p:cNvGrpSpPr/>
        <p:nvPr/>
      </p:nvGrpSpPr>
      <p:grpSpPr>
        <a:xfrm>
          <a:off x="0" y="0"/>
          <a:ext cx="0" cy="0"/>
          <a:chOff x="0" y="0"/>
          <a:chExt cx="0" cy="0"/>
        </a:xfrm>
      </p:grpSpPr>
      <p:sp>
        <p:nvSpPr>
          <p:cNvPr id="151" name="Google Shape;151;p24"/>
          <p:cNvSpPr txBox="1">
            <a:spLocks noGrp="1"/>
          </p:cNvSpPr>
          <p:nvPr>
            <p:ph type="title" idx="4294967295"/>
          </p:nvPr>
        </p:nvSpPr>
        <p:spPr>
          <a:xfrm>
            <a:off x="1472702" y="5303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Colour/Color Palette </a:t>
            </a:r>
            <a:endParaRPr/>
          </a:p>
        </p:txBody>
      </p:sp>
      <p:sp>
        <p:nvSpPr>
          <p:cNvPr id="152" name="Google Shape;152;p24"/>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100"/>
              <a:t>17</a:t>
            </a:fld>
            <a:endParaRPr sz="1100"/>
          </a:p>
        </p:txBody>
      </p:sp>
      <p:sp>
        <p:nvSpPr>
          <p:cNvPr id="153" name="Google Shape;153;p24"/>
          <p:cNvSpPr/>
          <p:nvPr/>
        </p:nvSpPr>
        <p:spPr>
          <a:xfrm>
            <a:off x="1569400" y="1715500"/>
            <a:ext cx="396000" cy="365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4" name="Google Shape;154;p24"/>
          <p:cNvSpPr/>
          <p:nvPr/>
        </p:nvSpPr>
        <p:spPr>
          <a:xfrm>
            <a:off x="1569400" y="2255996"/>
            <a:ext cx="396000" cy="365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4"/>
          <p:cNvSpPr/>
          <p:nvPr/>
        </p:nvSpPr>
        <p:spPr>
          <a:xfrm>
            <a:off x="1569400" y="3247317"/>
            <a:ext cx="396000" cy="365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4"/>
          <p:cNvSpPr/>
          <p:nvPr/>
        </p:nvSpPr>
        <p:spPr>
          <a:xfrm>
            <a:off x="1569400" y="3787813"/>
            <a:ext cx="396000" cy="365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4"/>
          <p:cNvSpPr/>
          <p:nvPr/>
        </p:nvSpPr>
        <p:spPr>
          <a:xfrm>
            <a:off x="1569400" y="4328308"/>
            <a:ext cx="396000" cy="36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4"/>
          <p:cNvSpPr/>
          <p:nvPr/>
        </p:nvSpPr>
        <p:spPr>
          <a:xfrm>
            <a:off x="1569400" y="4868804"/>
            <a:ext cx="396000" cy="365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4"/>
          <p:cNvSpPr/>
          <p:nvPr/>
        </p:nvSpPr>
        <p:spPr>
          <a:xfrm>
            <a:off x="1569400" y="5409300"/>
            <a:ext cx="396000" cy="365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4"/>
          <p:cNvSpPr txBox="1"/>
          <p:nvPr/>
        </p:nvSpPr>
        <p:spPr>
          <a:xfrm>
            <a:off x="2046400" y="1697950"/>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#0e1a53</a:t>
            </a:r>
            <a:endParaRPr>
              <a:solidFill>
                <a:schemeClr val="dk2"/>
              </a:solidFill>
              <a:latin typeface="Poppins"/>
              <a:ea typeface="Poppins"/>
              <a:cs typeface="Poppins"/>
              <a:sym typeface="Poppins"/>
            </a:endParaRPr>
          </a:p>
        </p:txBody>
      </p:sp>
      <p:sp>
        <p:nvSpPr>
          <p:cNvPr id="161" name="Google Shape;161;p24"/>
          <p:cNvSpPr txBox="1"/>
          <p:nvPr/>
        </p:nvSpPr>
        <p:spPr>
          <a:xfrm>
            <a:off x="2046400" y="2236057"/>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#ff7e1a</a:t>
            </a:r>
            <a:endParaRPr>
              <a:solidFill>
                <a:schemeClr val="dk2"/>
              </a:solidFill>
              <a:latin typeface="Poppins"/>
              <a:ea typeface="Poppins"/>
              <a:cs typeface="Poppins"/>
              <a:sym typeface="Poppins"/>
            </a:endParaRPr>
          </a:p>
        </p:txBody>
      </p:sp>
      <p:sp>
        <p:nvSpPr>
          <p:cNvPr id="162" name="Google Shape;162;p24"/>
          <p:cNvSpPr txBox="1"/>
          <p:nvPr/>
        </p:nvSpPr>
        <p:spPr>
          <a:xfrm>
            <a:off x="2046400" y="3236071"/>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#1486ff</a:t>
            </a:r>
            <a:endParaRPr>
              <a:solidFill>
                <a:schemeClr val="dk2"/>
              </a:solidFill>
              <a:latin typeface="Poppins"/>
              <a:ea typeface="Poppins"/>
              <a:cs typeface="Poppins"/>
              <a:sym typeface="Poppins"/>
            </a:endParaRPr>
          </a:p>
        </p:txBody>
      </p:sp>
      <p:sp>
        <p:nvSpPr>
          <p:cNvPr id="163" name="Google Shape;163;p24"/>
          <p:cNvSpPr txBox="1"/>
          <p:nvPr/>
        </p:nvSpPr>
        <p:spPr>
          <a:xfrm>
            <a:off x="2046400" y="3774179"/>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#f0b336</a:t>
            </a:r>
            <a:endParaRPr>
              <a:solidFill>
                <a:schemeClr val="dk2"/>
              </a:solidFill>
              <a:latin typeface="Poppins"/>
              <a:ea typeface="Poppins"/>
              <a:cs typeface="Poppins"/>
              <a:sym typeface="Poppins"/>
            </a:endParaRPr>
          </a:p>
        </p:txBody>
      </p:sp>
      <p:sp>
        <p:nvSpPr>
          <p:cNvPr id="164" name="Google Shape;164;p24"/>
          <p:cNvSpPr txBox="1"/>
          <p:nvPr/>
        </p:nvSpPr>
        <p:spPr>
          <a:xfrm>
            <a:off x="2046400" y="4312286"/>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#30d1b2</a:t>
            </a:r>
            <a:endParaRPr>
              <a:solidFill>
                <a:schemeClr val="dk2"/>
              </a:solidFill>
              <a:latin typeface="Poppins"/>
              <a:ea typeface="Poppins"/>
              <a:cs typeface="Poppins"/>
              <a:sym typeface="Poppins"/>
            </a:endParaRPr>
          </a:p>
        </p:txBody>
      </p:sp>
      <p:sp>
        <p:nvSpPr>
          <p:cNvPr id="165" name="Google Shape;165;p24"/>
          <p:cNvSpPr txBox="1"/>
          <p:nvPr/>
        </p:nvSpPr>
        <p:spPr>
          <a:xfrm>
            <a:off x="2046400" y="4850393"/>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#a86fef</a:t>
            </a:r>
            <a:endParaRPr>
              <a:solidFill>
                <a:schemeClr val="dk2"/>
              </a:solidFill>
              <a:latin typeface="Poppins"/>
              <a:ea typeface="Poppins"/>
              <a:cs typeface="Poppins"/>
              <a:sym typeface="Poppins"/>
            </a:endParaRPr>
          </a:p>
        </p:txBody>
      </p:sp>
      <p:sp>
        <p:nvSpPr>
          <p:cNvPr id="166" name="Google Shape;166;p24"/>
          <p:cNvSpPr txBox="1"/>
          <p:nvPr/>
        </p:nvSpPr>
        <p:spPr>
          <a:xfrm>
            <a:off x="2046400" y="5388500"/>
            <a:ext cx="110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#697793</a:t>
            </a:r>
            <a:endParaRPr>
              <a:solidFill>
                <a:schemeClr val="dk2"/>
              </a:solidFill>
              <a:latin typeface="Poppins"/>
              <a:ea typeface="Poppins"/>
              <a:cs typeface="Poppins"/>
              <a:sym typeface="Poppins"/>
            </a:endParaRPr>
          </a:p>
        </p:txBody>
      </p:sp>
      <p:sp>
        <p:nvSpPr>
          <p:cNvPr id="167" name="Google Shape;167;p24"/>
          <p:cNvSpPr/>
          <p:nvPr/>
        </p:nvSpPr>
        <p:spPr>
          <a:xfrm>
            <a:off x="1569400" y="2751658"/>
            <a:ext cx="396000" cy="365100"/>
          </a:xfrm>
          <a:prstGeom prst="rect">
            <a:avLst/>
          </a:prstGeom>
          <a:solidFill>
            <a:srgbClr val="F245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4"/>
          <p:cNvSpPr txBox="1"/>
          <p:nvPr/>
        </p:nvSpPr>
        <p:spPr>
          <a:xfrm>
            <a:off x="2039200" y="2774164"/>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#f24500</a:t>
            </a:r>
            <a:endParaRPr>
              <a:solidFill>
                <a:schemeClr val="dk2"/>
              </a:solidFill>
              <a:latin typeface="Poppins"/>
              <a:ea typeface="Poppins"/>
              <a:cs typeface="Poppins"/>
              <a:sym typeface="Poppins"/>
            </a:endParaRPr>
          </a:p>
        </p:txBody>
      </p:sp>
      <p:sp>
        <p:nvSpPr>
          <p:cNvPr id="169" name="Google Shape;169;p24"/>
          <p:cNvSpPr/>
          <p:nvPr/>
        </p:nvSpPr>
        <p:spPr>
          <a:xfrm>
            <a:off x="3957725" y="1715500"/>
            <a:ext cx="396000" cy="365100"/>
          </a:xfrm>
          <a:prstGeom prst="rect">
            <a:avLst/>
          </a:prstGeom>
          <a:solidFill>
            <a:srgbClr val="5E66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0" name="Google Shape;170;p24"/>
          <p:cNvSpPr/>
          <p:nvPr/>
        </p:nvSpPr>
        <p:spPr>
          <a:xfrm>
            <a:off x="3957725" y="2255996"/>
            <a:ext cx="396000" cy="365100"/>
          </a:xfrm>
          <a:prstGeom prst="rect">
            <a:avLst/>
          </a:prstGeom>
          <a:solidFill>
            <a:srgbClr val="FFC4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4"/>
          <p:cNvSpPr/>
          <p:nvPr/>
        </p:nvSpPr>
        <p:spPr>
          <a:xfrm>
            <a:off x="3957725" y="3247317"/>
            <a:ext cx="396000" cy="365100"/>
          </a:xfrm>
          <a:prstGeom prst="rect">
            <a:avLst/>
          </a:prstGeom>
          <a:solidFill>
            <a:srgbClr val="93C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4"/>
          <p:cNvSpPr/>
          <p:nvPr/>
        </p:nvSpPr>
        <p:spPr>
          <a:xfrm>
            <a:off x="3957725" y="3787813"/>
            <a:ext cx="396000" cy="365100"/>
          </a:xfrm>
          <a:prstGeom prst="rect">
            <a:avLst/>
          </a:prstGeom>
          <a:solidFill>
            <a:srgbClr val="F8D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4"/>
          <p:cNvSpPr/>
          <p:nvPr/>
        </p:nvSpPr>
        <p:spPr>
          <a:xfrm>
            <a:off x="3957725" y="4328308"/>
            <a:ext cx="396000" cy="365100"/>
          </a:xfrm>
          <a:prstGeom prst="rect">
            <a:avLst/>
          </a:prstGeom>
          <a:solidFill>
            <a:srgbClr val="A0EA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4"/>
          <p:cNvSpPr/>
          <p:nvPr/>
        </p:nvSpPr>
        <p:spPr>
          <a:xfrm>
            <a:off x="3957725" y="4868804"/>
            <a:ext cx="396000" cy="365100"/>
          </a:xfrm>
          <a:prstGeom prst="rect">
            <a:avLst/>
          </a:prstGeom>
          <a:solidFill>
            <a:srgbClr val="D7B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4"/>
          <p:cNvSpPr/>
          <p:nvPr/>
        </p:nvSpPr>
        <p:spPr>
          <a:xfrm>
            <a:off x="3957725" y="5409300"/>
            <a:ext cx="396000" cy="365100"/>
          </a:xfrm>
          <a:prstGeom prst="rect">
            <a:avLst/>
          </a:prstGeom>
          <a:solidFill>
            <a:srgbClr val="BAC0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4"/>
          <p:cNvSpPr txBox="1"/>
          <p:nvPr/>
        </p:nvSpPr>
        <p:spPr>
          <a:xfrm>
            <a:off x="4434725" y="1697950"/>
            <a:ext cx="110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#5e6686</a:t>
            </a:r>
            <a:endParaRPr>
              <a:solidFill>
                <a:schemeClr val="dk2"/>
              </a:solidFill>
              <a:latin typeface="Poppins"/>
              <a:ea typeface="Poppins"/>
              <a:cs typeface="Poppins"/>
              <a:sym typeface="Poppins"/>
            </a:endParaRPr>
          </a:p>
        </p:txBody>
      </p:sp>
      <p:sp>
        <p:nvSpPr>
          <p:cNvPr id="177" name="Google Shape;177;p24"/>
          <p:cNvSpPr txBox="1"/>
          <p:nvPr/>
        </p:nvSpPr>
        <p:spPr>
          <a:xfrm>
            <a:off x="4434725" y="2236057"/>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#ffc496</a:t>
            </a:r>
            <a:endParaRPr>
              <a:solidFill>
                <a:schemeClr val="dk2"/>
              </a:solidFill>
              <a:latin typeface="Poppins"/>
              <a:ea typeface="Poppins"/>
              <a:cs typeface="Poppins"/>
              <a:sym typeface="Poppins"/>
            </a:endParaRPr>
          </a:p>
        </p:txBody>
      </p:sp>
      <p:sp>
        <p:nvSpPr>
          <p:cNvPr id="178" name="Google Shape;178;p24"/>
          <p:cNvSpPr txBox="1"/>
          <p:nvPr/>
        </p:nvSpPr>
        <p:spPr>
          <a:xfrm>
            <a:off x="4434725" y="3236071"/>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#93c7ff</a:t>
            </a:r>
            <a:endParaRPr>
              <a:solidFill>
                <a:schemeClr val="dk2"/>
              </a:solidFill>
              <a:latin typeface="Poppins"/>
              <a:ea typeface="Poppins"/>
              <a:cs typeface="Poppins"/>
              <a:sym typeface="Poppins"/>
            </a:endParaRPr>
          </a:p>
        </p:txBody>
      </p:sp>
      <p:sp>
        <p:nvSpPr>
          <p:cNvPr id="179" name="Google Shape;179;p24"/>
          <p:cNvSpPr txBox="1"/>
          <p:nvPr/>
        </p:nvSpPr>
        <p:spPr>
          <a:xfrm>
            <a:off x="4434725" y="3774179"/>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#f8dca3</a:t>
            </a:r>
            <a:endParaRPr>
              <a:solidFill>
                <a:schemeClr val="dk2"/>
              </a:solidFill>
              <a:latin typeface="Poppins"/>
              <a:ea typeface="Poppins"/>
              <a:cs typeface="Poppins"/>
              <a:sym typeface="Poppins"/>
            </a:endParaRPr>
          </a:p>
        </p:txBody>
      </p:sp>
      <p:sp>
        <p:nvSpPr>
          <p:cNvPr id="180" name="Google Shape;180;p24"/>
          <p:cNvSpPr txBox="1"/>
          <p:nvPr/>
        </p:nvSpPr>
        <p:spPr>
          <a:xfrm>
            <a:off x="4434725" y="4312275"/>
            <a:ext cx="110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#a0eadc</a:t>
            </a:r>
            <a:endParaRPr>
              <a:solidFill>
                <a:schemeClr val="dk2"/>
              </a:solidFill>
              <a:latin typeface="Poppins"/>
              <a:ea typeface="Poppins"/>
              <a:cs typeface="Poppins"/>
              <a:sym typeface="Poppins"/>
            </a:endParaRPr>
          </a:p>
        </p:txBody>
      </p:sp>
      <p:sp>
        <p:nvSpPr>
          <p:cNvPr id="181" name="Google Shape;181;p24"/>
          <p:cNvSpPr txBox="1"/>
          <p:nvPr/>
        </p:nvSpPr>
        <p:spPr>
          <a:xfrm>
            <a:off x="4434725" y="4850393"/>
            <a:ext cx="96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#d7bdf8</a:t>
            </a:r>
            <a:endParaRPr>
              <a:solidFill>
                <a:schemeClr val="dk2"/>
              </a:solidFill>
              <a:latin typeface="Poppins"/>
              <a:ea typeface="Poppins"/>
              <a:cs typeface="Poppins"/>
              <a:sym typeface="Poppins"/>
            </a:endParaRPr>
          </a:p>
        </p:txBody>
      </p:sp>
      <p:sp>
        <p:nvSpPr>
          <p:cNvPr id="182" name="Google Shape;182;p24"/>
          <p:cNvSpPr txBox="1"/>
          <p:nvPr/>
        </p:nvSpPr>
        <p:spPr>
          <a:xfrm>
            <a:off x="4434725" y="5388500"/>
            <a:ext cx="110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#bac0cd</a:t>
            </a:r>
            <a:endParaRPr>
              <a:solidFill>
                <a:schemeClr val="dk2"/>
              </a:solidFill>
              <a:latin typeface="Poppins"/>
              <a:ea typeface="Poppins"/>
              <a:cs typeface="Poppins"/>
              <a:sym typeface="Poppins"/>
            </a:endParaRPr>
          </a:p>
        </p:txBody>
      </p:sp>
      <p:sp>
        <p:nvSpPr>
          <p:cNvPr id="183" name="Google Shape;183;p24"/>
          <p:cNvSpPr/>
          <p:nvPr/>
        </p:nvSpPr>
        <p:spPr>
          <a:xfrm>
            <a:off x="3957725" y="2751658"/>
            <a:ext cx="396000" cy="365100"/>
          </a:xfrm>
          <a:prstGeom prst="rect">
            <a:avLst/>
          </a:prstGeom>
          <a:solidFill>
            <a:srgbClr val="F9A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4"/>
          <p:cNvSpPr txBox="1"/>
          <p:nvPr/>
        </p:nvSpPr>
        <p:spPr>
          <a:xfrm>
            <a:off x="4427525" y="2774175"/>
            <a:ext cx="110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dk2"/>
                </a:solidFill>
                <a:latin typeface="Poppins"/>
                <a:ea typeface="Poppins"/>
                <a:cs typeface="Poppins"/>
                <a:sym typeface="Poppins"/>
              </a:rPr>
              <a:t>#f9a98a</a:t>
            </a:r>
            <a:endParaRPr>
              <a:solidFill>
                <a:schemeClr val="dk2"/>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26"/>
        <p:cNvGrpSpPr/>
        <p:nvPr/>
      </p:nvGrpSpPr>
      <p:grpSpPr>
        <a:xfrm>
          <a:off x="0" y="0"/>
          <a:ext cx="0" cy="0"/>
          <a:chOff x="0" y="0"/>
          <a:chExt cx="0" cy="0"/>
        </a:xfrm>
      </p:grpSpPr>
      <p:pic>
        <p:nvPicPr>
          <p:cNvPr id="127" name="Google Shape;127;p21"/>
          <p:cNvPicPr preferRelativeResize="0"/>
          <p:nvPr/>
        </p:nvPicPr>
        <p:blipFill rotWithShape="1">
          <a:blip r:embed="rId3">
            <a:alphaModFix/>
          </a:blip>
          <a:srcRect l="17149"/>
          <a:stretch/>
        </p:blipFill>
        <p:spPr>
          <a:xfrm>
            <a:off x="5784350" y="3874650"/>
            <a:ext cx="4869228" cy="711675"/>
          </a:xfrm>
          <a:prstGeom prst="rect">
            <a:avLst/>
          </a:prstGeom>
          <a:noFill/>
          <a:ln>
            <a:noFill/>
          </a:ln>
        </p:spPr>
      </p:pic>
      <p:pic>
        <p:nvPicPr>
          <p:cNvPr id="128" name="Google Shape;128;p21"/>
          <p:cNvPicPr preferRelativeResize="0"/>
          <p:nvPr/>
        </p:nvPicPr>
        <p:blipFill rotWithShape="1">
          <a:blip r:embed="rId4">
            <a:alphaModFix/>
          </a:blip>
          <a:srcRect l="24744"/>
          <a:stretch/>
        </p:blipFill>
        <p:spPr>
          <a:xfrm>
            <a:off x="-67902" y="177900"/>
            <a:ext cx="5386575" cy="61948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189"/>
        <p:cNvGrpSpPr/>
        <p:nvPr/>
      </p:nvGrpSpPr>
      <p:grpSpPr>
        <a:xfrm>
          <a:off x="0" y="0"/>
          <a:ext cx="0" cy="0"/>
          <a:chOff x="0" y="0"/>
          <a:chExt cx="0" cy="0"/>
        </a:xfrm>
      </p:grpSpPr>
      <p:sp>
        <p:nvSpPr>
          <p:cNvPr id="190" name="Google Shape;190;p25"/>
          <p:cNvSpPr txBox="1">
            <a:spLocks noGrp="1"/>
          </p:cNvSpPr>
          <p:nvPr>
            <p:ph type="subTitle" idx="3"/>
          </p:nvPr>
        </p:nvSpPr>
        <p:spPr>
          <a:xfrm>
            <a:off x="1501925" y="1642875"/>
            <a:ext cx="4355100" cy="813300"/>
          </a:xfrm>
          <a:prstGeom prst="rect">
            <a:avLst/>
          </a:prstGeom>
        </p:spPr>
        <p:txBody>
          <a:bodyPr spcFirstLastPara="1" wrap="square" lIns="0" tIns="91425" rIns="0" bIns="0" anchor="b" anchorCtr="0">
            <a:noAutofit/>
          </a:bodyPr>
          <a:lstStyle/>
          <a:p>
            <a:pPr marL="0" lvl="0" indent="0" algn="l" rtl="0">
              <a:spcBef>
                <a:spcPts val="1200"/>
              </a:spcBef>
              <a:spcAft>
                <a:spcPts val="0"/>
              </a:spcAft>
              <a:buNone/>
            </a:pPr>
            <a:r>
              <a:rPr lang="en-US">
                <a:solidFill>
                  <a:schemeClr val="accent1"/>
                </a:solidFill>
              </a:rPr>
              <a:t>Subtitle Poppins Medium Size 20</a:t>
            </a:r>
            <a:endParaRPr>
              <a:solidFill>
                <a:schemeClr val="accent1"/>
              </a:solidFill>
            </a:endParaRPr>
          </a:p>
          <a:p>
            <a:pPr marL="0" lvl="0" indent="0" algn="l" rtl="0">
              <a:spcBef>
                <a:spcPts val="1200"/>
              </a:spcBef>
              <a:spcAft>
                <a:spcPts val="0"/>
              </a:spcAft>
              <a:buNone/>
            </a:pPr>
            <a:endParaRPr/>
          </a:p>
        </p:txBody>
      </p:sp>
      <p:sp>
        <p:nvSpPr>
          <p:cNvPr id="191" name="Google Shape;191;p25"/>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
        <p:nvSpPr>
          <p:cNvPr id="192" name="Google Shape;192;p25"/>
          <p:cNvSpPr txBox="1">
            <a:spLocks noGrp="1"/>
          </p:cNvSpPr>
          <p:nvPr>
            <p:ph type="body" idx="1"/>
          </p:nvPr>
        </p:nvSpPr>
        <p:spPr>
          <a:xfrm>
            <a:off x="2384337" y="2334836"/>
            <a:ext cx="3474600" cy="4023300"/>
          </a:xfrm>
          <a:prstGeom prst="rect">
            <a:avLst/>
          </a:prstGeom>
        </p:spPr>
        <p:txBody>
          <a:bodyPr spcFirstLastPara="1" wrap="square" lIns="91425" tIns="45700" rIns="91425" bIns="45700" anchor="ctr" anchorCtr="0">
            <a:noAutofit/>
          </a:bodyPr>
          <a:lstStyle/>
          <a:p>
            <a:pPr marL="0" lvl="0" indent="0" algn="l" rtl="0">
              <a:spcBef>
                <a:spcPts val="1200"/>
              </a:spcBef>
              <a:spcAft>
                <a:spcPts val="0"/>
              </a:spcAft>
              <a:buNone/>
            </a:pPr>
            <a:r>
              <a:rPr lang="en-US" sz="1800">
                <a:solidFill>
                  <a:schemeClr val="dk1"/>
                </a:solidFill>
              </a:rPr>
              <a:t>Text - Poppins Normal size 18</a:t>
            </a:r>
            <a:endParaRPr sz="1800">
              <a:solidFill>
                <a:schemeClr val="dk1"/>
              </a:solidFill>
            </a:endParaRPr>
          </a:p>
          <a:p>
            <a:pPr marL="0" lvl="0" indent="0" algn="l" rtl="0">
              <a:spcBef>
                <a:spcPts val="1200"/>
              </a:spcBef>
              <a:spcAft>
                <a:spcPts val="0"/>
              </a:spcAft>
              <a:buNone/>
            </a:pPr>
            <a:endParaRPr sz="1800">
              <a:solidFill>
                <a:schemeClr val="dk1"/>
              </a:solidFill>
            </a:endParaRPr>
          </a:p>
          <a:p>
            <a:pPr marL="0" lvl="0" indent="0" algn="l" rtl="0">
              <a:spcBef>
                <a:spcPts val="1200"/>
              </a:spcBef>
              <a:spcAft>
                <a:spcPts val="0"/>
              </a:spcAft>
              <a:buNone/>
            </a:pPr>
            <a:r>
              <a:rPr lang="en-US" sz="1800">
                <a:solidFill>
                  <a:schemeClr val="dk1"/>
                </a:solidFill>
              </a:rPr>
              <a:t>Or </a:t>
            </a:r>
            <a:endParaRPr sz="1800">
              <a:solidFill>
                <a:schemeClr val="dk1"/>
              </a:solidFill>
            </a:endParaRPr>
          </a:p>
          <a:p>
            <a:pPr marL="0" lvl="0" indent="0" algn="l" rtl="0">
              <a:spcBef>
                <a:spcPts val="1200"/>
              </a:spcBef>
              <a:spcAft>
                <a:spcPts val="0"/>
              </a:spcAft>
              <a:buNone/>
            </a:pPr>
            <a:endParaRPr sz="1800">
              <a:solidFill>
                <a:schemeClr val="dk1"/>
              </a:solidFill>
            </a:endParaRPr>
          </a:p>
          <a:p>
            <a:pPr marL="457200" lvl="0" indent="-342900" algn="l" rtl="0">
              <a:spcBef>
                <a:spcPts val="12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457200" lvl="0" indent="-342900" algn="l" rtl="0">
              <a:spcBef>
                <a:spcPts val="10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457200" lvl="0" indent="-342900" algn="l" rtl="0">
              <a:spcBef>
                <a:spcPts val="12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0" lvl="0" indent="0" algn="l" rtl="0">
              <a:spcBef>
                <a:spcPts val="1200"/>
              </a:spcBef>
              <a:spcAft>
                <a:spcPts val="0"/>
              </a:spcAft>
              <a:buNone/>
            </a:pPr>
            <a:endParaRPr/>
          </a:p>
        </p:txBody>
      </p:sp>
      <p:sp>
        <p:nvSpPr>
          <p:cNvPr id="193" name="Google Shape;193;p25"/>
          <p:cNvSpPr txBox="1">
            <a:spLocks noGrp="1"/>
          </p:cNvSpPr>
          <p:nvPr>
            <p:ph type="body" idx="2"/>
          </p:nvPr>
        </p:nvSpPr>
        <p:spPr>
          <a:xfrm>
            <a:off x="6334888" y="2334836"/>
            <a:ext cx="3474600" cy="4023300"/>
          </a:xfrm>
          <a:prstGeom prst="rect">
            <a:avLst/>
          </a:prstGeom>
        </p:spPr>
        <p:txBody>
          <a:bodyPr spcFirstLastPara="1" wrap="square" lIns="91425" tIns="45700" rIns="91425" bIns="45700" anchor="ctr" anchorCtr="0">
            <a:noAutofit/>
          </a:bodyPr>
          <a:lstStyle/>
          <a:p>
            <a:pPr marL="0" lvl="0" indent="0" algn="l" rtl="0">
              <a:spcBef>
                <a:spcPts val="1200"/>
              </a:spcBef>
              <a:spcAft>
                <a:spcPts val="0"/>
              </a:spcAft>
              <a:buNone/>
            </a:pPr>
            <a:r>
              <a:rPr lang="en-US" sz="1800">
                <a:solidFill>
                  <a:schemeClr val="dk1"/>
                </a:solidFill>
              </a:rPr>
              <a:t>Text - Poppins Normal size 18</a:t>
            </a:r>
            <a:endParaRPr sz="1800">
              <a:solidFill>
                <a:schemeClr val="dk1"/>
              </a:solidFill>
            </a:endParaRPr>
          </a:p>
          <a:p>
            <a:pPr marL="0" lvl="0" indent="0" algn="l" rtl="0">
              <a:spcBef>
                <a:spcPts val="1200"/>
              </a:spcBef>
              <a:spcAft>
                <a:spcPts val="0"/>
              </a:spcAft>
              <a:buNone/>
            </a:pPr>
            <a:endParaRPr sz="1800">
              <a:solidFill>
                <a:schemeClr val="dk1"/>
              </a:solidFill>
            </a:endParaRPr>
          </a:p>
          <a:p>
            <a:pPr marL="0" lvl="0" indent="0" algn="l" rtl="0">
              <a:spcBef>
                <a:spcPts val="1200"/>
              </a:spcBef>
              <a:spcAft>
                <a:spcPts val="0"/>
              </a:spcAft>
              <a:buNone/>
            </a:pPr>
            <a:r>
              <a:rPr lang="en-US" sz="1800">
                <a:solidFill>
                  <a:schemeClr val="dk1"/>
                </a:solidFill>
              </a:rPr>
              <a:t>Or </a:t>
            </a:r>
            <a:endParaRPr sz="1800">
              <a:solidFill>
                <a:schemeClr val="dk1"/>
              </a:solidFill>
            </a:endParaRPr>
          </a:p>
          <a:p>
            <a:pPr marL="0" lvl="0" indent="0" algn="l" rtl="0">
              <a:spcBef>
                <a:spcPts val="1200"/>
              </a:spcBef>
              <a:spcAft>
                <a:spcPts val="0"/>
              </a:spcAft>
              <a:buNone/>
            </a:pPr>
            <a:endParaRPr sz="1800">
              <a:solidFill>
                <a:schemeClr val="dk1"/>
              </a:solidFill>
            </a:endParaRPr>
          </a:p>
          <a:p>
            <a:pPr marL="457200" lvl="0" indent="-342900" algn="l" rtl="0">
              <a:spcBef>
                <a:spcPts val="12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457200" lvl="0" indent="-342900" algn="l" rtl="0">
              <a:spcBef>
                <a:spcPts val="10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457200" lvl="0" indent="-342900" algn="l" rtl="0">
              <a:spcBef>
                <a:spcPts val="12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0" lvl="0" indent="0" algn="l" rtl="0">
              <a:spcBef>
                <a:spcPts val="1200"/>
              </a:spcBef>
              <a:spcAft>
                <a:spcPts val="0"/>
              </a:spcAft>
              <a:buNone/>
            </a:pPr>
            <a:endParaRPr/>
          </a:p>
        </p:txBody>
      </p:sp>
      <p:sp>
        <p:nvSpPr>
          <p:cNvPr id="194" name="Google Shape;194;p25"/>
          <p:cNvSpPr txBox="1">
            <a:spLocks noGrp="1"/>
          </p:cNvSpPr>
          <p:nvPr>
            <p:ph type="subTitle" idx="4"/>
          </p:nvPr>
        </p:nvSpPr>
        <p:spPr>
          <a:xfrm>
            <a:off x="6334950" y="1642875"/>
            <a:ext cx="4153200" cy="813300"/>
          </a:xfrm>
          <a:prstGeom prst="rect">
            <a:avLst/>
          </a:prstGeom>
        </p:spPr>
        <p:txBody>
          <a:bodyPr spcFirstLastPara="1" wrap="square" lIns="0" tIns="91425" rIns="0" bIns="0" anchor="b" anchorCtr="0">
            <a:noAutofit/>
          </a:bodyPr>
          <a:lstStyle/>
          <a:p>
            <a:pPr marL="0" lvl="0" indent="0" algn="l" rtl="0">
              <a:spcBef>
                <a:spcPts val="1200"/>
              </a:spcBef>
              <a:spcAft>
                <a:spcPts val="0"/>
              </a:spcAft>
              <a:buNone/>
            </a:pPr>
            <a:r>
              <a:rPr lang="en-US">
                <a:solidFill>
                  <a:schemeClr val="accent1"/>
                </a:solidFill>
              </a:rPr>
              <a:t>Subtitle Poppins Medium Size 20</a:t>
            </a:r>
            <a:endParaRPr>
              <a:solidFill>
                <a:schemeClr val="accent1"/>
              </a:solidFill>
            </a:endParaRPr>
          </a:p>
          <a:p>
            <a:pPr marL="0" lvl="0" indent="0" algn="l" rtl="0">
              <a:spcBef>
                <a:spcPts val="1200"/>
              </a:spcBef>
              <a:spcAft>
                <a:spcPts val="0"/>
              </a:spcAft>
              <a:buNone/>
            </a:pPr>
            <a:endParaRPr/>
          </a:p>
        </p:txBody>
      </p:sp>
      <p:sp>
        <p:nvSpPr>
          <p:cNvPr id="195" name="Google Shape;195;p25"/>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Title here </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08"/>
        <p:cNvGrpSpPr/>
        <p:nvPr/>
      </p:nvGrpSpPr>
      <p:grpSpPr>
        <a:xfrm>
          <a:off x="0" y="0"/>
          <a:ext cx="0" cy="0"/>
          <a:chOff x="0" y="0"/>
          <a:chExt cx="0" cy="0"/>
        </a:xfrm>
      </p:grpSpPr>
      <p:sp>
        <p:nvSpPr>
          <p:cNvPr id="209" name="Google Shape;209;p27"/>
          <p:cNvSpPr txBox="1">
            <a:spLocks noGrp="1"/>
          </p:cNvSpPr>
          <p:nvPr>
            <p:ph type="body" idx="1"/>
          </p:nvPr>
        </p:nvSpPr>
        <p:spPr>
          <a:xfrm>
            <a:off x="1417202" y="2200750"/>
            <a:ext cx="4559700" cy="35244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sz="1800">
                <a:latin typeface="Poppins Medium"/>
                <a:ea typeface="Poppins Medium"/>
                <a:cs typeface="Poppins Medium"/>
                <a:sym typeface="Poppins Medium"/>
              </a:rPr>
              <a:t>Poppins Medium size 18</a:t>
            </a:r>
            <a:endParaRPr sz="1800">
              <a:latin typeface="Poppins Medium"/>
              <a:ea typeface="Poppins Medium"/>
              <a:cs typeface="Poppins Medium"/>
              <a:sym typeface="Poppins Medium"/>
            </a:endParaRPr>
          </a:p>
          <a:p>
            <a:pPr marL="0" lvl="0" indent="0" algn="l" rtl="0">
              <a:spcBef>
                <a:spcPts val="1200"/>
              </a:spcBef>
              <a:spcAft>
                <a:spcPts val="0"/>
              </a:spcAft>
              <a:buNone/>
            </a:pPr>
            <a:endParaRPr sz="1800">
              <a:latin typeface="Poppins Medium"/>
              <a:ea typeface="Poppins Medium"/>
              <a:cs typeface="Poppins Medium"/>
              <a:sym typeface="Poppins Medium"/>
            </a:endParaRPr>
          </a:p>
          <a:p>
            <a:pPr marL="457200" lvl="0" indent="-342900" algn="l" rtl="0">
              <a:spcBef>
                <a:spcPts val="1200"/>
              </a:spcBef>
              <a:spcAft>
                <a:spcPts val="0"/>
              </a:spcAft>
              <a:buClr>
                <a:schemeClr val="accent1"/>
              </a:buClr>
              <a:buSzPts val="1800"/>
              <a:buChar char="●"/>
            </a:pPr>
            <a:r>
              <a:rPr lang="en-US" sz="1800"/>
              <a:t>Poppins Normal size 18</a:t>
            </a:r>
            <a:endParaRPr sz="1800"/>
          </a:p>
          <a:p>
            <a:pPr marL="457200" lvl="0" indent="-342900" algn="l" rtl="0">
              <a:spcBef>
                <a:spcPts val="10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457200" lvl="0" indent="-342900" algn="l" rtl="0">
              <a:spcBef>
                <a:spcPts val="12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0" lvl="0" indent="0" algn="l" rtl="0">
              <a:spcBef>
                <a:spcPts val="1200"/>
              </a:spcBef>
              <a:spcAft>
                <a:spcPts val="0"/>
              </a:spcAft>
              <a:buNone/>
            </a:pPr>
            <a:endParaRPr sz="1800"/>
          </a:p>
          <a:p>
            <a:pPr marL="457200" lvl="0" indent="0" algn="l" rtl="0">
              <a:spcBef>
                <a:spcPts val="1200"/>
              </a:spcBef>
              <a:spcAft>
                <a:spcPts val="0"/>
              </a:spcAft>
              <a:buNone/>
            </a:pPr>
            <a:endParaRPr sz="1800"/>
          </a:p>
        </p:txBody>
      </p:sp>
      <p:sp>
        <p:nvSpPr>
          <p:cNvPr id="210" name="Google Shape;210;p27"/>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
        <p:nvSpPr>
          <p:cNvPr id="211" name="Google Shape;211;p27"/>
          <p:cNvSpPr txBox="1">
            <a:spLocks noGrp="1"/>
          </p:cNvSpPr>
          <p:nvPr>
            <p:ph type="body" idx="1"/>
          </p:nvPr>
        </p:nvSpPr>
        <p:spPr>
          <a:xfrm>
            <a:off x="6942127" y="2303650"/>
            <a:ext cx="4559700" cy="35244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sz="1800">
                <a:latin typeface="Poppins Medium"/>
                <a:ea typeface="Poppins Medium"/>
                <a:cs typeface="Poppins Medium"/>
                <a:sym typeface="Poppins Medium"/>
              </a:rPr>
              <a:t>Poppins Medium size 18</a:t>
            </a:r>
            <a:endParaRPr sz="1800">
              <a:latin typeface="Poppins Medium"/>
              <a:ea typeface="Poppins Medium"/>
              <a:cs typeface="Poppins Medium"/>
              <a:sym typeface="Poppins Medium"/>
            </a:endParaRPr>
          </a:p>
          <a:p>
            <a:pPr marL="0" lvl="0" indent="0" algn="l" rtl="0">
              <a:spcBef>
                <a:spcPts val="1200"/>
              </a:spcBef>
              <a:spcAft>
                <a:spcPts val="0"/>
              </a:spcAft>
              <a:buNone/>
            </a:pPr>
            <a:endParaRPr sz="1800">
              <a:latin typeface="Poppins Medium"/>
              <a:ea typeface="Poppins Medium"/>
              <a:cs typeface="Poppins Medium"/>
              <a:sym typeface="Poppins Medium"/>
            </a:endParaRPr>
          </a:p>
          <a:p>
            <a:pPr marL="457200" lvl="0" indent="-342900" algn="l" rtl="0">
              <a:spcBef>
                <a:spcPts val="1200"/>
              </a:spcBef>
              <a:spcAft>
                <a:spcPts val="0"/>
              </a:spcAft>
              <a:buClr>
                <a:schemeClr val="accent1"/>
              </a:buClr>
              <a:buSzPts val="1800"/>
              <a:buChar char="●"/>
            </a:pPr>
            <a:r>
              <a:rPr lang="en-US" sz="1800"/>
              <a:t>Poppins Normal size 18</a:t>
            </a:r>
            <a:endParaRPr sz="1800"/>
          </a:p>
          <a:p>
            <a:pPr marL="457200" lvl="0" indent="-342900" algn="l" rtl="0">
              <a:spcBef>
                <a:spcPts val="10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457200" lvl="0" indent="-342900" algn="l" rtl="0">
              <a:spcBef>
                <a:spcPts val="1200"/>
              </a:spcBef>
              <a:spcAft>
                <a:spcPts val="0"/>
              </a:spcAft>
              <a:buClr>
                <a:schemeClr val="accent1"/>
              </a:buClr>
              <a:buSzPts val="1800"/>
              <a:buChar char="●"/>
            </a:pPr>
            <a:r>
              <a:rPr lang="en-US" sz="1800">
                <a:solidFill>
                  <a:schemeClr val="dk1"/>
                </a:solidFill>
              </a:rPr>
              <a:t>Poppins Normal size 18</a:t>
            </a:r>
            <a:endParaRPr sz="1800">
              <a:solidFill>
                <a:schemeClr val="dk1"/>
              </a:solidFill>
            </a:endParaRPr>
          </a:p>
          <a:p>
            <a:pPr marL="0" lvl="0" indent="0" algn="l" rtl="0">
              <a:spcBef>
                <a:spcPts val="1200"/>
              </a:spcBef>
              <a:spcAft>
                <a:spcPts val="0"/>
              </a:spcAft>
              <a:buNone/>
            </a:pPr>
            <a:endParaRPr sz="1800"/>
          </a:p>
          <a:p>
            <a:pPr marL="457200" lvl="0" indent="0" algn="l" rtl="0">
              <a:spcBef>
                <a:spcPts val="1200"/>
              </a:spcBef>
              <a:spcAft>
                <a:spcPts val="0"/>
              </a:spcAft>
              <a:buNone/>
            </a:pPr>
            <a:endParaRPr sz="1800"/>
          </a:p>
        </p:txBody>
      </p:sp>
      <p:sp>
        <p:nvSpPr>
          <p:cNvPr id="212" name="Google Shape;212;p27"/>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Title here </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dk1"/>
                </a:solidFill>
              </a:rPr>
              <a:t>Title here - Poppins Medium size 34 colour #oe1a53</a:t>
            </a:r>
            <a:endParaRPr>
              <a:solidFill>
                <a:schemeClr val="dk1"/>
              </a:solidFill>
            </a:endParaRPr>
          </a:p>
        </p:txBody>
      </p:sp>
      <p:sp>
        <p:nvSpPr>
          <p:cNvPr id="219" name="Google Shape;219;p28"/>
          <p:cNvSpPr txBox="1">
            <a:spLocks noGrp="1"/>
          </p:cNvSpPr>
          <p:nvPr>
            <p:ph type="body" idx="1"/>
          </p:nvPr>
        </p:nvSpPr>
        <p:spPr>
          <a:xfrm>
            <a:off x="448201" y="1907925"/>
            <a:ext cx="11379900" cy="4089300"/>
          </a:xfrm>
          <a:prstGeom prst="rect">
            <a:avLst/>
          </a:prstGeom>
        </p:spPr>
        <p:txBody>
          <a:bodyPr spcFirstLastPara="1" wrap="square" lIns="91425" tIns="45700" rIns="91425" bIns="45700" anchor="ctr" anchorCtr="0">
            <a:noAutofit/>
          </a:bodyPr>
          <a:lstStyle/>
          <a:p>
            <a:pPr marL="0" lvl="0" indent="0" algn="ctr" rtl="0">
              <a:spcBef>
                <a:spcPts val="1200"/>
              </a:spcBef>
              <a:spcAft>
                <a:spcPts val="0"/>
              </a:spcAft>
              <a:buNone/>
            </a:pPr>
            <a:r>
              <a:rPr lang="en-US">
                <a:solidFill>
                  <a:schemeClr val="dk1"/>
                </a:solidFill>
                <a:latin typeface="Poppins"/>
                <a:ea typeface="Poppins"/>
                <a:cs typeface="Poppins"/>
                <a:sym typeface="Poppins"/>
              </a:rPr>
              <a:t>Poppins </a:t>
            </a:r>
            <a:r>
              <a:rPr lang="en-US">
                <a:solidFill>
                  <a:schemeClr val="dk1"/>
                </a:solidFill>
              </a:rPr>
              <a:t>N</a:t>
            </a:r>
            <a:r>
              <a:rPr lang="en-US">
                <a:solidFill>
                  <a:schemeClr val="dk1"/>
                </a:solidFill>
                <a:latin typeface="Poppins"/>
                <a:ea typeface="Poppins"/>
                <a:cs typeface="Poppins"/>
                <a:sym typeface="Poppins"/>
              </a:rPr>
              <a:t>ormal size 20 - colour #oe1a53</a:t>
            </a:r>
            <a:endParaRPr>
              <a:solidFill>
                <a:schemeClr val="dk1"/>
              </a:solidFill>
              <a:latin typeface="Poppins"/>
              <a:ea typeface="Poppins"/>
              <a:cs typeface="Poppins"/>
              <a:sym typeface="Poppins"/>
            </a:endParaRPr>
          </a:p>
          <a:p>
            <a:pPr marL="0" lvl="0" indent="0" algn="l" rtl="0">
              <a:spcBef>
                <a:spcPts val="1200"/>
              </a:spcBef>
              <a:spcAft>
                <a:spcPts val="0"/>
              </a:spcAft>
              <a:buNone/>
            </a:pPr>
            <a:endParaRPr/>
          </a:p>
        </p:txBody>
      </p:sp>
      <p:sp>
        <p:nvSpPr>
          <p:cNvPr id="220" name="Google Shape;220;p28"/>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25"/>
        <p:cNvGrpSpPr/>
        <p:nvPr/>
      </p:nvGrpSpPr>
      <p:grpSpPr>
        <a:xfrm>
          <a:off x="0" y="0"/>
          <a:ext cx="0" cy="0"/>
          <a:chOff x="0" y="0"/>
          <a:chExt cx="0" cy="0"/>
        </a:xfrm>
      </p:grpSpPr>
      <p:sp>
        <p:nvSpPr>
          <p:cNvPr id="226" name="Google Shape;226;p29"/>
          <p:cNvSpPr txBox="1">
            <a:spLocks noGrp="1"/>
          </p:cNvSpPr>
          <p:nvPr>
            <p:ph type="body" idx="1"/>
          </p:nvPr>
        </p:nvSpPr>
        <p:spPr>
          <a:xfrm>
            <a:off x="1700325" y="3584400"/>
            <a:ext cx="8571000" cy="2773800"/>
          </a:xfrm>
          <a:prstGeom prst="rect">
            <a:avLst/>
          </a:prstGeom>
        </p:spPr>
        <p:txBody>
          <a:bodyPr spcFirstLastPara="1" wrap="square" lIns="91425" tIns="45700" rIns="91425" bIns="45700" anchor="ctr" anchorCtr="0">
            <a:noAutofit/>
          </a:bodyPr>
          <a:lstStyle/>
          <a:p>
            <a:pPr marL="0" lvl="0" indent="0" algn="l" rtl="0">
              <a:spcBef>
                <a:spcPts val="1200"/>
              </a:spcBef>
              <a:spcAft>
                <a:spcPts val="0"/>
              </a:spcAft>
              <a:buNone/>
            </a:pPr>
            <a:r>
              <a:rPr lang="en-US">
                <a:solidFill>
                  <a:schemeClr val="dk1"/>
                </a:solidFill>
              </a:rPr>
              <a:t>Text - Poppins Normal size 18</a:t>
            </a:r>
            <a:endParaRPr>
              <a:solidFill>
                <a:schemeClr val="dk1"/>
              </a:solidFill>
            </a:endParaRPr>
          </a:p>
          <a:p>
            <a:pPr marL="0" lvl="0" indent="0" algn="l" rtl="0">
              <a:spcBef>
                <a:spcPts val="1200"/>
              </a:spcBef>
              <a:spcAft>
                <a:spcPts val="0"/>
              </a:spcAft>
              <a:buNone/>
            </a:pPr>
            <a:endParaRPr/>
          </a:p>
        </p:txBody>
      </p:sp>
      <p:sp>
        <p:nvSpPr>
          <p:cNvPr id="227" name="Google Shape;227;p29"/>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
        <p:nvSpPr>
          <p:cNvPr id="228" name="Google Shape;228;p29"/>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Title Here</a:t>
            </a:r>
            <a:endParaRPr/>
          </a:p>
        </p:txBody>
      </p:sp>
      <p:sp>
        <p:nvSpPr>
          <p:cNvPr id="229" name="Google Shape;229;p29"/>
          <p:cNvSpPr>
            <a:spLocks noGrp="1"/>
          </p:cNvSpPr>
          <p:nvPr>
            <p:ph type="pic" idx="2"/>
          </p:nvPr>
        </p:nvSpPr>
        <p:spPr>
          <a:xfrm>
            <a:off x="1700325" y="1994125"/>
            <a:ext cx="2562000" cy="1426200"/>
          </a:xfrm>
          <a:prstGeom prst="rect">
            <a:avLst/>
          </a:prstGeom>
        </p:spPr>
        <p:txBody>
          <a:bodyPr/>
          <a:lstStyle/>
          <a:p>
            <a:endParaRPr lang="en-US"/>
          </a:p>
        </p:txBody>
      </p:sp>
      <p:sp>
        <p:nvSpPr>
          <p:cNvPr id="230" name="Google Shape;230;p29"/>
          <p:cNvSpPr>
            <a:spLocks noGrp="1"/>
          </p:cNvSpPr>
          <p:nvPr>
            <p:ph type="pic" idx="3"/>
          </p:nvPr>
        </p:nvSpPr>
        <p:spPr>
          <a:xfrm>
            <a:off x="4704750" y="1994125"/>
            <a:ext cx="2562000" cy="1426200"/>
          </a:xfrm>
          <a:prstGeom prst="rect">
            <a:avLst/>
          </a:prstGeom>
        </p:spPr>
        <p:txBody>
          <a:bodyPr/>
          <a:lstStyle/>
          <a:p>
            <a:endParaRPr lang="en-US"/>
          </a:p>
        </p:txBody>
      </p:sp>
      <p:sp>
        <p:nvSpPr>
          <p:cNvPr id="231" name="Google Shape;231;p29"/>
          <p:cNvSpPr>
            <a:spLocks noGrp="1"/>
          </p:cNvSpPr>
          <p:nvPr>
            <p:ph type="pic" idx="4"/>
          </p:nvPr>
        </p:nvSpPr>
        <p:spPr>
          <a:xfrm>
            <a:off x="7709175" y="1994125"/>
            <a:ext cx="2562000" cy="1426200"/>
          </a:xfrm>
          <a:prstGeom prst="rect">
            <a:avLst/>
          </a:prstGeom>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236"/>
        <p:cNvGrpSpPr/>
        <p:nvPr/>
      </p:nvGrpSpPr>
      <p:grpSpPr>
        <a:xfrm>
          <a:off x="0" y="0"/>
          <a:ext cx="0" cy="0"/>
          <a:chOff x="0" y="0"/>
          <a:chExt cx="0" cy="0"/>
        </a:xfrm>
      </p:grpSpPr>
      <p:sp>
        <p:nvSpPr>
          <p:cNvPr id="237" name="Google Shape;237;p30"/>
          <p:cNvSpPr txBox="1">
            <a:spLocks noGrp="1"/>
          </p:cNvSpPr>
          <p:nvPr>
            <p:ph type="body" idx="1"/>
          </p:nvPr>
        </p:nvSpPr>
        <p:spPr>
          <a:xfrm>
            <a:off x="729475" y="1880550"/>
            <a:ext cx="5088900" cy="3224700"/>
          </a:xfrm>
          <a:prstGeom prst="rect">
            <a:avLst/>
          </a:prstGeom>
        </p:spPr>
        <p:txBody>
          <a:bodyPr spcFirstLastPara="1" wrap="square" lIns="91425" tIns="45700" rIns="91425" bIns="45700" anchor="ctr" anchorCtr="0">
            <a:noAutofit/>
          </a:bodyPr>
          <a:lstStyle/>
          <a:p>
            <a:pPr marL="0" lvl="0" indent="0" algn="l" rtl="0">
              <a:spcBef>
                <a:spcPts val="1200"/>
              </a:spcBef>
              <a:spcAft>
                <a:spcPts val="0"/>
              </a:spcAft>
              <a:buNone/>
            </a:pPr>
            <a:r>
              <a:rPr lang="en-US" dirty="0">
                <a:solidFill>
                  <a:schemeClr val="dk1"/>
                </a:solidFill>
              </a:rPr>
              <a:t>Text - Poppins Normal size 18</a:t>
            </a:r>
            <a:endParaRPr dirty="0"/>
          </a:p>
        </p:txBody>
      </p:sp>
      <p:sp>
        <p:nvSpPr>
          <p:cNvPr id="238" name="Google Shape;238;p30"/>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
        <p:nvSpPr>
          <p:cNvPr id="239" name="Google Shape;239;p30"/>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Title Here</a:t>
            </a:r>
            <a:endParaRPr/>
          </a:p>
        </p:txBody>
      </p:sp>
      <p:sp>
        <p:nvSpPr>
          <p:cNvPr id="240" name="Google Shape;240;p30"/>
          <p:cNvSpPr>
            <a:spLocks noGrp="1"/>
          </p:cNvSpPr>
          <p:nvPr>
            <p:ph type="pic" idx="2"/>
          </p:nvPr>
        </p:nvSpPr>
        <p:spPr>
          <a:xfrm>
            <a:off x="6055550" y="1880550"/>
            <a:ext cx="2562000" cy="1426200"/>
          </a:xfrm>
          <a:prstGeom prst="rect">
            <a:avLst/>
          </a:prstGeom>
        </p:spPr>
        <p:txBody>
          <a:bodyPr/>
          <a:lstStyle/>
          <a:p>
            <a:endParaRPr lang="en-US"/>
          </a:p>
        </p:txBody>
      </p:sp>
      <p:sp>
        <p:nvSpPr>
          <p:cNvPr id="241" name="Google Shape;241;p30"/>
          <p:cNvSpPr>
            <a:spLocks noGrp="1"/>
          </p:cNvSpPr>
          <p:nvPr>
            <p:ph type="pic" idx="3"/>
          </p:nvPr>
        </p:nvSpPr>
        <p:spPr>
          <a:xfrm>
            <a:off x="6055550" y="3679125"/>
            <a:ext cx="2562000" cy="1426200"/>
          </a:xfrm>
          <a:prstGeom prst="rect">
            <a:avLst/>
          </a:prstGeom>
        </p:spPr>
        <p:txBody>
          <a:bodyPr/>
          <a:lstStyle/>
          <a:p>
            <a:endParaRPr lang="en-US"/>
          </a:p>
        </p:txBody>
      </p:sp>
      <p:sp>
        <p:nvSpPr>
          <p:cNvPr id="242" name="Google Shape;242;p30"/>
          <p:cNvSpPr>
            <a:spLocks noGrp="1"/>
          </p:cNvSpPr>
          <p:nvPr>
            <p:ph type="pic" idx="4"/>
          </p:nvPr>
        </p:nvSpPr>
        <p:spPr>
          <a:xfrm>
            <a:off x="9017825" y="1880550"/>
            <a:ext cx="2562000" cy="1426200"/>
          </a:xfrm>
          <a:prstGeom prst="rect">
            <a:avLst/>
          </a:prstGeom>
        </p:spPr>
        <p:txBody>
          <a:bodyPr/>
          <a:lstStyle/>
          <a:p>
            <a:endParaRPr lang="en-US"/>
          </a:p>
        </p:txBody>
      </p:sp>
      <p:sp>
        <p:nvSpPr>
          <p:cNvPr id="243" name="Google Shape;243;p30"/>
          <p:cNvSpPr>
            <a:spLocks noGrp="1"/>
          </p:cNvSpPr>
          <p:nvPr>
            <p:ph type="pic" idx="5"/>
          </p:nvPr>
        </p:nvSpPr>
        <p:spPr>
          <a:xfrm>
            <a:off x="9017825" y="3679125"/>
            <a:ext cx="2562000" cy="1426200"/>
          </a:xfrm>
          <a:prstGeom prst="rect">
            <a:avLst/>
          </a:prstGeom>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247"/>
        <p:cNvGrpSpPr/>
        <p:nvPr/>
      </p:nvGrpSpPr>
      <p:grpSpPr>
        <a:xfrm>
          <a:off x="0" y="0"/>
          <a:ext cx="0" cy="0"/>
          <a:chOff x="0" y="0"/>
          <a:chExt cx="0" cy="0"/>
        </a:xfrm>
      </p:grpSpPr>
      <p:sp>
        <p:nvSpPr>
          <p:cNvPr id="248" name="Google Shape;248;p31"/>
          <p:cNvSpPr txBox="1">
            <a:spLocks noGrp="1"/>
          </p:cNvSpPr>
          <p:nvPr>
            <p:ph type="subTitle" idx="4294967295"/>
          </p:nvPr>
        </p:nvSpPr>
        <p:spPr>
          <a:xfrm>
            <a:off x="5540050" y="5998325"/>
            <a:ext cx="5386500" cy="526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200"/>
              <a:buNone/>
            </a:pPr>
            <a:r>
              <a:rPr lang="en-US" dirty="0" err="1">
                <a:latin typeface="Poppins"/>
                <a:ea typeface="Poppins"/>
                <a:cs typeface="Poppins"/>
                <a:sym typeface="Poppins"/>
              </a:rPr>
              <a:t>percona.com</a:t>
            </a:r>
            <a:endParaRPr dirty="0">
              <a:solidFill>
                <a:schemeClr val="lt1"/>
              </a:solidFill>
              <a:latin typeface="Poppins"/>
              <a:ea typeface="Poppins"/>
              <a:cs typeface="Poppins"/>
              <a:sym typeface="Poppins"/>
            </a:endParaRPr>
          </a:p>
        </p:txBody>
      </p:sp>
      <p:pic>
        <p:nvPicPr>
          <p:cNvPr id="249" name="Google Shape;249;p31"/>
          <p:cNvPicPr preferRelativeResize="0"/>
          <p:nvPr/>
        </p:nvPicPr>
        <p:blipFill rotWithShape="1">
          <a:blip r:embed="rId3">
            <a:alphaModFix/>
          </a:blip>
          <a:srcRect l="24744"/>
          <a:stretch/>
        </p:blipFill>
        <p:spPr>
          <a:xfrm>
            <a:off x="-67902" y="177900"/>
            <a:ext cx="5386575" cy="61948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54"/>
        <p:cNvGrpSpPr/>
        <p:nvPr/>
      </p:nvGrpSpPr>
      <p:grpSpPr>
        <a:xfrm>
          <a:off x="0" y="0"/>
          <a:ext cx="0" cy="0"/>
          <a:chOff x="0" y="0"/>
          <a:chExt cx="0" cy="0"/>
        </a:xfrm>
      </p:grpSpPr>
      <p:sp>
        <p:nvSpPr>
          <p:cNvPr id="255" name="Google Shape;255;p32"/>
          <p:cNvSpPr txBox="1">
            <a:spLocks noGrp="1"/>
          </p:cNvSpPr>
          <p:nvPr>
            <p:ph type="title"/>
          </p:nvPr>
        </p:nvSpPr>
        <p:spPr>
          <a:xfrm>
            <a:off x="1091702" y="758953"/>
            <a:ext cx="100929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Title Here</a:t>
            </a:r>
            <a:endParaRPr/>
          </a:p>
        </p:txBody>
      </p:sp>
      <p:sp>
        <p:nvSpPr>
          <p:cNvPr id="256" name="Google Shape;256;p32"/>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000"/>
              <a:t>25</a:t>
            </a:fld>
            <a:endParaRPr sz="1000"/>
          </a:p>
        </p:txBody>
      </p:sp>
      <p:sp>
        <p:nvSpPr>
          <p:cNvPr id="257" name="Google Shape;257;p32"/>
          <p:cNvSpPr txBox="1">
            <a:spLocks noGrp="1"/>
          </p:cNvSpPr>
          <p:nvPr>
            <p:ph type="body" idx="1"/>
          </p:nvPr>
        </p:nvSpPr>
        <p:spPr>
          <a:xfrm>
            <a:off x="1578575" y="3584400"/>
            <a:ext cx="4432800" cy="2773800"/>
          </a:xfrm>
          <a:prstGeom prst="rect">
            <a:avLst/>
          </a:prstGeom>
        </p:spPr>
        <p:txBody>
          <a:bodyPr spcFirstLastPara="1" wrap="square" lIns="91425" tIns="45700" rIns="91425" bIns="45700" anchor="ctr" anchorCtr="0">
            <a:noAutofit/>
          </a:bodyPr>
          <a:lstStyle/>
          <a:p>
            <a:pPr marL="0" lvl="0" indent="0" algn="l" rtl="0">
              <a:spcBef>
                <a:spcPts val="1200"/>
              </a:spcBef>
              <a:spcAft>
                <a:spcPts val="0"/>
              </a:spcAft>
              <a:buNone/>
            </a:pPr>
            <a:r>
              <a:rPr lang="en-US">
                <a:solidFill>
                  <a:schemeClr val="dk1"/>
                </a:solidFill>
              </a:rPr>
              <a:t>Text - Poppins Normal size 18</a:t>
            </a:r>
            <a:endParaRPr>
              <a:solidFill>
                <a:schemeClr val="dk1"/>
              </a:solidFill>
            </a:endParaRPr>
          </a:p>
          <a:p>
            <a:pPr marL="0" lvl="0" indent="0" algn="l" rtl="0">
              <a:spcBef>
                <a:spcPts val="1200"/>
              </a:spcBef>
              <a:spcAft>
                <a:spcPts val="0"/>
              </a:spcAft>
              <a:buNone/>
            </a:pPr>
            <a:endParaRPr/>
          </a:p>
        </p:txBody>
      </p:sp>
      <p:sp>
        <p:nvSpPr>
          <p:cNvPr id="258" name="Google Shape;258;p32"/>
          <p:cNvSpPr txBox="1">
            <a:spLocks noGrp="1"/>
          </p:cNvSpPr>
          <p:nvPr>
            <p:ph type="body" idx="2"/>
          </p:nvPr>
        </p:nvSpPr>
        <p:spPr>
          <a:xfrm>
            <a:off x="6639700" y="3584400"/>
            <a:ext cx="5314500" cy="2773800"/>
          </a:xfrm>
          <a:prstGeom prst="rect">
            <a:avLst/>
          </a:prstGeom>
        </p:spPr>
        <p:txBody>
          <a:bodyPr spcFirstLastPara="1" wrap="square" lIns="91425" tIns="45700" rIns="91425" bIns="45700" anchor="ctr" anchorCtr="0">
            <a:noAutofit/>
          </a:bodyPr>
          <a:lstStyle/>
          <a:p>
            <a:pPr marL="0" lvl="0" indent="0" algn="l" rtl="0">
              <a:spcBef>
                <a:spcPts val="1200"/>
              </a:spcBef>
              <a:spcAft>
                <a:spcPts val="0"/>
              </a:spcAft>
              <a:buNone/>
            </a:pPr>
            <a:r>
              <a:rPr lang="en-US">
                <a:solidFill>
                  <a:schemeClr val="dk1"/>
                </a:solidFill>
              </a:rPr>
              <a:t>Text - Poppins Normal size 18</a:t>
            </a:r>
            <a:endParaRPr>
              <a:solidFill>
                <a:schemeClr val="dk1"/>
              </a:solidFill>
            </a:endParaRPr>
          </a:p>
          <a:p>
            <a:pPr marL="0" lvl="0" indent="0" algn="l" rtl="0">
              <a:spcBef>
                <a:spcPts val="1200"/>
              </a:spcBef>
              <a:spcAft>
                <a:spcPts val="0"/>
              </a:spcAft>
              <a:buNone/>
            </a:pPr>
            <a:endParaRPr/>
          </a:p>
        </p:txBody>
      </p:sp>
      <p:sp>
        <p:nvSpPr>
          <p:cNvPr id="259" name="Google Shape;259;p32"/>
          <p:cNvSpPr>
            <a:spLocks noGrp="1"/>
          </p:cNvSpPr>
          <p:nvPr>
            <p:ph type="pic" idx="3"/>
          </p:nvPr>
        </p:nvSpPr>
        <p:spPr>
          <a:xfrm>
            <a:off x="1578575" y="2006750"/>
            <a:ext cx="2562000" cy="1426200"/>
          </a:xfrm>
          <a:prstGeom prst="rect">
            <a:avLst/>
          </a:prstGeom>
        </p:spPr>
        <p:txBody>
          <a:bodyPr/>
          <a:lstStyle/>
          <a:p>
            <a:endParaRPr lang="en-US"/>
          </a:p>
        </p:txBody>
      </p:sp>
      <p:sp>
        <p:nvSpPr>
          <p:cNvPr id="260" name="Google Shape;260;p32"/>
          <p:cNvSpPr>
            <a:spLocks noGrp="1"/>
          </p:cNvSpPr>
          <p:nvPr>
            <p:ph type="pic" idx="4"/>
          </p:nvPr>
        </p:nvSpPr>
        <p:spPr>
          <a:xfrm>
            <a:off x="6791700" y="2006750"/>
            <a:ext cx="2562000" cy="1426200"/>
          </a:xfrm>
          <a:prstGeom prst="rect">
            <a:avLst/>
          </a:prstGeom>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265"/>
        <p:cNvGrpSpPr/>
        <p:nvPr/>
      </p:nvGrpSpPr>
      <p:grpSpPr>
        <a:xfrm>
          <a:off x="0" y="0"/>
          <a:ext cx="0" cy="0"/>
          <a:chOff x="0" y="0"/>
          <a:chExt cx="0" cy="0"/>
        </a:xfrm>
      </p:grpSpPr>
      <p:sp>
        <p:nvSpPr>
          <p:cNvPr id="266" name="Google Shape;266;p33"/>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Section Cover</a:t>
            </a:r>
            <a:endParaRPr/>
          </a:p>
        </p:txBody>
      </p:sp>
      <p:sp>
        <p:nvSpPr>
          <p:cNvPr id="267" name="Google Shape;267;p33"/>
          <p:cNvSpPr txBox="1">
            <a:spLocks noGrp="1"/>
          </p:cNvSpPr>
          <p:nvPr>
            <p:ph type="subTitle" idx="1"/>
          </p:nvPr>
        </p:nvSpPr>
        <p:spPr>
          <a:xfrm>
            <a:off x="5124175" y="4288350"/>
            <a:ext cx="5401800" cy="454500"/>
          </a:xfrm>
          <a:prstGeom prst="rect">
            <a:avLst/>
          </a:prstGeom>
        </p:spPr>
        <p:txBody>
          <a:bodyPr spcFirstLastPara="1" wrap="square" lIns="0" tIns="91425" rIns="0" bIns="0" anchor="ctr" anchorCtr="0">
            <a:noAutofit/>
          </a:bodyPr>
          <a:lstStyle/>
          <a:p>
            <a:pPr marL="0" lvl="0" indent="0" algn="l" rtl="0">
              <a:spcBef>
                <a:spcPts val="1200"/>
              </a:spcBef>
              <a:spcAft>
                <a:spcPts val="0"/>
              </a:spcAft>
              <a:buNone/>
            </a:pPr>
            <a:r>
              <a:rPr lang="en-US"/>
              <a:t>Subhead</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272"/>
        <p:cNvGrpSpPr/>
        <p:nvPr/>
      </p:nvGrpSpPr>
      <p:grpSpPr>
        <a:xfrm>
          <a:off x="0" y="0"/>
          <a:ext cx="0" cy="0"/>
          <a:chOff x="0" y="0"/>
          <a:chExt cx="0" cy="0"/>
        </a:xfrm>
      </p:grpSpPr>
      <p:sp>
        <p:nvSpPr>
          <p:cNvPr id="273" name="Google Shape;273;p34"/>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Section Cover</a:t>
            </a:r>
            <a:endParaRPr/>
          </a:p>
        </p:txBody>
      </p:sp>
      <p:sp>
        <p:nvSpPr>
          <p:cNvPr id="274" name="Google Shape;274;p34"/>
          <p:cNvSpPr txBox="1">
            <a:spLocks noGrp="1"/>
          </p:cNvSpPr>
          <p:nvPr>
            <p:ph type="subTitle" idx="1"/>
          </p:nvPr>
        </p:nvSpPr>
        <p:spPr>
          <a:xfrm>
            <a:off x="5124175" y="4212150"/>
            <a:ext cx="5401800" cy="4545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a:t>Subhead</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279"/>
        <p:cNvGrpSpPr/>
        <p:nvPr/>
      </p:nvGrpSpPr>
      <p:grpSpPr>
        <a:xfrm>
          <a:off x="0" y="0"/>
          <a:ext cx="0" cy="0"/>
          <a:chOff x="0" y="0"/>
          <a:chExt cx="0" cy="0"/>
        </a:xfrm>
      </p:grpSpPr>
      <p:sp>
        <p:nvSpPr>
          <p:cNvPr id="280" name="Google Shape;280;p35"/>
          <p:cNvSpPr txBox="1">
            <a:spLocks noGrp="1"/>
          </p:cNvSpPr>
          <p:nvPr>
            <p:ph type="subTitle" idx="1"/>
          </p:nvPr>
        </p:nvSpPr>
        <p:spPr>
          <a:xfrm>
            <a:off x="5124175" y="4288350"/>
            <a:ext cx="5401800" cy="4545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a:t>Subhead</a:t>
            </a:r>
            <a:endParaRPr/>
          </a:p>
        </p:txBody>
      </p:sp>
      <p:sp>
        <p:nvSpPr>
          <p:cNvPr id="281" name="Google Shape;281;p35"/>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Section Cover</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286"/>
        <p:cNvGrpSpPr/>
        <p:nvPr/>
      </p:nvGrpSpPr>
      <p:grpSpPr>
        <a:xfrm>
          <a:off x="0" y="0"/>
          <a:ext cx="0" cy="0"/>
          <a:chOff x="0" y="0"/>
          <a:chExt cx="0" cy="0"/>
        </a:xfrm>
      </p:grpSpPr>
      <p:sp>
        <p:nvSpPr>
          <p:cNvPr id="287" name="Google Shape;287;p36"/>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Section Cover</a:t>
            </a:r>
            <a:endParaRPr/>
          </a:p>
        </p:txBody>
      </p:sp>
      <p:sp>
        <p:nvSpPr>
          <p:cNvPr id="288" name="Google Shape;288;p36"/>
          <p:cNvSpPr txBox="1">
            <a:spLocks noGrp="1"/>
          </p:cNvSpPr>
          <p:nvPr>
            <p:ph type="subTitle" idx="1"/>
          </p:nvPr>
        </p:nvSpPr>
        <p:spPr>
          <a:xfrm>
            <a:off x="5124175" y="4288350"/>
            <a:ext cx="5401800" cy="4545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a:t>Subhead</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Section Cover</a:t>
            </a:r>
            <a:endParaRPr/>
          </a:p>
        </p:txBody>
      </p:sp>
      <p:sp>
        <p:nvSpPr>
          <p:cNvPr id="295" name="Google Shape;295;p37"/>
          <p:cNvSpPr txBox="1">
            <a:spLocks noGrp="1"/>
          </p:cNvSpPr>
          <p:nvPr>
            <p:ph type="subTitle" idx="1"/>
          </p:nvPr>
        </p:nvSpPr>
        <p:spPr>
          <a:xfrm>
            <a:off x="5124175" y="4288350"/>
            <a:ext cx="5401800" cy="454500"/>
          </a:xfrm>
          <a:prstGeom prst="rect">
            <a:avLst/>
          </a:prstGeom>
        </p:spPr>
        <p:txBody>
          <a:bodyPr spcFirstLastPara="1" wrap="square" lIns="0" tIns="91425" rIns="0" bIns="0" anchor="t" anchorCtr="0">
            <a:noAutofit/>
          </a:bodyPr>
          <a:lstStyle/>
          <a:p>
            <a:pPr marL="0" lvl="0" indent="0" algn="l" rtl="0">
              <a:spcBef>
                <a:spcPts val="1200"/>
              </a:spcBef>
              <a:spcAft>
                <a:spcPts val="0"/>
              </a:spcAft>
              <a:buNone/>
            </a:pPr>
            <a:r>
              <a:rPr lang="en-US"/>
              <a:t>Subhead</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300"/>
        <p:cNvGrpSpPr/>
        <p:nvPr/>
      </p:nvGrpSpPr>
      <p:grpSpPr>
        <a:xfrm>
          <a:off x="0" y="0"/>
          <a:ext cx="0" cy="0"/>
          <a:chOff x="0" y="0"/>
          <a:chExt cx="0" cy="0"/>
        </a:xfrm>
      </p:grpSpPr>
      <p:sp>
        <p:nvSpPr>
          <p:cNvPr id="301" name="Google Shape;301;p38"/>
          <p:cNvSpPr txBox="1">
            <a:spLocks noGrp="1"/>
          </p:cNvSpPr>
          <p:nvPr>
            <p:ph type="subTitle" idx="1"/>
          </p:nvPr>
        </p:nvSpPr>
        <p:spPr>
          <a:xfrm>
            <a:off x="1251275" y="3874950"/>
            <a:ext cx="9932700" cy="1514400"/>
          </a:xfrm>
          <a:prstGeom prst="rect">
            <a:avLst/>
          </a:prstGeom>
        </p:spPr>
        <p:txBody>
          <a:bodyPr spcFirstLastPara="1" wrap="square" lIns="91425" tIns="45700" rIns="91425" bIns="45700" anchor="ctr" anchorCtr="0">
            <a:noAutofit/>
          </a:bodyPr>
          <a:lstStyle/>
          <a:p>
            <a:pPr marL="0" lvl="0" indent="0" algn="ctr" rtl="0">
              <a:spcBef>
                <a:spcPts val="1200"/>
              </a:spcBef>
              <a:spcAft>
                <a:spcPts val="0"/>
              </a:spcAft>
              <a:buNone/>
            </a:pPr>
            <a:r>
              <a:rPr lang="en-US"/>
              <a:t>Title Goes Here</a:t>
            </a:r>
            <a:endParaRPr/>
          </a:p>
        </p:txBody>
      </p:sp>
      <p:sp>
        <p:nvSpPr>
          <p:cNvPr id="302" name="Google Shape;302;p38"/>
          <p:cNvSpPr txBox="1">
            <a:spLocks noGrp="1"/>
          </p:cNvSpPr>
          <p:nvPr>
            <p:ph type="subTitle" idx="2"/>
          </p:nvPr>
        </p:nvSpPr>
        <p:spPr>
          <a:xfrm>
            <a:off x="1169775" y="4901312"/>
            <a:ext cx="9932700" cy="1514400"/>
          </a:xfrm>
          <a:prstGeom prst="rect">
            <a:avLst/>
          </a:prstGeom>
        </p:spPr>
        <p:txBody>
          <a:bodyPr spcFirstLastPara="1" wrap="square" lIns="91425" tIns="45700" rIns="91425" bIns="45700" anchor="ctr" anchorCtr="0">
            <a:noAutofit/>
          </a:bodyPr>
          <a:lstStyle/>
          <a:p>
            <a:pPr marL="0" lvl="0" indent="0" algn="ctr" rtl="0">
              <a:spcBef>
                <a:spcPts val="1200"/>
              </a:spcBef>
              <a:spcAft>
                <a:spcPts val="0"/>
              </a:spcAft>
              <a:buNone/>
            </a:pPr>
            <a:r>
              <a:rPr lang="en-US"/>
              <a:t>Subtitle Goes Here</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07"/>
        <p:cNvGrpSpPr/>
        <p:nvPr/>
      </p:nvGrpSpPr>
      <p:grpSpPr>
        <a:xfrm>
          <a:off x="0" y="0"/>
          <a:ext cx="0" cy="0"/>
          <a:chOff x="0" y="0"/>
          <a:chExt cx="0" cy="0"/>
        </a:xfrm>
      </p:grpSpPr>
      <p:sp>
        <p:nvSpPr>
          <p:cNvPr id="308" name="Google Shape;308;p39"/>
          <p:cNvSpPr txBox="1">
            <a:spLocks noGrp="1"/>
          </p:cNvSpPr>
          <p:nvPr>
            <p:ph type="title"/>
          </p:nvPr>
        </p:nvSpPr>
        <p:spPr>
          <a:xfrm>
            <a:off x="5010575" y="3497750"/>
            <a:ext cx="8218500" cy="862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Extras</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313"/>
        <p:cNvGrpSpPr/>
        <p:nvPr/>
      </p:nvGrpSpPr>
      <p:grpSpPr>
        <a:xfrm>
          <a:off x="0" y="0"/>
          <a:ext cx="0" cy="0"/>
          <a:chOff x="0" y="0"/>
          <a:chExt cx="0" cy="0"/>
        </a:xfrm>
      </p:grpSpPr>
      <p:sp>
        <p:nvSpPr>
          <p:cNvPr id="314" name="Google Shape;314;p40"/>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100"/>
              <a:t>33</a:t>
            </a:fld>
            <a:endParaRPr sz="1100"/>
          </a:p>
        </p:txBody>
      </p:sp>
      <p:sp>
        <p:nvSpPr>
          <p:cNvPr id="315" name="Google Shape;315;p40"/>
          <p:cNvSpPr/>
          <p:nvPr/>
        </p:nvSpPr>
        <p:spPr>
          <a:xfrm>
            <a:off x="7784500" y="1302000"/>
            <a:ext cx="3870000" cy="4245900"/>
          </a:xfrm>
          <a:prstGeom prst="roundRect">
            <a:avLst>
              <a:gd name="adj" fmla="val 7771"/>
            </a:avLst>
          </a:prstGeom>
          <a:solidFill>
            <a:srgbClr val="0E1A5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a:p>
            <a:pPr marL="0" lvl="0" indent="0" algn="l" rtl="0">
              <a:spcBef>
                <a:spcPts val="0"/>
              </a:spcBef>
              <a:spcAft>
                <a:spcPts val="0"/>
              </a:spcAft>
              <a:buNone/>
            </a:pPr>
            <a:endParaRPr sz="1900"/>
          </a:p>
          <a:p>
            <a:pPr marL="0" lvl="0" indent="0" algn="l" rtl="0">
              <a:spcBef>
                <a:spcPts val="0"/>
              </a:spcBef>
              <a:spcAft>
                <a:spcPts val="0"/>
              </a:spcAft>
              <a:buNone/>
            </a:pPr>
            <a:endParaRPr sz="1900"/>
          </a:p>
          <a:p>
            <a:pPr marL="0" lvl="0" indent="0" algn="l" rtl="0">
              <a:spcBef>
                <a:spcPts val="0"/>
              </a:spcBef>
              <a:spcAft>
                <a:spcPts val="0"/>
              </a:spcAft>
              <a:buNone/>
            </a:pPr>
            <a:endParaRPr sz="1900"/>
          </a:p>
        </p:txBody>
      </p:sp>
      <p:sp>
        <p:nvSpPr>
          <p:cNvPr id="316" name="Google Shape;316;p40"/>
          <p:cNvSpPr txBox="1"/>
          <p:nvPr/>
        </p:nvSpPr>
        <p:spPr>
          <a:xfrm>
            <a:off x="8185540" y="2095482"/>
            <a:ext cx="3315300" cy="8163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b="1">
                <a:solidFill>
                  <a:srgbClr val="FFFFFF"/>
                </a:solidFill>
                <a:latin typeface="Poppins"/>
                <a:ea typeface="Poppins"/>
                <a:cs typeface="Poppins"/>
                <a:sym typeface="Poppins"/>
              </a:rPr>
              <a:t>Poppins Bold 24</a:t>
            </a:r>
            <a:endParaRPr sz="2400">
              <a:solidFill>
                <a:srgbClr val="FFFFFF"/>
              </a:solidFill>
              <a:latin typeface="Poppins"/>
              <a:ea typeface="Poppins"/>
              <a:cs typeface="Poppins"/>
              <a:sym typeface="Poppins"/>
            </a:endParaRPr>
          </a:p>
        </p:txBody>
      </p:sp>
      <p:sp>
        <p:nvSpPr>
          <p:cNvPr id="317" name="Google Shape;317;p40"/>
          <p:cNvSpPr txBox="1"/>
          <p:nvPr/>
        </p:nvSpPr>
        <p:spPr>
          <a:xfrm>
            <a:off x="8185540" y="2816874"/>
            <a:ext cx="3315300" cy="1525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2100"/>
              </a:spcAft>
              <a:buNone/>
            </a:pPr>
            <a:r>
              <a:rPr lang="en-US" sz="1600">
                <a:solidFill>
                  <a:srgbClr val="FFFFFF"/>
                </a:solidFill>
                <a:latin typeface="Poppins"/>
                <a:ea typeface="Poppins"/>
                <a:cs typeface="Poppins"/>
                <a:sym typeface="Poppins"/>
              </a:rPr>
              <a:t>Poppins Normal 16</a:t>
            </a:r>
            <a:endParaRPr sz="1600" b="1">
              <a:solidFill>
                <a:srgbClr val="FFFFFF"/>
              </a:solidFill>
              <a:latin typeface="Poppins"/>
              <a:ea typeface="Poppins"/>
              <a:cs typeface="Poppins"/>
              <a:sym typeface="Poppins"/>
            </a:endParaRPr>
          </a:p>
        </p:txBody>
      </p:sp>
      <p:sp>
        <p:nvSpPr>
          <p:cNvPr id="318" name="Google Shape;318;p40"/>
          <p:cNvSpPr/>
          <p:nvPr/>
        </p:nvSpPr>
        <p:spPr>
          <a:xfrm flipH="1">
            <a:off x="3974094" y="739275"/>
            <a:ext cx="2971800" cy="2612400"/>
          </a:xfrm>
          <a:prstGeom prst="round2DiagRect">
            <a:avLst>
              <a:gd name="adj1" fmla="val 0"/>
              <a:gd name="adj2" fmla="val 17764"/>
            </a:avLst>
          </a:prstGeom>
          <a:solidFill>
            <a:srgbClr val="A86FE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500">
              <a:latin typeface="Poppins"/>
              <a:ea typeface="Poppins"/>
              <a:cs typeface="Poppins"/>
              <a:sym typeface="Poppins"/>
            </a:endParaRPr>
          </a:p>
        </p:txBody>
      </p:sp>
      <p:sp>
        <p:nvSpPr>
          <p:cNvPr id="319" name="Google Shape;319;p40"/>
          <p:cNvSpPr txBox="1"/>
          <p:nvPr/>
        </p:nvSpPr>
        <p:spPr>
          <a:xfrm>
            <a:off x="4271650" y="1142875"/>
            <a:ext cx="2551800" cy="7653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700" b="1">
                <a:solidFill>
                  <a:srgbClr val="FFFFFF"/>
                </a:solidFill>
                <a:latin typeface="Poppins"/>
                <a:ea typeface="Poppins"/>
                <a:cs typeface="Poppins"/>
                <a:sym typeface="Poppins"/>
              </a:rPr>
              <a:t>Poppins Bold Size 17</a:t>
            </a:r>
            <a:endParaRPr sz="1700" b="1">
              <a:solidFill>
                <a:srgbClr val="FFFFFF"/>
              </a:solidFill>
              <a:latin typeface="Poppins"/>
              <a:ea typeface="Poppins"/>
              <a:cs typeface="Poppins"/>
              <a:sym typeface="Poppins"/>
            </a:endParaRPr>
          </a:p>
        </p:txBody>
      </p:sp>
      <p:sp>
        <p:nvSpPr>
          <p:cNvPr id="320" name="Google Shape;320;p40"/>
          <p:cNvSpPr txBox="1"/>
          <p:nvPr/>
        </p:nvSpPr>
        <p:spPr>
          <a:xfrm>
            <a:off x="4347850" y="1908403"/>
            <a:ext cx="2218500" cy="4524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200">
                <a:solidFill>
                  <a:srgbClr val="FFFFFF"/>
                </a:solidFill>
                <a:latin typeface="Poppins"/>
                <a:ea typeface="Poppins"/>
                <a:cs typeface="Poppins"/>
                <a:sym typeface="Poppins"/>
              </a:rPr>
              <a:t>Poppins Normal 12</a:t>
            </a: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0"/>
              </a:spcAft>
              <a:buNone/>
            </a:pP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2100"/>
              </a:spcAft>
              <a:buNone/>
            </a:pPr>
            <a:endParaRPr sz="1200">
              <a:solidFill>
                <a:srgbClr val="FFFFFF"/>
              </a:solidFill>
              <a:latin typeface="Poppins"/>
              <a:ea typeface="Poppins"/>
              <a:cs typeface="Poppins"/>
              <a:sym typeface="Poppins"/>
            </a:endParaRPr>
          </a:p>
        </p:txBody>
      </p:sp>
      <p:sp>
        <p:nvSpPr>
          <p:cNvPr id="321" name="Google Shape;321;p40"/>
          <p:cNvSpPr/>
          <p:nvPr/>
        </p:nvSpPr>
        <p:spPr>
          <a:xfrm rot="10800000">
            <a:off x="857050" y="739160"/>
            <a:ext cx="2971800" cy="2612400"/>
          </a:xfrm>
          <a:prstGeom prst="round2DiagRect">
            <a:avLst>
              <a:gd name="adj1" fmla="val 0"/>
              <a:gd name="adj2" fmla="val 17764"/>
            </a:avLst>
          </a:prstGeom>
          <a:solidFill>
            <a:srgbClr val="774FA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500">
              <a:latin typeface="Poppins"/>
              <a:ea typeface="Poppins"/>
              <a:cs typeface="Poppins"/>
              <a:sym typeface="Poppins"/>
            </a:endParaRPr>
          </a:p>
        </p:txBody>
      </p:sp>
      <p:sp>
        <p:nvSpPr>
          <p:cNvPr id="322" name="Google Shape;322;p40"/>
          <p:cNvSpPr/>
          <p:nvPr/>
        </p:nvSpPr>
        <p:spPr>
          <a:xfrm flipH="1">
            <a:off x="857050" y="3498015"/>
            <a:ext cx="2971800" cy="2612400"/>
          </a:xfrm>
          <a:prstGeom prst="round2DiagRect">
            <a:avLst>
              <a:gd name="adj1" fmla="val 0"/>
              <a:gd name="adj2" fmla="val 17764"/>
            </a:avLst>
          </a:prstGeom>
          <a:solidFill>
            <a:srgbClr val="A86FE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500">
              <a:latin typeface="Poppins"/>
              <a:ea typeface="Poppins"/>
              <a:cs typeface="Poppins"/>
              <a:sym typeface="Poppins"/>
            </a:endParaRPr>
          </a:p>
        </p:txBody>
      </p:sp>
      <p:sp>
        <p:nvSpPr>
          <p:cNvPr id="323" name="Google Shape;323;p40"/>
          <p:cNvSpPr/>
          <p:nvPr/>
        </p:nvSpPr>
        <p:spPr>
          <a:xfrm rot="10800000">
            <a:off x="3974094" y="3497901"/>
            <a:ext cx="2971800" cy="2612400"/>
          </a:xfrm>
          <a:prstGeom prst="round2DiagRect">
            <a:avLst>
              <a:gd name="adj1" fmla="val 0"/>
              <a:gd name="adj2" fmla="val 17764"/>
            </a:avLst>
          </a:prstGeom>
          <a:solidFill>
            <a:srgbClr val="774FA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500">
              <a:latin typeface="Poppins"/>
              <a:ea typeface="Poppins"/>
              <a:cs typeface="Poppins"/>
              <a:sym typeface="Poppins"/>
            </a:endParaRPr>
          </a:p>
        </p:txBody>
      </p:sp>
      <p:sp>
        <p:nvSpPr>
          <p:cNvPr id="324" name="Google Shape;324;p40"/>
          <p:cNvSpPr/>
          <p:nvPr/>
        </p:nvSpPr>
        <p:spPr>
          <a:xfrm>
            <a:off x="3523887" y="3024408"/>
            <a:ext cx="762000" cy="816300"/>
          </a:xfrm>
          <a:prstGeom prst="ellipse">
            <a:avLst/>
          </a:prstGeom>
          <a:solidFill>
            <a:srgbClr val="FFFFFF"/>
          </a:solidFill>
          <a:ln w="76200" cap="flat" cmpd="sng">
            <a:solidFill>
              <a:srgbClr val="F0B336"/>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600"/>
          </a:p>
        </p:txBody>
      </p:sp>
      <p:sp>
        <p:nvSpPr>
          <p:cNvPr id="325" name="Google Shape;325;p40"/>
          <p:cNvSpPr/>
          <p:nvPr/>
        </p:nvSpPr>
        <p:spPr>
          <a:xfrm>
            <a:off x="3663117" y="3173557"/>
            <a:ext cx="483600" cy="518100"/>
          </a:xfrm>
          <a:prstGeom prst="mathPlus">
            <a:avLst>
              <a:gd name="adj1" fmla="val 9900"/>
            </a:avLst>
          </a:prstGeom>
          <a:solidFill>
            <a:srgbClr val="F0B336"/>
          </a:solidFill>
          <a:ln w="9525" cap="flat" cmpd="sng">
            <a:solidFill>
              <a:srgbClr val="F0B336"/>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600"/>
          </a:p>
        </p:txBody>
      </p:sp>
      <p:grpSp>
        <p:nvGrpSpPr>
          <p:cNvPr id="326" name="Google Shape;326;p40"/>
          <p:cNvGrpSpPr/>
          <p:nvPr/>
        </p:nvGrpSpPr>
        <p:grpSpPr>
          <a:xfrm>
            <a:off x="6899648" y="3020529"/>
            <a:ext cx="762000" cy="822900"/>
            <a:chOff x="6671048" y="3020529"/>
            <a:chExt cx="762000" cy="822900"/>
          </a:xfrm>
        </p:grpSpPr>
        <p:sp>
          <p:nvSpPr>
            <p:cNvPr id="327" name="Google Shape;327;p40"/>
            <p:cNvSpPr/>
            <p:nvPr/>
          </p:nvSpPr>
          <p:spPr>
            <a:xfrm>
              <a:off x="6671048" y="3020529"/>
              <a:ext cx="762000" cy="822900"/>
            </a:xfrm>
            <a:prstGeom prst="ellipse">
              <a:avLst/>
            </a:prstGeom>
            <a:solidFill>
              <a:srgbClr val="F0B33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28" name="Google Shape;328;p40"/>
            <p:cNvSpPr txBox="1"/>
            <p:nvPr/>
          </p:nvSpPr>
          <p:spPr>
            <a:xfrm>
              <a:off x="6775275" y="3154951"/>
              <a:ext cx="483600" cy="518100"/>
            </a:xfrm>
            <a:prstGeom prst="rect">
              <a:avLst/>
            </a:prstGeom>
            <a:solidFill>
              <a:srgbClr val="F0B3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6000">
                  <a:solidFill>
                    <a:srgbClr val="FFFFFF"/>
                  </a:solidFill>
                  <a:latin typeface="Calibri"/>
                  <a:ea typeface="Calibri"/>
                  <a:cs typeface="Calibri"/>
                  <a:sym typeface="Calibri"/>
                </a:rPr>
                <a:t>=</a:t>
              </a:r>
              <a:endParaRPr sz="6000">
                <a:solidFill>
                  <a:srgbClr val="FFFFFF"/>
                </a:solidFill>
                <a:latin typeface="Calibri"/>
                <a:ea typeface="Calibri"/>
                <a:cs typeface="Calibri"/>
                <a:sym typeface="Calibri"/>
              </a:endParaRPr>
            </a:p>
          </p:txBody>
        </p:sp>
      </p:grpSp>
      <p:sp>
        <p:nvSpPr>
          <p:cNvPr id="329" name="Google Shape;329;p40"/>
          <p:cNvSpPr txBox="1"/>
          <p:nvPr/>
        </p:nvSpPr>
        <p:spPr>
          <a:xfrm>
            <a:off x="1157451" y="1225800"/>
            <a:ext cx="2429400" cy="6519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700" b="1">
                <a:solidFill>
                  <a:schemeClr val="lt1"/>
                </a:solidFill>
                <a:latin typeface="Poppins"/>
                <a:ea typeface="Poppins"/>
                <a:cs typeface="Poppins"/>
                <a:sym typeface="Poppins"/>
              </a:rPr>
              <a:t>Poppins Bold Size 17</a:t>
            </a:r>
            <a:endParaRPr sz="1700" b="1">
              <a:solidFill>
                <a:schemeClr val="lt1"/>
              </a:solidFill>
              <a:latin typeface="Poppins"/>
              <a:ea typeface="Poppins"/>
              <a:cs typeface="Poppins"/>
              <a:sym typeface="Poppins"/>
            </a:endParaRPr>
          </a:p>
          <a:p>
            <a:pPr marL="0" lvl="0" indent="0" algn="l" rtl="0">
              <a:spcBef>
                <a:spcPts val="0"/>
              </a:spcBef>
              <a:spcAft>
                <a:spcPts val="0"/>
              </a:spcAft>
              <a:buNone/>
            </a:pPr>
            <a:endParaRPr sz="1700" b="1">
              <a:solidFill>
                <a:srgbClr val="FFFFFF"/>
              </a:solidFill>
              <a:latin typeface="Poppins"/>
              <a:ea typeface="Poppins"/>
              <a:cs typeface="Poppins"/>
              <a:sym typeface="Poppins"/>
            </a:endParaRPr>
          </a:p>
        </p:txBody>
      </p:sp>
      <p:sp>
        <p:nvSpPr>
          <p:cNvPr id="330" name="Google Shape;330;p40"/>
          <p:cNvSpPr txBox="1"/>
          <p:nvPr/>
        </p:nvSpPr>
        <p:spPr>
          <a:xfrm>
            <a:off x="1233650" y="1877866"/>
            <a:ext cx="2218500" cy="12957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200">
                <a:solidFill>
                  <a:srgbClr val="FFFFFF"/>
                </a:solidFill>
                <a:latin typeface="Poppins"/>
                <a:ea typeface="Poppins"/>
                <a:cs typeface="Poppins"/>
                <a:sym typeface="Poppins"/>
              </a:rPr>
              <a:t>Poppins Normal 12</a:t>
            </a: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0"/>
              </a:spcAft>
              <a:buNone/>
            </a:pP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2100"/>
              </a:spcAft>
              <a:buNone/>
            </a:pPr>
            <a:endParaRPr sz="1200">
              <a:solidFill>
                <a:srgbClr val="FFFFFF"/>
              </a:solidFill>
              <a:latin typeface="Poppins"/>
              <a:ea typeface="Poppins"/>
              <a:cs typeface="Poppins"/>
              <a:sym typeface="Poppins"/>
            </a:endParaRPr>
          </a:p>
        </p:txBody>
      </p:sp>
      <p:sp>
        <p:nvSpPr>
          <p:cNvPr id="331" name="Google Shape;331;p40"/>
          <p:cNvSpPr txBox="1"/>
          <p:nvPr/>
        </p:nvSpPr>
        <p:spPr>
          <a:xfrm>
            <a:off x="1157451" y="3987438"/>
            <a:ext cx="2429400" cy="7653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700" b="1">
                <a:solidFill>
                  <a:schemeClr val="lt1"/>
                </a:solidFill>
                <a:latin typeface="Poppins"/>
                <a:ea typeface="Poppins"/>
                <a:cs typeface="Poppins"/>
                <a:sym typeface="Poppins"/>
              </a:rPr>
              <a:t>Poppins Bold Size 17</a:t>
            </a:r>
            <a:endParaRPr sz="1700" b="1">
              <a:solidFill>
                <a:schemeClr val="lt1"/>
              </a:solidFill>
              <a:latin typeface="Poppins"/>
              <a:ea typeface="Poppins"/>
              <a:cs typeface="Poppins"/>
              <a:sym typeface="Poppins"/>
            </a:endParaRPr>
          </a:p>
          <a:p>
            <a:pPr marL="0" lvl="0" indent="0" algn="l" rtl="0">
              <a:spcBef>
                <a:spcPts val="0"/>
              </a:spcBef>
              <a:spcAft>
                <a:spcPts val="0"/>
              </a:spcAft>
              <a:buNone/>
            </a:pPr>
            <a:endParaRPr sz="1700" b="1">
              <a:solidFill>
                <a:srgbClr val="FFFFFF"/>
              </a:solidFill>
              <a:latin typeface="Poppins"/>
              <a:ea typeface="Poppins"/>
              <a:cs typeface="Poppins"/>
              <a:sym typeface="Poppins"/>
            </a:endParaRPr>
          </a:p>
        </p:txBody>
      </p:sp>
      <p:sp>
        <p:nvSpPr>
          <p:cNvPr id="332" name="Google Shape;332;p40"/>
          <p:cNvSpPr txBox="1"/>
          <p:nvPr/>
        </p:nvSpPr>
        <p:spPr>
          <a:xfrm>
            <a:off x="1233638" y="4836682"/>
            <a:ext cx="2218500" cy="8529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200">
                <a:solidFill>
                  <a:srgbClr val="FFFFFF"/>
                </a:solidFill>
                <a:latin typeface="Poppins"/>
                <a:ea typeface="Poppins"/>
                <a:cs typeface="Poppins"/>
                <a:sym typeface="Poppins"/>
              </a:rPr>
              <a:t>Poppins Normal 12</a:t>
            </a: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0"/>
              </a:spcAft>
              <a:buNone/>
            </a:pP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2100"/>
              </a:spcAft>
              <a:buNone/>
            </a:pPr>
            <a:endParaRPr sz="1200">
              <a:solidFill>
                <a:srgbClr val="FFFFFF"/>
              </a:solidFill>
              <a:latin typeface="Poppins"/>
              <a:ea typeface="Poppins"/>
              <a:cs typeface="Poppins"/>
              <a:sym typeface="Poppins"/>
            </a:endParaRPr>
          </a:p>
        </p:txBody>
      </p:sp>
      <p:sp>
        <p:nvSpPr>
          <p:cNvPr id="333" name="Google Shape;333;p40"/>
          <p:cNvSpPr txBox="1"/>
          <p:nvPr/>
        </p:nvSpPr>
        <p:spPr>
          <a:xfrm>
            <a:off x="4271726" y="3994950"/>
            <a:ext cx="2429400" cy="7653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1700" b="1">
                <a:solidFill>
                  <a:schemeClr val="lt1"/>
                </a:solidFill>
                <a:latin typeface="Poppins"/>
                <a:ea typeface="Poppins"/>
                <a:cs typeface="Poppins"/>
                <a:sym typeface="Poppins"/>
              </a:rPr>
              <a:t>Poppins Bold Size 17</a:t>
            </a:r>
            <a:endParaRPr sz="1700" b="1">
              <a:solidFill>
                <a:schemeClr val="lt1"/>
              </a:solidFill>
              <a:latin typeface="Poppins"/>
              <a:ea typeface="Poppins"/>
              <a:cs typeface="Poppins"/>
              <a:sym typeface="Poppins"/>
            </a:endParaRPr>
          </a:p>
          <a:p>
            <a:pPr marL="0" lvl="0" indent="0" algn="l" rtl="0">
              <a:spcBef>
                <a:spcPts val="0"/>
              </a:spcBef>
              <a:spcAft>
                <a:spcPts val="0"/>
              </a:spcAft>
              <a:buNone/>
            </a:pPr>
            <a:endParaRPr sz="1700" b="1">
              <a:solidFill>
                <a:srgbClr val="FFFFFF"/>
              </a:solidFill>
              <a:latin typeface="Poppins"/>
              <a:ea typeface="Poppins"/>
              <a:cs typeface="Poppins"/>
              <a:sym typeface="Poppins"/>
            </a:endParaRPr>
          </a:p>
        </p:txBody>
      </p:sp>
      <p:sp>
        <p:nvSpPr>
          <p:cNvPr id="334" name="Google Shape;334;p40"/>
          <p:cNvSpPr txBox="1"/>
          <p:nvPr/>
        </p:nvSpPr>
        <p:spPr>
          <a:xfrm>
            <a:off x="4271725" y="4760478"/>
            <a:ext cx="2218500" cy="5181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200">
                <a:solidFill>
                  <a:srgbClr val="FFFFFF"/>
                </a:solidFill>
                <a:latin typeface="Poppins"/>
                <a:ea typeface="Poppins"/>
                <a:cs typeface="Poppins"/>
                <a:sym typeface="Poppins"/>
              </a:rPr>
              <a:t>Poppins Normal 12</a:t>
            </a: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0"/>
              </a:spcAft>
              <a:buNone/>
            </a:pPr>
            <a:endParaRPr sz="1200">
              <a:solidFill>
                <a:srgbClr val="FFFFFF"/>
              </a:solidFill>
              <a:latin typeface="Poppins"/>
              <a:ea typeface="Poppins"/>
              <a:cs typeface="Poppins"/>
              <a:sym typeface="Poppins"/>
            </a:endParaRPr>
          </a:p>
          <a:p>
            <a:pPr marL="0" lvl="0" indent="0" algn="l" rtl="0">
              <a:lnSpc>
                <a:spcPct val="115000"/>
              </a:lnSpc>
              <a:spcBef>
                <a:spcPts val="2100"/>
              </a:spcBef>
              <a:spcAft>
                <a:spcPts val="2100"/>
              </a:spcAft>
              <a:buNone/>
            </a:pPr>
            <a:endParaRPr sz="1200">
              <a:solidFill>
                <a:srgbClr val="FFFFFF"/>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339"/>
        <p:cNvGrpSpPr/>
        <p:nvPr/>
      </p:nvGrpSpPr>
      <p:grpSpPr>
        <a:xfrm>
          <a:off x="0" y="0"/>
          <a:ext cx="0" cy="0"/>
          <a:chOff x="0" y="0"/>
          <a:chExt cx="0" cy="0"/>
        </a:xfrm>
      </p:grpSpPr>
      <p:sp>
        <p:nvSpPr>
          <p:cNvPr id="340" name="Google Shape;340;p41"/>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100"/>
              <a:t>34</a:t>
            </a:fld>
            <a:endParaRPr sz="1100"/>
          </a:p>
        </p:txBody>
      </p:sp>
      <p:sp>
        <p:nvSpPr>
          <p:cNvPr id="341" name="Google Shape;341;p41"/>
          <p:cNvSpPr/>
          <p:nvPr/>
        </p:nvSpPr>
        <p:spPr>
          <a:xfrm>
            <a:off x="1001300" y="2134975"/>
            <a:ext cx="2413800" cy="15102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1"/>
          <p:cNvSpPr/>
          <p:nvPr/>
        </p:nvSpPr>
        <p:spPr>
          <a:xfrm>
            <a:off x="1075575" y="4515600"/>
            <a:ext cx="2413800" cy="15102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1"/>
          <p:cNvSpPr/>
          <p:nvPr/>
        </p:nvSpPr>
        <p:spPr>
          <a:xfrm>
            <a:off x="8861200" y="2134975"/>
            <a:ext cx="2413800" cy="1510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 name="Google Shape;344;p41"/>
          <p:cNvSpPr/>
          <p:nvPr/>
        </p:nvSpPr>
        <p:spPr>
          <a:xfrm>
            <a:off x="8861200" y="4515600"/>
            <a:ext cx="2413800" cy="15102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1"/>
          <p:cNvSpPr txBox="1"/>
          <p:nvPr/>
        </p:nvSpPr>
        <p:spPr>
          <a:xfrm>
            <a:off x="1205450" y="2582275"/>
            <a:ext cx="2005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lt1"/>
                </a:solidFill>
                <a:latin typeface="Poppins"/>
                <a:ea typeface="Poppins"/>
                <a:cs typeface="Poppins"/>
                <a:sym typeface="Poppins"/>
              </a:rPr>
              <a:t>Poppins Normal size 13</a:t>
            </a:r>
            <a:endParaRPr>
              <a:solidFill>
                <a:schemeClr val="lt1"/>
              </a:solidFill>
              <a:latin typeface="Poppins"/>
              <a:ea typeface="Poppins"/>
              <a:cs typeface="Poppins"/>
              <a:sym typeface="Poppins"/>
            </a:endParaRPr>
          </a:p>
        </p:txBody>
      </p:sp>
      <p:sp>
        <p:nvSpPr>
          <p:cNvPr id="346" name="Google Shape;346;p41"/>
          <p:cNvSpPr txBox="1"/>
          <p:nvPr/>
        </p:nvSpPr>
        <p:spPr>
          <a:xfrm>
            <a:off x="1279725" y="4962900"/>
            <a:ext cx="2005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lt1"/>
                </a:solidFill>
                <a:latin typeface="Poppins"/>
                <a:ea typeface="Poppins"/>
                <a:cs typeface="Poppins"/>
                <a:sym typeface="Poppins"/>
              </a:rPr>
              <a:t>Poppins Normal size 13</a:t>
            </a:r>
            <a:endParaRPr>
              <a:solidFill>
                <a:schemeClr val="lt1"/>
              </a:solidFill>
              <a:latin typeface="Poppins"/>
              <a:ea typeface="Poppins"/>
              <a:cs typeface="Poppins"/>
              <a:sym typeface="Poppins"/>
            </a:endParaRPr>
          </a:p>
        </p:txBody>
      </p:sp>
      <p:sp>
        <p:nvSpPr>
          <p:cNvPr id="347" name="Google Shape;347;p41"/>
          <p:cNvSpPr txBox="1"/>
          <p:nvPr/>
        </p:nvSpPr>
        <p:spPr>
          <a:xfrm>
            <a:off x="9065350" y="2582275"/>
            <a:ext cx="2005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lt1"/>
                </a:solidFill>
                <a:latin typeface="Poppins"/>
                <a:ea typeface="Poppins"/>
                <a:cs typeface="Poppins"/>
                <a:sym typeface="Poppins"/>
              </a:rPr>
              <a:t>Poppins Normal size 13</a:t>
            </a:r>
            <a:endParaRPr>
              <a:solidFill>
                <a:schemeClr val="lt1"/>
              </a:solidFill>
              <a:latin typeface="Poppins"/>
              <a:ea typeface="Poppins"/>
              <a:cs typeface="Poppins"/>
              <a:sym typeface="Poppins"/>
            </a:endParaRPr>
          </a:p>
        </p:txBody>
      </p:sp>
      <p:sp>
        <p:nvSpPr>
          <p:cNvPr id="348" name="Google Shape;348;p41"/>
          <p:cNvSpPr/>
          <p:nvPr/>
        </p:nvSpPr>
        <p:spPr>
          <a:xfrm>
            <a:off x="4889100" y="2549225"/>
            <a:ext cx="2413800" cy="15102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1"/>
          <p:cNvSpPr/>
          <p:nvPr/>
        </p:nvSpPr>
        <p:spPr>
          <a:xfrm>
            <a:off x="4889100" y="4982700"/>
            <a:ext cx="2413800" cy="15102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1"/>
          <p:cNvSpPr txBox="1"/>
          <p:nvPr/>
        </p:nvSpPr>
        <p:spPr>
          <a:xfrm>
            <a:off x="5093250" y="2996525"/>
            <a:ext cx="2005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lt1"/>
                </a:solidFill>
                <a:latin typeface="Poppins"/>
                <a:ea typeface="Poppins"/>
                <a:cs typeface="Poppins"/>
                <a:sym typeface="Poppins"/>
              </a:rPr>
              <a:t>Poppins Normal size 13</a:t>
            </a:r>
            <a:endParaRPr>
              <a:solidFill>
                <a:schemeClr val="lt1"/>
              </a:solidFill>
              <a:latin typeface="Poppins"/>
              <a:ea typeface="Poppins"/>
              <a:cs typeface="Poppins"/>
              <a:sym typeface="Poppins"/>
            </a:endParaRPr>
          </a:p>
        </p:txBody>
      </p:sp>
      <p:sp>
        <p:nvSpPr>
          <p:cNvPr id="351" name="Google Shape;351;p41"/>
          <p:cNvSpPr txBox="1"/>
          <p:nvPr/>
        </p:nvSpPr>
        <p:spPr>
          <a:xfrm>
            <a:off x="5093250" y="5430000"/>
            <a:ext cx="2005500" cy="61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chemeClr val="lt1"/>
                </a:solidFill>
                <a:latin typeface="Poppins"/>
                <a:ea typeface="Poppins"/>
                <a:cs typeface="Poppins"/>
                <a:sym typeface="Poppins"/>
              </a:rPr>
              <a:t>Poppins Normal size 13</a:t>
            </a:r>
            <a:endParaRPr>
              <a:solidFill>
                <a:schemeClr val="lt1"/>
              </a:solidFill>
              <a:latin typeface="Poppins"/>
              <a:ea typeface="Poppins"/>
              <a:cs typeface="Poppins"/>
              <a:sym typeface="Poppins"/>
            </a:endParaRPr>
          </a:p>
        </p:txBody>
      </p:sp>
      <p:sp>
        <p:nvSpPr>
          <p:cNvPr id="352" name="Google Shape;352;p41"/>
          <p:cNvSpPr txBox="1"/>
          <p:nvPr/>
        </p:nvSpPr>
        <p:spPr>
          <a:xfrm>
            <a:off x="9065350" y="4962900"/>
            <a:ext cx="2005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lt1"/>
                </a:solidFill>
                <a:latin typeface="Poppins"/>
                <a:ea typeface="Poppins"/>
                <a:cs typeface="Poppins"/>
                <a:sym typeface="Poppins"/>
              </a:rPr>
              <a:t>Poppins Normal size 13</a:t>
            </a:r>
            <a:endParaRPr>
              <a:solidFill>
                <a:schemeClr val="lt1"/>
              </a:solidFill>
              <a:latin typeface="Poppins"/>
              <a:ea typeface="Poppins"/>
              <a:cs typeface="Poppins"/>
              <a:sym typeface="Poppins"/>
            </a:endParaRPr>
          </a:p>
        </p:txBody>
      </p:sp>
      <p:sp>
        <p:nvSpPr>
          <p:cNvPr id="353" name="Google Shape;353;p41"/>
          <p:cNvSpPr txBox="1">
            <a:spLocks noGrp="1"/>
          </p:cNvSpPr>
          <p:nvPr>
            <p:ph type="title"/>
          </p:nvPr>
        </p:nvSpPr>
        <p:spPr>
          <a:xfrm>
            <a:off x="1091702" y="530353"/>
            <a:ext cx="10092900" cy="862800"/>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a:t>Title here -Poppins Medium Size 34</a:t>
            </a:r>
            <a:endParaRPr/>
          </a:p>
        </p:txBody>
      </p:sp>
      <p:sp>
        <p:nvSpPr>
          <p:cNvPr id="354" name="Google Shape;354;p41"/>
          <p:cNvSpPr txBox="1"/>
          <p:nvPr/>
        </p:nvSpPr>
        <p:spPr>
          <a:xfrm>
            <a:off x="1344298" y="1271200"/>
            <a:ext cx="927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800">
                <a:solidFill>
                  <a:schemeClr val="accent3"/>
                </a:solidFill>
                <a:latin typeface="Poppins SemiBold"/>
                <a:ea typeface="Poppins SemiBold"/>
                <a:cs typeface="Poppins SemiBold"/>
                <a:sym typeface="Poppins SemiBold"/>
              </a:rPr>
              <a:t>Subtitle - Poppins Semibold Size 18</a:t>
            </a:r>
            <a:endParaRPr sz="1800">
              <a:solidFill>
                <a:schemeClr val="accent3"/>
              </a:solidFill>
              <a:latin typeface="Poppins SemiBold"/>
              <a:ea typeface="Poppins SemiBold"/>
              <a:cs typeface="Poppins SemiBold"/>
              <a:sym typeface="Poppins Semi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359"/>
        <p:cNvGrpSpPr/>
        <p:nvPr/>
      </p:nvGrpSpPr>
      <p:grpSpPr>
        <a:xfrm>
          <a:off x="0" y="0"/>
          <a:ext cx="0" cy="0"/>
          <a:chOff x="0" y="0"/>
          <a:chExt cx="0" cy="0"/>
        </a:xfrm>
      </p:grpSpPr>
      <p:sp>
        <p:nvSpPr>
          <p:cNvPr id="360" name="Google Shape;360;p42"/>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100"/>
              <a:t>35</a:t>
            </a:fld>
            <a:endParaRPr sz="1100"/>
          </a:p>
        </p:txBody>
      </p:sp>
      <p:grpSp>
        <p:nvGrpSpPr>
          <p:cNvPr id="361" name="Google Shape;361;p42"/>
          <p:cNvGrpSpPr/>
          <p:nvPr/>
        </p:nvGrpSpPr>
        <p:grpSpPr>
          <a:xfrm>
            <a:off x="8281275" y="483485"/>
            <a:ext cx="3424800" cy="5549091"/>
            <a:chOff x="2762500" y="1030120"/>
            <a:chExt cx="3424800" cy="5310135"/>
          </a:xfrm>
        </p:grpSpPr>
        <p:sp>
          <p:nvSpPr>
            <p:cNvPr id="362" name="Google Shape;362;p42"/>
            <p:cNvSpPr/>
            <p:nvPr/>
          </p:nvSpPr>
          <p:spPr>
            <a:xfrm>
              <a:off x="2762500" y="1030120"/>
              <a:ext cx="3424800" cy="456600"/>
            </a:xfrm>
            <a:prstGeom prst="roundRect">
              <a:avLst>
                <a:gd name="adj" fmla="val 16667"/>
              </a:avLst>
            </a:prstGeom>
            <a:solidFill>
              <a:srgbClr val="F0B3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2"/>
            <p:cNvSpPr/>
            <p:nvPr/>
          </p:nvSpPr>
          <p:spPr>
            <a:xfrm rot="10800000">
              <a:off x="2762500" y="1690555"/>
              <a:ext cx="3424800" cy="4649700"/>
            </a:xfrm>
            <a:prstGeom prst="round2SameRect">
              <a:avLst>
                <a:gd name="adj1" fmla="val 5661"/>
                <a:gd name="adj2" fmla="val 0"/>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 name="Google Shape;364;p42"/>
          <p:cNvSpPr txBox="1"/>
          <p:nvPr/>
        </p:nvSpPr>
        <p:spPr>
          <a:xfrm>
            <a:off x="8493675" y="444547"/>
            <a:ext cx="30000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600"/>
              </a:spcAft>
              <a:buNone/>
            </a:pPr>
            <a:r>
              <a:rPr lang="en-US" sz="2500" b="1">
                <a:solidFill>
                  <a:schemeClr val="lt1"/>
                </a:solidFill>
                <a:latin typeface="Poppins"/>
                <a:ea typeface="Poppins"/>
                <a:cs typeface="Poppins"/>
                <a:sym typeface="Poppins"/>
              </a:rPr>
              <a:t>Title</a:t>
            </a:r>
            <a:endParaRPr sz="2500" b="1">
              <a:solidFill>
                <a:srgbClr val="FFFFFF"/>
              </a:solidFill>
              <a:latin typeface="Poppins"/>
              <a:ea typeface="Poppins"/>
              <a:cs typeface="Poppins"/>
              <a:sym typeface="Poppins"/>
            </a:endParaRPr>
          </a:p>
        </p:txBody>
      </p:sp>
      <p:sp>
        <p:nvSpPr>
          <p:cNvPr id="365" name="Google Shape;365;p42"/>
          <p:cNvSpPr/>
          <p:nvPr/>
        </p:nvSpPr>
        <p:spPr>
          <a:xfrm>
            <a:off x="8281275" y="1101404"/>
            <a:ext cx="3424800" cy="273300"/>
          </a:xfrm>
          <a:prstGeom prst="rect">
            <a:avLst/>
          </a:prstGeom>
          <a:solidFill>
            <a:srgbClr val="F0B33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latin typeface="Poppins Medium"/>
                <a:ea typeface="Poppins Medium"/>
                <a:cs typeface="Poppins Medium"/>
                <a:sym typeface="Poppins Medium"/>
              </a:rPr>
              <a:t>Subhead</a:t>
            </a:r>
            <a:endParaRPr sz="1200">
              <a:solidFill>
                <a:schemeClr val="lt1"/>
              </a:solidFill>
              <a:latin typeface="Poppins Medium"/>
              <a:ea typeface="Poppins Medium"/>
              <a:cs typeface="Poppins Medium"/>
              <a:sym typeface="Poppins Medium"/>
            </a:endParaRPr>
          </a:p>
        </p:txBody>
      </p:sp>
      <p:sp>
        <p:nvSpPr>
          <p:cNvPr id="366" name="Google Shape;366;p42"/>
          <p:cNvSpPr/>
          <p:nvPr/>
        </p:nvSpPr>
        <p:spPr>
          <a:xfrm>
            <a:off x="4537300" y="483471"/>
            <a:ext cx="3424800" cy="477000"/>
          </a:xfrm>
          <a:prstGeom prst="roundRect">
            <a:avLst>
              <a:gd name="adj" fmla="val 16667"/>
            </a:avLst>
          </a:prstGeom>
          <a:solidFill>
            <a:srgbClr val="FF7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367" name="Google Shape;367;p42"/>
          <p:cNvSpPr/>
          <p:nvPr/>
        </p:nvSpPr>
        <p:spPr>
          <a:xfrm rot="10800000">
            <a:off x="4537300" y="1118550"/>
            <a:ext cx="3424800" cy="4914000"/>
          </a:xfrm>
          <a:prstGeom prst="round2SameRect">
            <a:avLst>
              <a:gd name="adj1" fmla="val 5661"/>
              <a:gd name="adj2" fmla="val 0"/>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368" name="Google Shape;368;p42"/>
          <p:cNvSpPr txBox="1"/>
          <p:nvPr/>
        </p:nvSpPr>
        <p:spPr>
          <a:xfrm>
            <a:off x="4749700" y="452535"/>
            <a:ext cx="30000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600"/>
              </a:spcAft>
              <a:buNone/>
            </a:pPr>
            <a:r>
              <a:rPr lang="en-US" sz="2500" b="1">
                <a:solidFill>
                  <a:schemeClr val="lt1"/>
                </a:solidFill>
                <a:latin typeface="Poppins"/>
                <a:ea typeface="Poppins"/>
                <a:cs typeface="Poppins"/>
                <a:sym typeface="Poppins"/>
              </a:rPr>
              <a:t>Title</a:t>
            </a:r>
            <a:endParaRPr sz="2500" b="1">
              <a:solidFill>
                <a:srgbClr val="FFFFFF"/>
              </a:solidFill>
              <a:latin typeface="Poppins"/>
              <a:ea typeface="Poppins"/>
              <a:cs typeface="Poppins"/>
              <a:sym typeface="Poppins"/>
            </a:endParaRPr>
          </a:p>
        </p:txBody>
      </p:sp>
      <p:sp>
        <p:nvSpPr>
          <p:cNvPr id="369" name="Google Shape;369;p42"/>
          <p:cNvSpPr/>
          <p:nvPr/>
        </p:nvSpPr>
        <p:spPr>
          <a:xfrm>
            <a:off x="4537300" y="1087309"/>
            <a:ext cx="3424800" cy="266700"/>
          </a:xfrm>
          <a:prstGeom prst="rect">
            <a:avLst/>
          </a:prstGeom>
          <a:solidFill>
            <a:srgbClr val="FF7E1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latin typeface="Poppins Medium"/>
                <a:ea typeface="Poppins Medium"/>
                <a:cs typeface="Poppins Medium"/>
                <a:sym typeface="Poppins Medium"/>
              </a:rPr>
              <a:t>Subhead</a:t>
            </a:r>
            <a:endParaRPr sz="1200">
              <a:solidFill>
                <a:srgbClr val="FFFFFF"/>
              </a:solidFill>
              <a:latin typeface="Poppins Medium"/>
              <a:ea typeface="Poppins Medium"/>
              <a:cs typeface="Poppins Medium"/>
              <a:sym typeface="Poppins Medium"/>
            </a:endParaRPr>
          </a:p>
        </p:txBody>
      </p:sp>
      <p:sp>
        <p:nvSpPr>
          <p:cNvPr id="370" name="Google Shape;370;p42"/>
          <p:cNvSpPr/>
          <p:nvPr/>
        </p:nvSpPr>
        <p:spPr>
          <a:xfrm>
            <a:off x="793325" y="483452"/>
            <a:ext cx="3424800" cy="477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371" name="Google Shape;371;p42"/>
          <p:cNvSpPr/>
          <p:nvPr/>
        </p:nvSpPr>
        <p:spPr>
          <a:xfrm rot="10800000">
            <a:off x="793325" y="1104675"/>
            <a:ext cx="3424800" cy="4927800"/>
          </a:xfrm>
          <a:prstGeom prst="round2SameRect">
            <a:avLst>
              <a:gd name="adj1" fmla="val 5661"/>
              <a:gd name="adj2" fmla="val 0"/>
            </a:avLst>
          </a:prstGeom>
          <a:solidFill>
            <a:srgbClr val="0E1A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372" name="Google Shape;372;p42"/>
          <p:cNvSpPr txBox="1"/>
          <p:nvPr/>
        </p:nvSpPr>
        <p:spPr>
          <a:xfrm>
            <a:off x="2102592" y="1326490"/>
            <a:ext cx="969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Poppins"/>
              <a:ea typeface="Poppins"/>
              <a:cs typeface="Poppins"/>
              <a:sym typeface="Poppins"/>
            </a:endParaRPr>
          </a:p>
        </p:txBody>
      </p:sp>
      <p:sp>
        <p:nvSpPr>
          <p:cNvPr id="373" name="Google Shape;373;p42"/>
          <p:cNvSpPr txBox="1"/>
          <p:nvPr/>
        </p:nvSpPr>
        <p:spPr>
          <a:xfrm>
            <a:off x="974077" y="1658963"/>
            <a:ext cx="3063300" cy="336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a:solidFill>
                  <a:srgbClr val="FFFFFF"/>
                </a:solidFill>
                <a:latin typeface="Poppins"/>
                <a:ea typeface="Poppins"/>
                <a:cs typeface="Poppins"/>
                <a:sym typeface="Poppins"/>
              </a:rPr>
              <a:t>Poppins Normal size 13</a:t>
            </a:r>
            <a:endParaRPr sz="1300">
              <a:solidFill>
                <a:srgbClr val="FFFFFF"/>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endParaRPr sz="1300">
              <a:solidFill>
                <a:schemeClr val="lt1"/>
              </a:solidFill>
              <a:latin typeface="Poppins"/>
              <a:ea typeface="Poppins"/>
              <a:cs typeface="Poppins"/>
              <a:sym typeface="Poppins"/>
            </a:endParaRPr>
          </a:p>
          <a:p>
            <a:pPr marL="457200" lvl="0" indent="-311150" algn="l" rtl="0">
              <a:spcBef>
                <a:spcPts val="6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1000"/>
              </a:spcBef>
              <a:spcAft>
                <a:spcPts val="600"/>
              </a:spcAft>
              <a:buNone/>
            </a:pPr>
            <a:endParaRPr sz="1300">
              <a:solidFill>
                <a:srgbClr val="FFFFFF"/>
              </a:solidFill>
              <a:latin typeface="Poppins"/>
              <a:ea typeface="Poppins"/>
              <a:cs typeface="Poppins"/>
              <a:sym typeface="Poppins"/>
            </a:endParaRPr>
          </a:p>
        </p:txBody>
      </p:sp>
      <p:sp>
        <p:nvSpPr>
          <p:cNvPr id="374" name="Google Shape;374;p42"/>
          <p:cNvSpPr txBox="1"/>
          <p:nvPr/>
        </p:nvSpPr>
        <p:spPr>
          <a:xfrm>
            <a:off x="1005725" y="444548"/>
            <a:ext cx="30000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600"/>
              </a:spcAft>
              <a:buNone/>
            </a:pPr>
            <a:r>
              <a:rPr lang="en-US" sz="2500" b="1">
                <a:solidFill>
                  <a:srgbClr val="FFFFFF"/>
                </a:solidFill>
                <a:latin typeface="Poppins"/>
                <a:ea typeface="Poppins"/>
                <a:cs typeface="Poppins"/>
                <a:sym typeface="Poppins"/>
              </a:rPr>
              <a:t>Title</a:t>
            </a:r>
            <a:endParaRPr sz="1900" b="1">
              <a:solidFill>
                <a:srgbClr val="FFFFFF"/>
              </a:solidFill>
              <a:latin typeface="Poppins"/>
              <a:ea typeface="Poppins"/>
              <a:cs typeface="Poppins"/>
              <a:sym typeface="Poppins"/>
            </a:endParaRPr>
          </a:p>
        </p:txBody>
      </p:sp>
      <p:sp>
        <p:nvSpPr>
          <p:cNvPr id="375" name="Google Shape;375;p42"/>
          <p:cNvSpPr/>
          <p:nvPr/>
        </p:nvSpPr>
        <p:spPr>
          <a:xfrm>
            <a:off x="793325" y="1101405"/>
            <a:ext cx="3424800" cy="273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latin typeface="Poppins Medium"/>
                <a:ea typeface="Poppins Medium"/>
                <a:cs typeface="Poppins Medium"/>
                <a:sym typeface="Poppins Medium"/>
              </a:rPr>
              <a:t>Subhead</a:t>
            </a:r>
            <a:endParaRPr sz="1200">
              <a:solidFill>
                <a:srgbClr val="FFFFFF"/>
              </a:solidFill>
              <a:latin typeface="Poppins Medium"/>
              <a:ea typeface="Poppins Medium"/>
              <a:cs typeface="Poppins Medium"/>
              <a:sym typeface="Poppins Medium"/>
            </a:endParaRPr>
          </a:p>
        </p:txBody>
      </p:sp>
      <p:sp>
        <p:nvSpPr>
          <p:cNvPr id="376" name="Google Shape;376;p42"/>
          <p:cNvSpPr txBox="1"/>
          <p:nvPr/>
        </p:nvSpPr>
        <p:spPr>
          <a:xfrm>
            <a:off x="4718052" y="1658963"/>
            <a:ext cx="3063300" cy="336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a:solidFill>
                  <a:srgbClr val="FFFFFF"/>
                </a:solidFill>
                <a:latin typeface="Poppins"/>
                <a:ea typeface="Poppins"/>
                <a:cs typeface="Poppins"/>
                <a:sym typeface="Poppins"/>
              </a:rPr>
              <a:t>Poppins Normal size 13</a:t>
            </a:r>
            <a:endParaRPr sz="1300">
              <a:solidFill>
                <a:srgbClr val="FFFFFF"/>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endParaRPr sz="1300">
              <a:solidFill>
                <a:schemeClr val="lt1"/>
              </a:solidFill>
              <a:latin typeface="Poppins"/>
              <a:ea typeface="Poppins"/>
              <a:cs typeface="Poppins"/>
              <a:sym typeface="Poppins"/>
            </a:endParaRPr>
          </a:p>
          <a:p>
            <a:pPr marL="457200" lvl="0" indent="-311150" algn="l" rtl="0">
              <a:spcBef>
                <a:spcPts val="6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1000"/>
              </a:spcBef>
              <a:spcAft>
                <a:spcPts val="600"/>
              </a:spcAft>
              <a:buNone/>
            </a:pPr>
            <a:endParaRPr sz="1300">
              <a:solidFill>
                <a:srgbClr val="FFFFFF"/>
              </a:solidFill>
              <a:latin typeface="Poppins"/>
              <a:ea typeface="Poppins"/>
              <a:cs typeface="Poppins"/>
              <a:sym typeface="Poppins"/>
            </a:endParaRPr>
          </a:p>
        </p:txBody>
      </p:sp>
      <p:sp>
        <p:nvSpPr>
          <p:cNvPr id="377" name="Google Shape;377;p42"/>
          <p:cNvSpPr txBox="1"/>
          <p:nvPr/>
        </p:nvSpPr>
        <p:spPr>
          <a:xfrm>
            <a:off x="8462027" y="1658963"/>
            <a:ext cx="3063300" cy="336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a:solidFill>
                  <a:srgbClr val="FFFFFF"/>
                </a:solidFill>
                <a:latin typeface="Poppins"/>
                <a:ea typeface="Poppins"/>
                <a:cs typeface="Poppins"/>
                <a:sym typeface="Poppins"/>
              </a:rPr>
              <a:t>Poppins Normal size 13</a:t>
            </a:r>
            <a:endParaRPr sz="1300">
              <a:solidFill>
                <a:srgbClr val="FFFFFF"/>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600"/>
              </a:spcBef>
              <a:spcAft>
                <a:spcPts val="0"/>
              </a:spcAft>
              <a:buNone/>
            </a:pPr>
            <a:endParaRPr sz="1300">
              <a:solidFill>
                <a:schemeClr val="lt1"/>
              </a:solidFill>
              <a:latin typeface="Poppins"/>
              <a:ea typeface="Poppins"/>
              <a:cs typeface="Poppins"/>
              <a:sym typeface="Poppins"/>
            </a:endParaRPr>
          </a:p>
          <a:p>
            <a:pPr marL="457200" lvl="0" indent="-311150" algn="l" rtl="0">
              <a:spcBef>
                <a:spcPts val="6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457200" lvl="0" indent="-311150" algn="l" rtl="0">
              <a:spcBef>
                <a:spcPts val="1000"/>
              </a:spcBef>
              <a:spcAft>
                <a:spcPts val="0"/>
              </a:spcAft>
              <a:buClr>
                <a:schemeClr val="lt1"/>
              </a:buClr>
              <a:buSzPts val="1300"/>
              <a:buFont typeface="Poppins"/>
              <a:buChar char="●"/>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a:p>
            <a:pPr marL="0" lvl="0" indent="0" algn="l" rtl="0">
              <a:spcBef>
                <a:spcPts val="1000"/>
              </a:spcBef>
              <a:spcAft>
                <a:spcPts val="600"/>
              </a:spcAft>
              <a:buNone/>
            </a:pPr>
            <a:endParaRPr sz="1300">
              <a:solidFill>
                <a:srgbClr val="FFFFFF"/>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382"/>
        <p:cNvGrpSpPr/>
        <p:nvPr/>
      </p:nvGrpSpPr>
      <p:grpSpPr>
        <a:xfrm>
          <a:off x="0" y="0"/>
          <a:ext cx="0" cy="0"/>
          <a:chOff x="0" y="0"/>
          <a:chExt cx="0" cy="0"/>
        </a:xfrm>
      </p:grpSpPr>
      <p:sp>
        <p:nvSpPr>
          <p:cNvPr id="383" name="Google Shape;383;p43"/>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100"/>
              <a:t>36</a:t>
            </a:fld>
            <a:endParaRPr sz="1100"/>
          </a:p>
        </p:txBody>
      </p:sp>
      <p:sp>
        <p:nvSpPr>
          <p:cNvPr id="384" name="Google Shape;384;p43"/>
          <p:cNvSpPr/>
          <p:nvPr/>
        </p:nvSpPr>
        <p:spPr>
          <a:xfrm>
            <a:off x="1001300" y="2134975"/>
            <a:ext cx="2413800" cy="1510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85" name="Google Shape;385;p43"/>
          <p:cNvSpPr/>
          <p:nvPr/>
        </p:nvSpPr>
        <p:spPr>
          <a:xfrm>
            <a:off x="1075575" y="4515600"/>
            <a:ext cx="2413800" cy="1510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3"/>
          <p:cNvSpPr/>
          <p:nvPr/>
        </p:nvSpPr>
        <p:spPr>
          <a:xfrm>
            <a:off x="8861200" y="2134975"/>
            <a:ext cx="2413800" cy="1510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 name="Google Shape;387;p43"/>
          <p:cNvSpPr/>
          <p:nvPr/>
        </p:nvSpPr>
        <p:spPr>
          <a:xfrm>
            <a:off x="8861200" y="4515600"/>
            <a:ext cx="2413800" cy="1510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3"/>
          <p:cNvSpPr txBox="1"/>
          <p:nvPr/>
        </p:nvSpPr>
        <p:spPr>
          <a:xfrm>
            <a:off x="1205450" y="2582275"/>
            <a:ext cx="20055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p:txBody>
      </p:sp>
      <p:sp>
        <p:nvSpPr>
          <p:cNvPr id="389" name="Google Shape;389;p43"/>
          <p:cNvSpPr txBox="1"/>
          <p:nvPr/>
        </p:nvSpPr>
        <p:spPr>
          <a:xfrm>
            <a:off x="1279725" y="4962900"/>
            <a:ext cx="20055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p:txBody>
      </p:sp>
      <p:sp>
        <p:nvSpPr>
          <p:cNvPr id="390" name="Google Shape;390;p43"/>
          <p:cNvSpPr txBox="1"/>
          <p:nvPr/>
        </p:nvSpPr>
        <p:spPr>
          <a:xfrm>
            <a:off x="9065350" y="2582275"/>
            <a:ext cx="20055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p:txBody>
      </p:sp>
      <p:sp>
        <p:nvSpPr>
          <p:cNvPr id="391" name="Google Shape;391;p43"/>
          <p:cNvSpPr/>
          <p:nvPr/>
        </p:nvSpPr>
        <p:spPr>
          <a:xfrm>
            <a:off x="4889100" y="2549225"/>
            <a:ext cx="2413800" cy="1510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3"/>
          <p:cNvSpPr/>
          <p:nvPr/>
        </p:nvSpPr>
        <p:spPr>
          <a:xfrm>
            <a:off x="4889100" y="4982700"/>
            <a:ext cx="2413800" cy="1510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3"/>
          <p:cNvSpPr txBox="1"/>
          <p:nvPr/>
        </p:nvSpPr>
        <p:spPr>
          <a:xfrm>
            <a:off x="5093250" y="2996525"/>
            <a:ext cx="20055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p:txBody>
      </p:sp>
      <p:sp>
        <p:nvSpPr>
          <p:cNvPr id="394" name="Google Shape;394;p43"/>
          <p:cNvSpPr txBox="1"/>
          <p:nvPr/>
        </p:nvSpPr>
        <p:spPr>
          <a:xfrm>
            <a:off x="5093250" y="5430000"/>
            <a:ext cx="2005500" cy="61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p:txBody>
      </p:sp>
      <p:sp>
        <p:nvSpPr>
          <p:cNvPr id="395" name="Google Shape;395;p43"/>
          <p:cNvSpPr txBox="1"/>
          <p:nvPr/>
        </p:nvSpPr>
        <p:spPr>
          <a:xfrm>
            <a:off x="9065350" y="4962900"/>
            <a:ext cx="20055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a:ea typeface="Poppins"/>
                <a:cs typeface="Poppins"/>
                <a:sym typeface="Poppins"/>
              </a:rPr>
              <a:t>Poppins Normal size 13</a:t>
            </a:r>
            <a:endParaRPr sz="1300">
              <a:solidFill>
                <a:schemeClr val="lt1"/>
              </a:solidFill>
              <a:latin typeface="Poppins"/>
              <a:ea typeface="Poppins"/>
              <a:cs typeface="Poppins"/>
              <a:sym typeface="Poppins"/>
            </a:endParaRPr>
          </a:p>
        </p:txBody>
      </p:sp>
      <p:sp>
        <p:nvSpPr>
          <p:cNvPr id="396" name="Google Shape;396;p43"/>
          <p:cNvSpPr txBox="1">
            <a:spLocks noGrp="1"/>
          </p:cNvSpPr>
          <p:nvPr>
            <p:ph type="title"/>
          </p:nvPr>
        </p:nvSpPr>
        <p:spPr>
          <a:xfrm>
            <a:off x="1091702" y="530353"/>
            <a:ext cx="10092900" cy="862800"/>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a:t>Title here</a:t>
            </a:r>
            <a:endParaRPr/>
          </a:p>
        </p:txBody>
      </p:sp>
      <p:sp>
        <p:nvSpPr>
          <p:cNvPr id="397" name="Google Shape;397;p43"/>
          <p:cNvSpPr txBox="1"/>
          <p:nvPr/>
        </p:nvSpPr>
        <p:spPr>
          <a:xfrm>
            <a:off x="1344298" y="1271200"/>
            <a:ext cx="927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800">
                <a:solidFill>
                  <a:schemeClr val="accent3"/>
                </a:solidFill>
                <a:latin typeface="Poppins SemiBold"/>
                <a:ea typeface="Poppins SemiBold"/>
                <a:cs typeface="Poppins SemiBold"/>
                <a:sym typeface="Poppins SemiBold"/>
              </a:rPr>
              <a:t>Subtitle</a:t>
            </a:r>
            <a:endParaRPr sz="1800">
              <a:solidFill>
                <a:schemeClr val="accent3"/>
              </a:solidFill>
              <a:latin typeface="Poppins SemiBold"/>
              <a:ea typeface="Poppins SemiBold"/>
              <a:cs typeface="Poppins SemiBold"/>
              <a:sym typeface="Poppins Semi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402"/>
        <p:cNvGrpSpPr/>
        <p:nvPr/>
      </p:nvGrpSpPr>
      <p:grpSpPr>
        <a:xfrm>
          <a:off x="0" y="0"/>
          <a:ext cx="0" cy="0"/>
          <a:chOff x="0" y="0"/>
          <a:chExt cx="0" cy="0"/>
        </a:xfrm>
      </p:grpSpPr>
      <p:sp>
        <p:nvSpPr>
          <p:cNvPr id="403" name="Google Shape;403;p44"/>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sz="1100"/>
              <a:t>37</a:t>
            </a:fld>
            <a:endParaRPr sz="1100"/>
          </a:p>
        </p:txBody>
      </p:sp>
      <p:sp>
        <p:nvSpPr>
          <p:cNvPr id="404" name="Google Shape;404;p44"/>
          <p:cNvSpPr txBox="1"/>
          <p:nvPr/>
        </p:nvSpPr>
        <p:spPr>
          <a:xfrm>
            <a:off x="1091702" y="758953"/>
            <a:ext cx="10092900" cy="862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solidFill>
                  <a:srgbClr val="0E1A53"/>
                </a:solidFill>
                <a:latin typeface="Poppins SemiBold"/>
                <a:ea typeface="Poppins SemiBold"/>
                <a:cs typeface="Poppins SemiBold"/>
                <a:sym typeface="Poppins SemiBold"/>
              </a:rPr>
              <a:t>Timeline</a:t>
            </a:r>
            <a:endParaRPr sz="3600">
              <a:solidFill>
                <a:srgbClr val="0E1A53"/>
              </a:solidFill>
              <a:latin typeface="Poppins SemiBold"/>
              <a:ea typeface="Poppins SemiBold"/>
              <a:cs typeface="Poppins SemiBold"/>
              <a:sym typeface="Poppins SemiBold"/>
            </a:endParaRPr>
          </a:p>
        </p:txBody>
      </p:sp>
      <p:sp>
        <p:nvSpPr>
          <p:cNvPr id="405" name="Google Shape;405;p44"/>
          <p:cNvSpPr/>
          <p:nvPr/>
        </p:nvSpPr>
        <p:spPr>
          <a:xfrm>
            <a:off x="5986633" y="3200965"/>
            <a:ext cx="2611200" cy="177900"/>
          </a:xfrm>
          <a:prstGeom prst="rect">
            <a:avLst/>
          </a:prstGeom>
          <a:solidFill>
            <a:srgbClr val="30D1B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6" name="Google Shape;406;p44"/>
          <p:cNvSpPr txBox="1"/>
          <p:nvPr/>
        </p:nvSpPr>
        <p:spPr>
          <a:xfrm>
            <a:off x="5259773" y="2698475"/>
            <a:ext cx="1414500" cy="4953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600">
                <a:solidFill>
                  <a:srgbClr val="0E1A53"/>
                </a:solidFill>
                <a:latin typeface="Poppins SemiBold"/>
                <a:ea typeface="Poppins SemiBold"/>
                <a:cs typeface="Poppins SemiBold"/>
                <a:sym typeface="Poppins SemiBold"/>
              </a:rPr>
              <a:t>March</a:t>
            </a:r>
            <a:endParaRPr sz="1600">
              <a:solidFill>
                <a:srgbClr val="0E1A53"/>
              </a:solidFill>
              <a:latin typeface="Poppins SemiBold"/>
              <a:ea typeface="Poppins SemiBold"/>
              <a:cs typeface="Poppins SemiBold"/>
              <a:sym typeface="Poppins SemiBold"/>
            </a:endParaRPr>
          </a:p>
        </p:txBody>
      </p:sp>
      <p:sp>
        <p:nvSpPr>
          <p:cNvPr id="407" name="Google Shape;407;p44"/>
          <p:cNvSpPr/>
          <p:nvPr/>
        </p:nvSpPr>
        <p:spPr>
          <a:xfrm>
            <a:off x="8597698" y="3200965"/>
            <a:ext cx="3132300" cy="177900"/>
          </a:xfrm>
          <a:prstGeom prst="rect">
            <a:avLst/>
          </a:prstGeom>
          <a:solidFill>
            <a:srgbClr val="FF7E1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408" name="Google Shape;408;p44"/>
          <p:cNvGrpSpPr/>
          <p:nvPr/>
        </p:nvGrpSpPr>
        <p:grpSpPr>
          <a:xfrm rot="10800000">
            <a:off x="7315014" y="3200955"/>
            <a:ext cx="123197" cy="549086"/>
            <a:chOff x="2984523" y="2563700"/>
            <a:chExt cx="92400" cy="411825"/>
          </a:xfrm>
        </p:grpSpPr>
        <p:cxnSp>
          <p:nvCxnSpPr>
            <p:cNvPr id="409" name="Google Shape;409;p44"/>
            <p:cNvCxnSpPr/>
            <p:nvPr/>
          </p:nvCxnSpPr>
          <p:spPr>
            <a:xfrm>
              <a:off x="3030723" y="2616125"/>
              <a:ext cx="0" cy="359400"/>
            </a:xfrm>
            <a:prstGeom prst="straightConnector1">
              <a:avLst/>
            </a:prstGeom>
            <a:noFill/>
            <a:ln w="38100" cap="flat" cmpd="sng">
              <a:solidFill>
                <a:srgbClr val="A86FEF"/>
              </a:solidFill>
              <a:prstDash val="solid"/>
              <a:round/>
              <a:headEnd type="none" w="sm" len="sm"/>
              <a:tailEnd type="none" w="sm" len="sm"/>
            </a:ln>
          </p:spPr>
        </p:cxnSp>
        <p:sp>
          <p:nvSpPr>
            <p:cNvPr id="410" name="Google Shape;410;p44"/>
            <p:cNvSpPr/>
            <p:nvPr/>
          </p:nvSpPr>
          <p:spPr>
            <a:xfrm>
              <a:off x="2984523" y="2563700"/>
              <a:ext cx="92400" cy="92400"/>
            </a:xfrm>
            <a:prstGeom prst="ellipse">
              <a:avLst/>
            </a:prstGeom>
            <a:solidFill>
              <a:srgbClr val="A86FEF"/>
            </a:solidFill>
            <a:ln w="38100" cap="flat" cmpd="sng">
              <a:solidFill>
                <a:srgbClr val="A86FEF"/>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411" name="Google Shape;411;p44"/>
          <p:cNvSpPr txBox="1"/>
          <p:nvPr/>
        </p:nvSpPr>
        <p:spPr>
          <a:xfrm>
            <a:off x="6849825" y="2698475"/>
            <a:ext cx="2929500" cy="4953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600">
                <a:solidFill>
                  <a:srgbClr val="0E1A53"/>
                </a:solidFill>
                <a:latin typeface="Poppins SemiBold"/>
                <a:ea typeface="Poppins SemiBold"/>
                <a:cs typeface="Poppins SemiBold"/>
                <a:sym typeface="Poppins SemiBold"/>
              </a:rPr>
              <a:t>Mid-March — Mid-April</a:t>
            </a:r>
            <a:endParaRPr sz="1600">
              <a:solidFill>
                <a:srgbClr val="0E1A53"/>
              </a:solidFill>
              <a:latin typeface="Poppins SemiBold"/>
              <a:ea typeface="Poppins SemiBold"/>
              <a:cs typeface="Poppins SemiBold"/>
              <a:sym typeface="Poppins SemiBold"/>
            </a:endParaRPr>
          </a:p>
        </p:txBody>
      </p:sp>
      <p:sp>
        <p:nvSpPr>
          <p:cNvPr id="412" name="Google Shape;412;p44"/>
          <p:cNvSpPr/>
          <p:nvPr/>
        </p:nvSpPr>
        <p:spPr>
          <a:xfrm>
            <a:off x="3375565" y="3200965"/>
            <a:ext cx="2611200" cy="177900"/>
          </a:xfrm>
          <a:prstGeom prst="rect">
            <a:avLst/>
          </a:prstGeom>
          <a:solidFill>
            <a:srgbClr val="F0B33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3" name="Google Shape;413;p44"/>
          <p:cNvSpPr txBox="1"/>
          <p:nvPr/>
        </p:nvSpPr>
        <p:spPr>
          <a:xfrm>
            <a:off x="2728675" y="2698475"/>
            <a:ext cx="1686300" cy="4953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600">
                <a:solidFill>
                  <a:srgbClr val="0E1A53"/>
                </a:solidFill>
                <a:latin typeface="Poppins SemiBold"/>
                <a:ea typeface="Poppins SemiBold"/>
                <a:cs typeface="Poppins SemiBold"/>
                <a:sym typeface="Poppins SemiBold"/>
              </a:rPr>
              <a:t>February</a:t>
            </a:r>
            <a:endParaRPr sz="1600">
              <a:solidFill>
                <a:srgbClr val="0E1A53"/>
              </a:solidFill>
              <a:latin typeface="Poppins SemiBold"/>
              <a:ea typeface="Poppins SemiBold"/>
              <a:cs typeface="Poppins SemiBold"/>
              <a:sym typeface="Poppins SemiBold"/>
            </a:endParaRPr>
          </a:p>
        </p:txBody>
      </p:sp>
      <p:cxnSp>
        <p:nvCxnSpPr>
          <p:cNvPr id="414" name="Google Shape;414;p44"/>
          <p:cNvCxnSpPr/>
          <p:nvPr/>
        </p:nvCxnSpPr>
        <p:spPr>
          <a:xfrm rot="10800000">
            <a:off x="3421875" y="3219275"/>
            <a:ext cx="1163400" cy="557100"/>
          </a:xfrm>
          <a:prstGeom prst="straightConnector1">
            <a:avLst/>
          </a:prstGeom>
          <a:noFill/>
          <a:ln w="38100" cap="flat" cmpd="sng">
            <a:solidFill>
              <a:srgbClr val="A86FEF"/>
            </a:solidFill>
            <a:prstDash val="solid"/>
            <a:round/>
            <a:headEnd type="none" w="sm" len="sm"/>
            <a:tailEnd type="none" w="sm" len="sm"/>
          </a:ln>
        </p:spPr>
      </p:cxnSp>
      <p:sp>
        <p:nvSpPr>
          <p:cNvPr id="415" name="Google Shape;415;p44"/>
          <p:cNvSpPr/>
          <p:nvPr/>
        </p:nvSpPr>
        <p:spPr>
          <a:xfrm>
            <a:off x="764494" y="3200965"/>
            <a:ext cx="2611200" cy="177900"/>
          </a:xfrm>
          <a:prstGeom prst="rect">
            <a:avLst/>
          </a:prstGeom>
          <a:solidFill>
            <a:srgbClr val="A86FE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6" name="Google Shape;416;p44"/>
          <p:cNvSpPr txBox="1"/>
          <p:nvPr/>
        </p:nvSpPr>
        <p:spPr>
          <a:xfrm>
            <a:off x="297625" y="2698475"/>
            <a:ext cx="1686300" cy="4953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600">
                <a:solidFill>
                  <a:srgbClr val="0E1A53"/>
                </a:solidFill>
                <a:latin typeface="Poppins SemiBold"/>
                <a:ea typeface="Poppins SemiBold"/>
                <a:cs typeface="Poppins SemiBold"/>
                <a:sym typeface="Poppins SemiBold"/>
              </a:rPr>
              <a:t>January</a:t>
            </a:r>
            <a:endParaRPr sz="1600">
              <a:solidFill>
                <a:srgbClr val="0E1A53"/>
              </a:solidFill>
              <a:latin typeface="Poppins SemiBold"/>
              <a:ea typeface="Poppins SemiBold"/>
              <a:cs typeface="Poppins SemiBold"/>
              <a:sym typeface="Poppins SemiBold"/>
            </a:endParaRPr>
          </a:p>
        </p:txBody>
      </p:sp>
      <p:grpSp>
        <p:nvGrpSpPr>
          <p:cNvPr id="417" name="Google Shape;417;p44"/>
          <p:cNvGrpSpPr/>
          <p:nvPr/>
        </p:nvGrpSpPr>
        <p:grpSpPr>
          <a:xfrm rot="10800000">
            <a:off x="713479" y="3215455"/>
            <a:ext cx="141596" cy="558190"/>
            <a:chOff x="2063274" y="2556872"/>
            <a:chExt cx="106200" cy="418653"/>
          </a:xfrm>
        </p:grpSpPr>
        <p:cxnSp>
          <p:nvCxnSpPr>
            <p:cNvPr id="418" name="Google Shape;418;p44"/>
            <p:cNvCxnSpPr/>
            <p:nvPr/>
          </p:nvCxnSpPr>
          <p:spPr>
            <a:xfrm>
              <a:off x="2116300" y="2616125"/>
              <a:ext cx="0" cy="359400"/>
            </a:xfrm>
            <a:prstGeom prst="straightConnector1">
              <a:avLst/>
            </a:prstGeom>
            <a:noFill/>
            <a:ln w="38100" cap="flat" cmpd="sng">
              <a:solidFill>
                <a:srgbClr val="A86FEF"/>
              </a:solidFill>
              <a:prstDash val="solid"/>
              <a:round/>
              <a:headEnd type="none" w="sm" len="sm"/>
              <a:tailEnd type="none" w="sm" len="sm"/>
            </a:ln>
          </p:spPr>
        </p:cxnSp>
        <p:sp>
          <p:nvSpPr>
            <p:cNvPr id="419" name="Google Shape;419;p44"/>
            <p:cNvSpPr/>
            <p:nvPr/>
          </p:nvSpPr>
          <p:spPr>
            <a:xfrm rot="-4839598">
              <a:off x="2070161" y="2563760"/>
              <a:ext cx="92425" cy="92425"/>
            </a:xfrm>
            <a:prstGeom prst="ellipse">
              <a:avLst/>
            </a:prstGeom>
            <a:solidFill>
              <a:srgbClr val="A86FEF"/>
            </a:solidFill>
            <a:ln w="38100" cap="flat" cmpd="sng">
              <a:solidFill>
                <a:srgbClr val="A86FEF"/>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420" name="Google Shape;420;p44"/>
          <p:cNvSpPr txBox="1"/>
          <p:nvPr/>
        </p:nvSpPr>
        <p:spPr>
          <a:xfrm>
            <a:off x="-8038" y="3978650"/>
            <a:ext cx="2063100" cy="1258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2100"/>
              </a:spcAft>
              <a:buNone/>
            </a:pPr>
            <a:r>
              <a:rPr lang="en-US">
                <a:solidFill>
                  <a:srgbClr val="0E1A53"/>
                </a:solidFill>
                <a:latin typeface="Poppins SemiBold"/>
                <a:ea typeface="Poppins SemiBold"/>
                <a:cs typeface="Poppins SemiBold"/>
                <a:sym typeface="Poppins SemiBold"/>
              </a:rPr>
              <a:t>Poppins </a:t>
            </a:r>
            <a:br>
              <a:rPr lang="en-US">
                <a:solidFill>
                  <a:srgbClr val="0E1A53"/>
                </a:solidFill>
                <a:latin typeface="Poppins SemiBold"/>
                <a:ea typeface="Poppins SemiBold"/>
                <a:cs typeface="Poppins SemiBold"/>
                <a:sym typeface="Poppins SemiBold"/>
              </a:rPr>
            </a:br>
            <a:r>
              <a:rPr lang="en-US">
                <a:solidFill>
                  <a:srgbClr val="0E1A53"/>
                </a:solidFill>
                <a:latin typeface="Poppins SemiBold"/>
                <a:ea typeface="Poppins SemiBold"/>
                <a:cs typeface="Poppins SemiBold"/>
                <a:sym typeface="Poppins SemiBold"/>
              </a:rPr>
              <a:t>Semi Bold </a:t>
            </a:r>
            <a:br>
              <a:rPr lang="en-US">
                <a:solidFill>
                  <a:srgbClr val="0E1A53"/>
                </a:solidFill>
                <a:latin typeface="Poppins SemiBold"/>
                <a:ea typeface="Poppins SemiBold"/>
                <a:cs typeface="Poppins SemiBold"/>
                <a:sym typeface="Poppins SemiBold"/>
              </a:rPr>
            </a:br>
            <a:r>
              <a:rPr lang="en-US">
                <a:solidFill>
                  <a:srgbClr val="0E1A53"/>
                </a:solidFill>
                <a:latin typeface="Poppins SemiBold"/>
                <a:ea typeface="Poppins SemiBold"/>
                <a:cs typeface="Poppins SemiBold"/>
                <a:sym typeface="Poppins SemiBold"/>
              </a:rPr>
              <a:t>Size 14 </a:t>
            </a:r>
            <a:endParaRPr>
              <a:solidFill>
                <a:srgbClr val="0E1A53"/>
              </a:solidFill>
              <a:latin typeface="Poppins SemiBold"/>
              <a:ea typeface="Poppins SemiBold"/>
              <a:cs typeface="Poppins SemiBold"/>
              <a:sym typeface="Poppins SemiBold"/>
            </a:endParaRPr>
          </a:p>
        </p:txBody>
      </p:sp>
      <p:sp>
        <p:nvSpPr>
          <p:cNvPr id="421" name="Google Shape;421;p44"/>
          <p:cNvSpPr txBox="1"/>
          <p:nvPr/>
        </p:nvSpPr>
        <p:spPr>
          <a:xfrm>
            <a:off x="9641250" y="2698475"/>
            <a:ext cx="1858800" cy="4953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2100"/>
              </a:spcAft>
              <a:buNone/>
            </a:pPr>
            <a:r>
              <a:rPr lang="en-US" sz="1600">
                <a:solidFill>
                  <a:srgbClr val="0E1A53"/>
                </a:solidFill>
                <a:latin typeface="Poppins SemiBold"/>
                <a:ea typeface="Poppins SemiBold"/>
                <a:cs typeface="Poppins SemiBold"/>
                <a:sym typeface="Poppins SemiBold"/>
              </a:rPr>
              <a:t>April</a:t>
            </a:r>
            <a:endParaRPr sz="1600">
              <a:solidFill>
                <a:srgbClr val="0E1A53"/>
              </a:solidFill>
              <a:latin typeface="Poppins SemiBold"/>
              <a:ea typeface="Poppins SemiBold"/>
              <a:cs typeface="Poppins SemiBold"/>
              <a:sym typeface="Poppins SemiBold"/>
            </a:endParaRPr>
          </a:p>
        </p:txBody>
      </p:sp>
      <p:grpSp>
        <p:nvGrpSpPr>
          <p:cNvPr id="422" name="Google Shape;422;p44"/>
          <p:cNvGrpSpPr/>
          <p:nvPr/>
        </p:nvGrpSpPr>
        <p:grpSpPr>
          <a:xfrm rot="10800000">
            <a:off x="10134414" y="3200955"/>
            <a:ext cx="123197" cy="549086"/>
            <a:chOff x="2984523" y="2563700"/>
            <a:chExt cx="92400" cy="411825"/>
          </a:xfrm>
        </p:grpSpPr>
        <p:cxnSp>
          <p:nvCxnSpPr>
            <p:cNvPr id="423" name="Google Shape;423;p44"/>
            <p:cNvCxnSpPr/>
            <p:nvPr/>
          </p:nvCxnSpPr>
          <p:spPr>
            <a:xfrm>
              <a:off x="3030723" y="2616125"/>
              <a:ext cx="0" cy="359400"/>
            </a:xfrm>
            <a:prstGeom prst="straightConnector1">
              <a:avLst/>
            </a:prstGeom>
            <a:noFill/>
            <a:ln w="38100" cap="flat" cmpd="sng">
              <a:solidFill>
                <a:srgbClr val="A86FEF"/>
              </a:solidFill>
              <a:prstDash val="solid"/>
              <a:round/>
              <a:headEnd type="none" w="sm" len="sm"/>
              <a:tailEnd type="none" w="sm" len="sm"/>
            </a:ln>
          </p:spPr>
        </p:cxnSp>
        <p:sp>
          <p:nvSpPr>
            <p:cNvPr id="424" name="Google Shape;424;p44"/>
            <p:cNvSpPr/>
            <p:nvPr/>
          </p:nvSpPr>
          <p:spPr>
            <a:xfrm>
              <a:off x="2984523" y="2563700"/>
              <a:ext cx="92400" cy="92400"/>
            </a:xfrm>
            <a:prstGeom prst="ellipse">
              <a:avLst/>
            </a:prstGeom>
            <a:solidFill>
              <a:srgbClr val="A86FEF"/>
            </a:solidFill>
            <a:ln w="38100" cap="flat" cmpd="sng">
              <a:solidFill>
                <a:srgbClr val="A86FEF"/>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425" name="Google Shape;425;p44"/>
          <p:cNvGrpSpPr/>
          <p:nvPr/>
        </p:nvGrpSpPr>
        <p:grpSpPr>
          <a:xfrm>
            <a:off x="4498719" y="3219339"/>
            <a:ext cx="1403638" cy="590310"/>
            <a:chOff x="-175036" y="2849334"/>
            <a:chExt cx="1062236" cy="453248"/>
          </a:xfrm>
        </p:grpSpPr>
        <p:cxnSp>
          <p:nvCxnSpPr>
            <p:cNvPr id="426" name="Google Shape;426;p44"/>
            <p:cNvCxnSpPr/>
            <p:nvPr/>
          </p:nvCxnSpPr>
          <p:spPr>
            <a:xfrm rot="10800000" flipH="1">
              <a:off x="-97101" y="2849334"/>
              <a:ext cx="984300" cy="405600"/>
            </a:xfrm>
            <a:prstGeom prst="straightConnector1">
              <a:avLst/>
            </a:prstGeom>
            <a:noFill/>
            <a:ln w="38100" cap="flat" cmpd="sng">
              <a:solidFill>
                <a:srgbClr val="A86FEF"/>
              </a:solidFill>
              <a:prstDash val="solid"/>
              <a:round/>
              <a:headEnd type="none" w="sm" len="sm"/>
              <a:tailEnd type="none" w="sm" len="sm"/>
            </a:ln>
          </p:spPr>
        </p:cxnSp>
        <p:sp>
          <p:nvSpPr>
            <p:cNvPr id="427" name="Google Shape;427;p44"/>
            <p:cNvSpPr/>
            <p:nvPr/>
          </p:nvSpPr>
          <p:spPr>
            <a:xfrm rot="10800000">
              <a:off x="-175036" y="3210182"/>
              <a:ext cx="92400" cy="92400"/>
            </a:xfrm>
            <a:prstGeom prst="ellipse">
              <a:avLst/>
            </a:prstGeom>
            <a:solidFill>
              <a:srgbClr val="A86FEF"/>
            </a:solidFill>
            <a:ln w="38100" cap="flat" cmpd="sng">
              <a:solidFill>
                <a:srgbClr val="A86FEF"/>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428" name="Google Shape;428;p44"/>
          <p:cNvSpPr txBox="1"/>
          <p:nvPr/>
        </p:nvSpPr>
        <p:spPr>
          <a:xfrm>
            <a:off x="3497237" y="4013875"/>
            <a:ext cx="2063100" cy="1258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2100"/>
              </a:spcAft>
              <a:buNone/>
            </a:pPr>
            <a:r>
              <a:rPr lang="en-US">
                <a:solidFill>
                  <a:schemeClr val="dk1"/>
                </a:solidFill>
                <a:latin typeface="Poppins SemiBold"/>
                <a:ea typeface="Poppins SemiBold"/>
                <a:cs typeface="Poppins SemiBold"/>
                <a:sym typeface="Poppins SemiBold"/>
              </a:rPr>
              <a:t>Poppins </a:t>
            </a:r>
            <a:br>
              <a:rPr lang="en-US">
                <a:solidFill>
                  <a:schemeClr val="dk1"/>
                </a:solidFill>
                <a:latin typeface="Poppins SemiBold"/>
                <a:ea typeface="Poppins SemiBold"/>
                <a:cs typeface="Poppins SemiBold"/>
                <a:sym typeface="Poppins SemiBold"/>
              </a:rPr>
            </a:br>
            <a:r>
              <a:rPr lang="en-US">
                <a:solidFill>
                  <a:schemeClr val="dk1"/>
                </a:solidFill>
                <a:latin typeface="Poppins SemiBold"/>
                <a:ea typeface="Poppins SemiBold"/>
                <a:cs typeface="Poppins SemiBold"/>
                <a:sym typeface="Poppins SemiBold"/>
              </a:rPr>
              <a:t>Semi Bold </a:t>
            </a:r>
            <a:br>
              <a:rPr lang="en-US">
                <a:solidFill>
                  <a:schemeClr val="dk1"/>
                </a:solidFill>
                <a:latin typeface="Poppins SemiBold"/>
                <a:ea typeface="Poppins SemiBold"/>
                <a:cs typeface="Poppins SemiBold"/>
                <a:sym typeface="Poppins SemiBold"/>
              </a:rPr>
            </a:br>
            <a:r>
              <a:rPr lang="en-US">
                <a:solidFill>
                  <a:schemeClr val="dk1"/>
                </a:solidFill>
                <a:latin typeface="Poppins SemiBold"/>
                <a:ea typeface="Poppins SemiBold"/>
                <a:cs typeface="Poppins SemiBold"/>
                <a:sym typeface="Poppins SemiBold"/>
              </a:rPr>
              <a:t>Size 14 </a:t>
            </a:r>
            <a:endParaRPr>
              <a:solidFill>
                <a:srgbClr val="0E1A53"/>
              </a:solidFill>
              <a:latin typeface="Poppins SemiBold"/>
              <a:ea typeface="Poppins SemiBold"/>
              <a:cs typeface="Poppins SemiBold"/>
              <a:sym typeface="Poppins SemiBold"/>
            </a:endParaRPr>
          </a:p>
        </p:txBody>
      </p:sp>
      <p:sp>
        <p:nvSpPr>
          <p:cNvPr id="429" name="Google Shape;429;p44"/>
          <p:cNvSpPr txBox="1"/>
          <p:nvPr/>
        </p:nvSpPr>
        <p:spPr>
          <a:xfrm>
            <a:off x="6345075" y="3991025"/>
            <a:ext cx="2063100" cy="1258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2100"/>
              </a:spcAft>
              <a:buNone/>
            </a:pPr>
            <a:r>
              <a:rPr lang="en-US">
                <a:solidFill>
                  <a:schemeClr val="dk1"/>
                </a:solidFill>
                <a:latin typeface="Poppins SemiBold"/>
                <a:ea typeface="Poppins SemiBold"/>
                <a:cs typeface="Poppins SemiBold"/>
                <a:sym typeface="Poppins SemiBold"/>
              </a:rPr>
              <a:t>Poppins </a:t>
            </a:r>
            <a:br>
              <a:rPr lang="en-US">
                <a:solidFill>
                  <a:schemeClr val="dk1"/>
                </a:solidFill>
                <a:latin typeface="Poppins SemiBold"/>
                <a:ea typeface="Poppins SemiBold"/>
                <a:cs typeface="Poppins SemiBold"/>
                <a:sym typeface="Poppins SemiBold"/>
              </a:rPr>
            </a:br>
            <a:r>
              <a:rPr lang="en-US">
                <a:solidFill>
                  <a:schemeClr val="dk1"/>
                </a:solidFill>
                <a:latin typeface="Poppins SemiBold"/>
                <a:ea typeface="Poppins SemiBold"/>
                <a:cs typeface="Poppins SemiBold"/>
                <a:sym typeface="Poppins SemiBold"/>
              </a:rPr>
              <a:t>Semi Bold </a:t>
            </a:r>
            <a:br>
              <a:rPr lang="en-US">
                <a:solidFill>
                  <a:schemeClr val="dk1"/>
                </a:solidFill>
                <a:latin typeface="Poppins SemiBold"/>
                <a:ea typeface="Poppins SemiBold"/>
                <a:cs typeface="Poppins SemiBold"/>
                <a:sym typeface="Poppins SemiBold"/>
              </a:rPr>
            </a:br>
            <a:r>
              <a:rPr lang="en-US">
                <a:solidFill>
                  <a:schemeClr val="dk1"/>
                </a:solidFill>
                <a:latin typeface="Poppins SemiBold"/>
                <a:ea typeface="Poppins SemiBold"/>
                <a:cs typeface="Poppins SemiBold"/>
                <a:sym typeface="Poppins SemiBold"/>
              </a:rPr>
              <a:t>Size 14 </a:t>
            </a:r>
            <a:endParaRPr>
              <a:solidFill>
                <a:srgbClr val="0E1A53"/>
              </a:solidFill>
              <a:latin typeface="Poppins SemiBold"/>
              <a:ea typeface="Poppins SemiBold"/>
              <a:cs typeface="Poppins SemiBold"/>
              <a:sym typeface="Poppins SemiBold"/>
            </a:endParaRPr>
          </a:p>
        </p:txBody>
      </p:sp>
      <p:sp>
        <p:nvSpPr>
          <p:cNvPr id="430" name="Google Shape;430;p44"/>
          <p:cNvSpPr txBox="1"/>
          <p:nvPr/>
        </p:nvSpPr>
        <p:spPr>
          <a:xfrm>
            <a:off x="9164475" y="4013875"/>
            <a:ext cx="2063100" cy="1258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2100"/>
              </a:spcAft>
              <a:buNone/>
            </a:pPr>
            <a:r>
              <a:rPr lang="en-US">
                <a:solidFill>
                  <a:schemeClr val="dk1"/>
                </a:solidFill>
                <a:latin typeface="Poppins SemiBold"/>
                <a:ea typeface="Poppins SemiBold"/>
                <a:cs typeface="Poppins SemiBold"/>
                <a:sym typeface="Poppins SemiBold"/>
              </a:rPr>
              <a:t>Poppins </a:t>
            </a:r>
            <a:br>
              <a:rPr lang="en-US">
                <a:solidFill>
                  <a:schemeClr val="dk1"/>
                </a:solidFill>
                <a:latin typeface="Poppins SemiBold"/>
                <a:ea typeface="Poppins SemiBold"/>
                <a:cs typeface="Poppins SemiBold"/>
                <a:sym typeface="Poppins SemiBold"/>
              </a:rPr>
            </a:br>
            <a:r>
              <a:rPr lang="en-US">
                <a:solidFill>
                  <a:schemeClr val="dk1"/>
                </a:solidFill>
                <a:latin typeface="Poppins SemiBold"/>
                <a:ea typeface="Poppins SemiBold"/>
                <a:cs typeface="Poppins SemiBold"/>
                <a:sym typeface="Poppins SemiBold"/>
              </a:rPr>
              <a:t>Semi Bold </a:t>
            </a:r>
            <a:br>
              <a:rPr lang="en-US">
                <a:solidFill>
                  <a:schemeClr val="dk1"/>
                </a:solidFill>
                <a:latin typeface="Poppins SemiBold"/>
                <a:ea typeface="Poppins SemiBold"/>
                <a:cs typeface="Poppins SemiBold"/>
                <a:sym typeface="Poppins SemiBold"/>
              </a:rPr>
            </a:br>
            <a:r>
              <a:rPr lang="en-US">
                <a:solidFill>
                  <a:schemeClr val="dk1"/>
                </a:solidFill>
                <a:latin typeface="Poppins SemiBold"/>
                <a:ea typeface="Poppins SemiBold"/>
                <a:cs typeface="Poppins SemiBold"/>
                <a:sym typeface="Poppins SemiBold"/>
              </a:rPr>
              <a:t>Size 14 </a:t>
            </a:r>
            <a:endParaRPr>
              <a:solidFill>
                <a:srgbClr val="0E1A53"/>
              </a:solidFill>
              <a:latin typeface="Poppins SemiBold"/>
              <a:ea typeface="Poppins SemiBold"/>
              <a:cs typeface="Poppins SemiBold"/>
              <a:sym typeface="Poppins Semi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435"/>
        <p:cNvGrpSpPr/>
        <p:nvPr/>
      </p:nvGrpSpPr>
      <p:grpSpPr>
        <a:xfrm>
          <a:off x="0" y="0"/>
          <a:ext cx="0" cy="0"/>
          <a:chOff x="0" y="0"/>
          <a:chExt cx="0" cy="0"/>
        </a:xfrm>
      </p:grpSpPr>
      <p:sp>
        <p:nvSpPr>
          <p:cNvPr id="436" name="Google Shape;436;p45"/>
          <p:cNvSpPr txBox="1">
            <a:spLocks noGrp="1"/>
          </p:cNvSpPr>
          <p:nvPr>
            <p:ph type="sldNum" idx="12"/>
          </p:nvPr>
        </p:nvSpPr>
        <p:spPr>
          <a:xfrm>
            <a:off x="10661090" y="6492900"/>
            <a:ext cx="15309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100"/>
              <a:t>38</a:t>
            </a:fld>
            <a:endParaRPr sz="1100"/>
          </a:p>
        </p:txBody>
      </p:sp>
      <p:sp>
        <p:nvSpPr>
          <p:cNvPr id="437" name="Google Shape;437;p45"/>
          <p:cNvSpPr/>
          <p:nvPr/>
        </p:nvSpPr>
        <p:spPr>
          <a:xfrm>
            <a:off x="2727301" y="5087998"/>
            <a:ext cx="2245800" cy="14049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5"/>
          <p:cNvSpPr/>
          <p:nvPr/>
        </p:nvSpPr>
        <p:spPr>
          <a:xfrm>
            <a:off x="7461467" y="5164198"/>
            <a:ext cx="2245800" cy="14049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5"/>
          <p:cNvSpPr txBox="1"/>
          <p:nvPr/>
        </p:nvSpPr>
        <p:spPr>
          <a:xfrm>
            <a:off x="2917230" y="5504141"/>
            <a:ext cx="1865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Medium"/>
                <a:ea typeface="Poppins Medium"/>
                <a:cs typeface="Poppins Medium"/>
                <a:sym typeface="Poppins Medium"/>
              </a:rPr>
              <a:t>Call out Text</a:t>
            </a:r>
            <a:endParaRPr sz="1300">
              <a:solidFill>
                <a:schemeClr val="lt1"/>
              </a:solidFill>
              <a:latin typeface="Poppins"/>
              <a:ea typeface="Poppins"/>
              <a:cs typeface="Poppins"/>
              <a:sym typeface="Poppins"/>
            </a:endParaRPr>
          </a:p>
        </p:txBody>
      </p:sp>
      <p:sp>
        <p:nvSpPr>
          <p:cNvPr id="440" name="Google Shape;440;p45"/>
          <p:cNvSpPr/>
          <p:nvPr/>
        </p:nvSpPr>
        <p:spPr>
          <a:xfrm>
            <a:off x="5123575" y="2773596"/>
            <a:ext cx="2245800" cy="14049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5"/>
          <p:cNvSpPr txBox="1"/>
          <p:nvPr/>
        </p:nvSpPr>
        <p:spPr>
          <a:xfrm>
            <a:off x="5239350" y="3189738"/>
            <a:ext cx="1865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Medium"/>
                <a:ea typeface="Poppins Medium"/>
                <a:cs typeface="Poppins Medium"/>
                <a:sym typeface="Poppins Medium"/>
              </a:rPr>
              <a:t>Call out Text</a:t>
            </a:r>
            <a:endParaRPr sz="1300">
              <a:solidFill>
                <a:schemeClr val="lt1"/>
              </a:solidFill>
              <a:latin typeface="Poppins"/>
              <a:ea typeface="Poppins"/>
              <a:cs typeface="Poppins"/>
              <a:sym typeface="Poppins"/>
            </a:endParaRPr>
          </a:p>
        </p:txBody>
      </p:sp>
      <p:sp>
        <p:nvSpPr>
          <p:cNvPr id="442" name="Google Shape;442;p45"/>
          <p:cNvSpPr txBox="1"/>
          <p:nvPr/>
        </p:nvSpPr>
        <p:spPr>
          <a:xfrm>
            <a:off x="7651396" y="5580341"/>
            <a:ext cx="1865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Medium"/>
                <a:ea typeface="Poppins Medium"/>
                <a:cs typeface="Poppins Medium"/>
                <a:sym typeface="Poppins Medium"/>
              </a:rPr>
              <a:t>Call out Text</a:t>
            </a:r>
            <a:endParaRPr sz="1300">
              <a:solidFill>
                <a:schemeClr val="lt1"/>
              </a:solidFill>
              <a:latin typeface="Poppins"/>
              <a:ea typeface="Poppins"/>
              <a:cs typeface="Poppins"/>
              <a:sym typeface="Poppins"/>
            </a:endParaRPr>
          </a:p>
        </p:txBody>
      </p:sp>
      <p:sp>
        <p:nvSpPr>
          <p:cNvPr id="443" name="Google Shape;443;p45"/>
          <p:cNvSpPr txBox="1">
            <a:spLocks noGrp="1"/>
          </p:cNvSpPr>
          <p:nvPr>
            <p:ph type="title" idx="4294967295"/>
          </p:nvPr>
        </p:nvSpPr>
        <p:spPr>
          <a:xfrm>
            <a:off x="1049550" y="277003"/>
            <a:ext cx="10092900" cy="862800"/>
          </a:xfrm>
          <a:prstGeom prst="rect">
            <a:avLst/>
          </a:prstGeom>
          <a:noFill/>
        </p:spPr>
        <p:txBody>
          <a:bodyPr spcFirstLastPara="1" wrap="square" lIns="91425" tIns="45700" rIns="91425" bIns="45700" anchor="ctr" anchorCtr="0">
            <a:noAutofit/>
          </a:bodyPr>
          <a:lstStyle/>
          <a:p>
            <a:pPr marL="0" lvl="0" indent="0" algn="ctr" rtl="0">
              <a:spcBef>
                <a:spcPts val="0"/>
              </a:spcBef>
              <a:spcAft>
                <a:spcPts val="0"/>
              </a:spcAft>
              <a:buNone/>
            </a:pPr>
            <a:r>
              <a:rPr lang="en-US"/>
              <a:t>Title here</a:t>
            </a:r>
            <a:endParaRPr/>
          </a:p>
        </p:txBody>
      </p:sp>
      <p:sp>
        <p:nvSpPr>
          <p:cNvPr id="444" name="Google Shape;444;p45"/>
          <p:cNvSpPr/>
          <p:nvPr/>
        </p:nvSpPr>
        <p:spPr>
          <a:xfrm>
            <a:off x="2983650" y="4178750"/>
            <a:ext cx="1733100" cy="461700"/>
          </a:xfrm>
          <a:prstGeom prst="roundRect">
            <a:avLst>
              <a:gd name="adj" fmla="val 16667"/>
            </a:avLst>
          </a:prstGeom>
          <a:solidFill>
            <a:srgbClr val="FF7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5"/>
          <p:cNvSpPr/>
          <p:nvPr/>
        </p:nvSpPr>
        <p:spPr>
          <a:xfrm>
            <a:off x="5379925" y="1784000"/>
            <a:ext cx="1733100" cy="461700"/>
          </a:xfrm>
          <a:prstGeom prst="roundRect">
            <a:avLst>
              <a:gd name="adj" fmla="val 16667"/>
            </a:avLst>
          </a:prstGeom>
          <a:solidFill>
            <a:srgbClr val="FF7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5"/>
          <p:cNvSpPr/>
          <p:nvPr/>
        </p:nvSpPr>
        <p:spPr>
          <a:xfrm>
            <a:off x="7707800" y="4254950"/>
            <a:ext cx="1733100" cy="461700"/>
          </a:xfrm>
          <a:prstGeom prst="roundRect">
            <a:avLst>
              <a:gd name="adj" fmla="val 16667"/>
            </a:avLst>
          </a:prstGeom>
          <a:solidFill>
            <a:srgbClr val="FF7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5"/>
          <p:cNvSpPr/>
          <p:nvPr/>
        </p:nvSpPr>
        <p:spPr>
          <a:xfrm>
            <a:off x="1049425" y="2225275"/>
            <a:ext cx="2245800" cy="14049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 name="Google Shape;448;p45"/>
          <p:cNvSpPr txBox="1"/>
          <p:nvPr/>
        </p:nvSpPr>
        <p:spPr>
          <a:xfrm>
            <a:off x="1239354" y="2641418"/>
            <a:ext cx="1865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Medium"/>
                <a:ea typeface="Poppins Medium"/>
                <a:cs typeface="Poppins Medium"/>
                <a:sym typeface="Poppins Medium"/>
              </a:rPr>
              <a:t>Call out Text</a:t>
            </a:r>
            <a:endParaRPr sz="1300">
              <a:solidFill>
                <a:schemeClr val="lt1"/>
              </a:solidFill>
              <a:latin typeface="Poppins Medium"/>
              <a:ea typeface="Poppins Medium"/>
              <a:cs typeface="Poppins Medium"/>
              <a:sym typeface="Poppins Medium"/>
            </a:endParaRPr>
          </a:p>
        </p:txBody>
      </p:sp>
      <p:sp>
        <p:nvSpPr>
          <p:cNvPr id="449" name="Google Shape;449;p45"/>
          <p:cNvSpPr/>
          <p:nvPr/>
        </p:nvSpPr>
        <p:spPr>
          <a:xfrm>
            <a:off x="1305775" y="1274350"/>
            <a:ext cx="1733100" cy="461700"/>
          </a:xfrm>
          <a:prstGeom prst="roundRect">
            <a:avLst>
              <a:gd name="adj" fmla="val 16667"/>
            </a:avLst>
          </a:prstGeom>
          <a:solidFill>
            <a:srgbClr val="FF7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0" name="Google Shape;450;p45"/>
          <p:cNvCxnSpPr/>
          <p:nvPr/>
        </p:nvCxnSpPr>
        <p:spPr>
          <a:xfrm>
            <a:off x="2172200" y="1736050"/>
            <a:ext cx="0" cy="581700"/>
          </a:xfrm>
          <a:prstGeom prst="straightConnector1">
            <a:avLst/>
          </a:prstGeom>
          <a:noFill/>
          <a:ln w="28575" cap="flat" cmpd="sng">
            <a:solidFill>
              <a:schemeClr val="dk2"/>
            </a:solidFill>
            <a:prstDash val="solid"/>
            <a:round/>
            <a:headEnd type="none" w="med" len="med"/>
            <a:tailEnd type="triangle" w="med" len="med"/>
          </a:ln>
        </p:spPr>
      </p:cxnSp>
      <p:cxnSp>
        <p:nvCxnSpPr>
          <p:cNvPr id="451" name="Google Shape;451;p45"/>
          <p:cNvCxnSpPr/>
          <p:nvPr/>
        </p:nvCxnSpPr>
        <p:spPr>
          <a:xfrm>
            <a:off x="6246475" y="2256000"/>
            <a:ext cx="0" cy="581700"/>
          </a:xfrm>
          <a:prstGeom prst="straightConnector1">
            <a:avLst/>
          </a:prstGeom>
          <a:noFill/>
          <a:ln w="28575" cap="flat" cmpd="sng">
            <a:solidFill>
              <a:schemeClr val="dk2"/>
            </a:solidFill>
            <a:prstDash val="solid"/>
            <a:round/>
            <a:headEnd type="none" w="med" len="med"/>
            <a:tailEnd type="triangle" w="med" len="med"/>
          </a:ln>
        </p:spPr>
      </p:cxnSp>
      <p:grpSp>
        <p:nvGrpSpPr>
          <p:cNvPr id="452" name="Google Shape;452;p45"/>
          <p:cNvGrpSpPr/>
          <p:nvPr/>
        </p:nvGrpSpPr>
        <p:grpSpPr>
          <a:xfrm>
            <a:off x="9407192" y="1278975"/>
            <a:ext cx="2245800" cy="2346575"/>
            <a:chOff x="9407192" y="1278975"/>
            <a:chExt cx="2245800" cy="2346575"/>
          </a:xfrm>
        </p:grpSpPr>
        <p:sp>
          <p:nvSpPr>
            <p:cNvPr id="453" name="Google Shape;453;p45"/>
            <p:cNvSpPr/>
            <p:nvPr/>
          </p:nvSpPr>
          <p:spPr>
            <a:xfrm>
              <a:off x="9407192" y="2220650"/>
              <a:ext cx="2245800" cy="14049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 name="Google Shape;454;p45"/>
            <p:cNvSpPr txBox="1"/>
            <p:nvPr/>
          </p:nvSpPr>
          <p:spPr>
            <a:xfrm>
              <a:off x="9597121" y="2560593"/>
              <a:ext cx="18657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300">
                  <a:solidFill>
                    <a:schemeClr val="lt1"/>
                  </a:solidFill>
                  <a:latin typeface="Poppins Medium"/>
                  <a:ea typeface="Poppins Medium"/>
                  <a:cs typeface="Poppins Medium"/>
                  <a:sym typeface="Poppins Medium"/>
                </a:rPr>
                <a:t>Call out Text</a:t>
              </a:r>
              <a:endParaRPr sz="1300">
                <a:solidFill>
                  <a:schemeClr val="lt1"/>
                </a:solidFill>
                <a:latin typeface="Poppins"/>
                <a:ea typeface="Poppins"/>
                <a:cs typeface="Poppins"/>
                <a:sym typeface="Poppins"/>
              </a:endParaRPr>
            </a:p>
          </p:txBody>
        </p:sp>
        <p:sp>
          <p:nvSpPr>
            <p:cNvPr id="455" name="Google Shape;455;p45"/>
            <p:cNvSpPr/>
            <p:nvPr/>
          </p:nvSpPr>
          <p:spPr>
            <a:xfrm>
              <a:off x="9663550" y="1278975"/>
              <a:ext cx="1733100" cy="461700"/>
            </a:xfrm>
            <a:prstGeom prst="roundRect">
              <a:avLst>
                <a:gd name="adj" fmla="val 16667"/>
              </a:avLst>
            </a:prstGeom>
            <a:solidFill>
              <a:srgbClr val="FF7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6" name="Google Shape;456;p45"/>
            <p:cNvCxnSpPr/>
            <p:nvPr/>
          </p:nvCxnSpPr>
          <p:spPr>
            <a:xfrm>
              <a:off x="10529975" y="1704738"/>
              <a:ext cx="0" cy="581700"/>
            </a:xfrm>
            <a:prstGeom prst="straightConnector1">
              <a:avLst/>
            </a:prstGeom>
            <a:noFill/>
            <a:ln w="28575" cap="flat" cmpd="sng">
              <a:solidFill>
                <a:schemeClr val="dk2"/>
              </a:solidFill>
              <a:prstDash val="solid"/>
              <a:round/>
              <a:headEnd type="none" w="med" len="med"/>
              <a:tailEnd type="triangle" w="med" len="med"/>
            </a:ln>
          </p:spPr>
        </p:cxnSp>
      </p:grpSp>
      <p:cxnSp>
        <p:nvCxnSpPr>
          <p:cNvPr id="457" name="Google Shape;457;p45"/>
          <p:cNvCxnSpPr/>
          <p:nvPr/>
        </p:nvCxnSpPr>
        <p:spPr>
          <a:xfrm>
            <a:off x="3829225" y="4633025"/>
            <a:ext cx="0" cy="581700"/>
          </a:xfrm>
          <a:prstGeom prst="straightConnector1">
            <a:avLst/>
          </a:prstGeom>
          <a:noFill/>
          <a:ln w="28575" cap="flat" cmpd="sng">
            <a:solidFill>
              <a:schemeClr val="dk2"/>
            </a:solidFill>
            <a:prstDash val="solid"/>
            <a:round/>
            <a:headEnd type="none" w="med" len="med"/>
            <a:tailEnd type="triangle" w="med" len="med"/>
          </a:ln>
        </p:spPr>
      </p:cxnSp>
      <p:cxnSp>
        <p:nvCxnSpPr>
          <p:cNvPr id="458" name="Google Shape;458;p45"/>
          <p:cNvCxnSpPr/>
          <p:nvPr/>
        </p:nvCxnSpPr>
        <p:spPr>
          <a:xfrm>
            <a:off x="8574225" y="4699575"/>
            <a:ext cx="0" cy="581700"/>
          </a:xfrm>
          <a:prstGeom prst="straightConnector1">
            <a:avLst/>
          </a:prstGeom>
          <a:noFill/>
          <a:ln w="28575" cap="flat" cmpd="sng">
            <a:solidFill>
              <a:schemeClr val="dk2"/>
            </a:solidFill>
            <a:prstDash val="solid"/>
            <a:round/>
            <a:headEnd type="none" w="med" len="med"/>
            <a:tailEnd type="triangle" w="med" len="med"/>
          </a:ln>
        </p:spPr>
      </p:cxnSp>
      <p:sp>
        <p:nvSpPr>
          <p:cNvPr id="459" name="Google Shape;459;p45"/>
          <p:cNvSpPr txBox="1"/>
          <p:nvPr/>
        </p:nvSpPr>
        <p:spPr>
          <a:xfrm>
            <a:off x="1305775" y="1228900"/>
            <a:ext cx="167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a:solidFill>
                  <a:schemeClr val="lt1"/>
                </a:solidFill>
                <a:latin typeface="Poppins"/>
                <a:ea typeface="Poppins"/>
                <a:cs typeface="Poppins"/>
                <a:sym typeface="Poppins"/>
              </a:rPr>
              <a:t>Text</a:t>
            </a:r>
            <a:endParaRPr sz="1100">
              <a:solidFill>
                <a:schemeClr val="lt1"/>
              </a:solidFill>
              <a:latin typeface="Poppins"/>
              <a:ea typeface="Poppins"/>
              <a:cs typeface="Poppins"/>
              <a:sym typeface="Poppins"/>
            </a:endParaRPr>
          </a:p>
          <a:p>
            <a:pPr marL="0" lvl="0" indent="0" algn="ctr" rtl="0">
              <a:spcBef>
                <a:spcPts val="0"/>
              </a:spcBef>
              <a:spcAft>
                <a:spcPts val="0"/>
              </a:spcAft>
              <a:buNone/>
            </a:pPr>
            <a:r>
              <a:rPr lang="en-US" sz="1100">
                <a:solidFill>
                  <a:schemeClr val="lt1"/>
                </a:solidFill>
                <a:latin typeface="Poppins"/>
                <a:ea typeface="Poppins"/>
                <a:cs typeface="Poppins"/>
                <a:sym typeface="Poppins"/>
              </a:rPr>
              <a:t>Goes Here</a:t>
            </a:r>
            <a:endParaRPr sz="1100">
              <a:solidFill>
                <a:schemeClr val="lt1"/>
              </a:solidFill>
              <a:latin typeface="Poppins"/>
              <a:ea typeface="Poppins"/>
              <a:cs typeface="Poppins"/>
              <a:sym typeface="Poppins"/>
            </a:endParaRPr>
          </a:p>
        </p:txBody>
      </p:sp>
      <p:sp>
        <p:nvSpPr>
          <p:cNvPr id="460" name="Google Shape;460;p45"/>
          <p:cNvSpPr txBox="1"/>
          <p:nvPr/>
        </p:nvSpPr>
        <p:spPr>
          <a:xfrm>
            <a:off x="5407525" y="1765300"/>
            <a:ext cx="167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a:solidFill>
                  <a:schemeClr val="lt1"/>
                </a:solidFill>
                <a:latin typeface="Poppins"/>
                <a:ea typeface="Poppins"/>
                <a:cs typeface="Poppins"/>
                <a:sym typeface="Poppins"/>
              </a:rPr>
              <a:t>Text</a:t>
            </a:r>
            <a:endParaRPr sz="1100">
              <a:solidFill>
                <a:schemeClr val="lt1"/>
              </a:solidFill>
              <a:latin typeface="Poppins"/>
              <a:ea typeface="Poppins"/>
              <a:cs typeface="Poppins"/>
              <a:sym typeface="Poppins"/>
            </a:endParaRPr>
          </a:p>
          <a:p>
            <a:pPr marL="0" lvl="0" indent="0" algn="ctr" rtl="0">
              <a:spcBef>
                <a:spcPts val="0"/>
              </a:spcBef>
              <a:spcAft>
                <a:spcPts val="0"/>
              </a:spcAft>
              <a:buNone/>
            </a:pPr>
            <a:r>
              <a:rPr lang="en-US" sz="1100">
                <a:solidFill>
                  <a:schemeClr val="lt1"/>
                </a:solidFill>
                <a:latin typeface="Poppins"/>
                <a:ea typeface="Poppins"/>
                <a:cs typeface="Poppins"/>
                <a:sym typeface="Poppins"/>
              </a:rPr>
              <a:t>Goes Here</a:t>
            </a:r>
            <a:endParaRPr sz="1100">
              <a:solidFill>
                <a:schemeClr val="lt1"/>
              </a:solidFill>
              <a:latin typeface="Poppins"/>
              <a:ea typeface="Poppins"/>
              <a:cs typeface="Poppins"/>
              <a:sym typeface="Poppins"/>
            </a:endParaRPr>
          </a:p>
        </p:txBody>
      </p:sp>
      <p:sp>
        <p:nvSpPr>
          <p:cNvPr id="461" name="Google Shape;461;p45"/>
          <p:cNvSpPr txBox="1"/>
          <p:nvPr/>
        </p:nvSpPr>
        <p:spPr>
          <a:xfrm>
            <a:off x="9691150" y="1243600"/>
            <a:ext cx="167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a:solidFill>
                  <a:schemeClr val="lt1"/>
                </a:solidFill>
                <a:latin typeface="Poppins"/>
                <a:ea typeface="Poppins"/>
                <a:cs typeface="Poppins"/>
                <a:sym typeface="Poppins"/>
              </a:rPr>
              <a:t>Text</a:t>
            </a:r>
            <a:endParaRPr sz="1100">
              <a:solidFill>
                <a:schemeClr val="lt1"/>
              </a:solidFill>
              <a:latin typeface="Poppins"/>
              <a:ea typeface="Poppins"/>
              <a:cs typeface="Poppins"/>
              <a:sym typeface="Poppins"/>
            </a:endParaRPr>
          </a:p>
          <a:p>
            <a:pPr marL="0" lvl="0" indent="0" algn="ctr" rtl="0">
              <a:spcBef>
                <a:spcPts val="0"/>
              </a:spcBef>
              <a:spcAft>
                <a:spcPts val="0"/>
              </a:spcAft>
              <a:buNone/>
            </a:pPr>
            <a:r>
              <a:rPr lang="en-US" sz="1100">
                <a:solidFill>
                  <a:schemeClr val="lt1"/>
                </a:solidFill>
                <a:latin typeface="Poppins"/>
                <a:ea typeface="Poppins"/>
                <a:cs typeface="Poppins"/>
                <a:sym typeface="Poppins"/>
              </a:rPr>
              <a:t>Goes Here</a:t>
            </a:r>
            <a:endParaRPr sz="1100">
              <a:solidFill>
                <a:schemeClr val="lt1"/>
              </a:solidFill>
              <a:latin typeface="Poppins"/>
              <a:ea typeface="Poppins"/>
              <a:cs typeface="Poppins"/>
              <a:sym typeface="Poppins"/>
            </a:endParaRPr>
          </a:p>
        </p:txBody>
      </p:sp>
      <p:sp>
        <p:nvSpPr>
          <p:cNvPr id="462" name="Google Shape;462;p45"/>
          <p:cNvSpPr txBox="1"/>
          <p:nvPr/>
        </p:nvSpPr>
        <p:spPr>
          <a:xfrm>
            <a:off x="7735275" y="4224200"/>
            <a:ext cx="167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a:solidFill>
                  <a:schemeClr val="lt1"/>
                </a:solidFill>
                <a:latin typeface="Poppins"/>
                <a:ea typeface="Poppins"/>
                <a:cs typeface="Poppins"/>
                <a:sym typeface="Poppins"/>
              </a:rPr>
              <a:t>Text</a:t>
            </a:r>
            <a:endParaRPr sz="1100">
              <a:solidFill>
                <a:schemeClr val="lt1"/>
              </a:solidFill>
              <a:latin typeface="Poppins"/>
              <a:ea typeface="Poppins"/>
              <a:cs typeface="Poppins"/>
              <a:sym typeface="Poppins"/>
            </a:endParaRPr>
          </a:p>
          <a:p>
            <a:pPr marL="0" lvl="0" indent="0" algn="ctr" rtl="0">
              <a:spcBef>
                <a:spcPts val="0"/>
              </a:spcBef>
              <a:spcAft>
                <a:spcPts val="0"/>
              </a:spcAft>
              <a:buNone/>
            </a:pPr>
            <a:r>
              <a:rPr lang="en-US" sz="1100">
                <a:solidFill>
                  <a:schemeClr val="lt1"/>
                </a:solidFill>
                <a:latin typeface="Poppins"/>
                <a:ea typeface="Poppins"/>
                <a:cs typeface="Poppins"/>
                <a:sym typeface="Poppins"/>
              </a:rPr>
              <a:t>Goes Here</a:t>
            </a:r>
            <a:endParaRPr sz="1100">
              <a:solidFill>
                <a:schemeClr val="lt1"/>
              </a:solidFill>
              <a:latin typeface="Poppins"/>
              <a:ea typeface="Poppins"/>
              <a:cs typeface="Poppins"/>
              <a:sym typeface="Poppins"/>
            </a:endParaRPr>
          </a:p>
        </p:txBody>
      </p:sp>
      <p:sp>
        <p:nvSpPr>
          <p:cNvPr id="463" name="Google Shape;463;p45"/>
          <p:cNvSpPr txBox="1"/>
          <p:nvPr/>
        </p:nvSpPr>
        <p:spPr>
          <a:xfrm>
            <a:off x="2990275" y="4148000"/>
            <a:ext cx="167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a:solidFill>
                  <a:schemeClr val="lt1"/>
                </a:solidFill>
                <a:latin typeface="Poppins"/>
                <a:ea typeface="Poppins"/>
                <a:cs typeface="Poppins"/>
                <a:sym typeface="Poppins"/>
              </a:rPr>
              <a:t>Text</a:t>
            </a:r>
            <a:endParaRPr sz="1100">
              <a:solidFill>
                <a:schemeClr val="lt1"/>
              </a:solidFill>
              <a:latin typeface="Poppins"/>
              <a:ea typeface="Poppins"/>
              <a:cs typeface="Poppins"/>
              <a:sym typeface="Poppins"/>
            </a:endParaRPr>
          </a:p>
          <a:p>
            <a:pPr marL="0" lvl="0" indent="0" algn="ctr" rtl="0">
              <a:spcBef>
                <a:spcPts val="0"/>
              </a:spcBef>
              <a:spcAft>
                <a:spcPts val="0"/>
              </a:spcAft>
              <a:buNone/>
            </a:pPr>
            <a:r>
              <a:rPr lang="en-US" sz="1100">
                <a:solidFill>
                  <a:schemeClr val="lt1"/>
                </a:solidFill>
                <a:latin typeface="Poppins"/>
                <a:ea typeface="Poppins"/>
                <a:cs typeface="Poppins"/>
                <a:sym typeface="Poppins"/>
              </a:rPr>
              <a:t>Goes Here</a:t>
            </a:r>
            <a:endParaRPr sz="1100">
              <a:solidFill>
                <a:schemeClr val="lt1"/>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2|48.9|4.7|13.9|41.2"/>
</p:tagLst>
</file>

<file path=ppt/theme/theme1.xml><?xml version="1.0" encoding="utf-8"?>
<a:theme xmlns:a="http://schemas.openxmlformats.org/drawingml/2006/main" name="Percona 2023 Colour Palette">
  <a:themeElements>
    <a:clrScheme name="Percona">
      <a:dk1>
        <a:srgbClr val="0E1A53"/>
      </a:dk1>
      <a:lt1>
        <a:srgbClr val="FFFFFF"/>
      </a:lt1>
      <a:dk2>
        <a:srgbClr val="0E1A53"/>
      </a:dk2>
      <a:lt2>
        <a:srgbClr val="F24500"/>
      </a:lt2>
      <a:accent1>
        <a:srgbClr val="FF7E1A"/>
      </a:accent1>
      <a:accent2>
        <a:srgbClr val="1486FF"/>
      </a:accent2>
      <a:accent3>
        <a:srgbClr val="F0B336"/>
      </a:accent3>
      <a:accent4>
        <a:srgbClr val="30D1B2"/>
      </a:accent4>
      <a:accent5>
        <a:srgbClr val="A86FEF"/>
      </a:accent5>
      <a:accent6>
        <a:srgbClr val="697793"/>
      </a:accent6>
      <a:hlink>
        <a:srgbClr val="1486FF"/>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8677</TotalTime>
  <Words>1835</Words>
  <Application>Microsoft Macintosh PowerPoint</Application>
  <PresentationFormat>Widescreen</PresentationFormat>
  <Paragraphs>361</Paragraphs>
  <Slides>38</Slides>
  <Notes>37</Notes>
  <HiddenSlides>23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Poppins</vt:lpstr>
      <vt:lpstr>Poppins Medium</vt:lpstr>
      <vt:lpstr>Arial</vt:lpstr>
      <vt:lpstr>Poppins SemiBold</vt:lpstr>
      <vt:lpstr>Slack-Lato</vt:lpstr>
      <vt:lpstr>Google Sans</vt:lpstr>
      <vt:lpstr>Calibri</vt:lpstr>
      <vt:lpstr>Open Sans</vt:lpstr>
      <vt:lpstr>Percona 2023 Colour Palette</vt:lpstr>
      <vt:lpstr>30 Years of MySQL: Reflections on the Past, Present, and Future</vt:lpstr>
      <vt:lpstr>30 years ago</vt:lpstr>
      <vt:lpstr>How was the IT world back to 1995</vt:lpstr>
      <vt:lpstr>How was the IT world back to 1995</vt:lpstr>
      <vt:lpstr>Evolution of the Dolphin</vt:lpstr>
      <vt:lpstr>Evolution of the Dolphin</vt:lpstr>
      <vt:lpstr>Evolution of the Dolphin</vt:lpstr>
      <vt:lpstr>Evolution of the Dolphin</vt:lpstr>
      <vt:lpstr>Evolution of the Dolphin</vt:lpstr>
      <vt:lpstr>Testimonials</vt:lpstr>
      <vt:lpstr>Testimonials</vt:lpstr>
      <vt:lpstr>Testimonials</vt:lpstr>
      <vt:lpstr>Questions?</vt:lpstr>
      <vt:lpstr>PowerPoint Presentation</vt:lpstr>
      <vt:lpstr>PowerPoint Presentation</vt:lpstr>
      <vt:lpstr>Importing slides from another slide deck</vt:lpstr>
      <vt:lpstr>Colour/Color Palette </vt:lpstr>
      <vt:lpstr>PowerPoint Presentation</vt:lpstr>
      <vt:lpstr>Title here </vt:lpstr>
      <vt:lpstr>Title here </vt:lpstr>
      <vt:lpstr>Title here - Poppins Medium size 34 colour #oe1a53</vt:lpstr>
      <vt:lpstr>Title Here</vt:lpstr>
      <vt:lpstr>Title Here</vt:lpstr>
      <vt:lpstr>PowerPoint Presentation</vt:lpstr>
      <vt:lpstr>Title Here</vt:lpstr>
      <vt:lpstr>Section Cover</vt:lpstr>
      <vt:lpstr>Section Cover</vt:lpstr>
      <vt:lpstr>Section Cover</vt:lpstr>
      <vt:lpstr>Section Cover</vt:lpstr>
      <vt:lpstr>Section Cover</vt:lpstr>
      <vt:lpstr>PowerPoint Presentation</vt:lpstr>
      <vt:lpstr>Extras</vt:lpstr>
      <vt:lpstr>PowerPoint Presentation</vt:lpstr>
      <vt:lpstr>Title here -Poppins Medium Size 34</vt:lpstr>
      <vt:lpstr>PowerPoint Presentation</vt:lpstr>
      <vt:lpstr>Title here</vt:lpstr>
      <vt:lpstr>PowerPoint Presentation</vt:lpstr>
      <vt:lpstr>Title here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Vinicius Grippa</cp:lastModifiedBy>
  <cp:revision>3</cp:revision>
  <dcterms:modified xsi:type="dcterms:W3CDTF">2026-01-25T21:25:16Z</dcterms:modified>
</cp:coreProperties>
</file>