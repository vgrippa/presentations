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7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defaultTextStyle>
  <p:extLst>
    <p:ext uri="{EFAFB233-063F-42B5-8137-9DF3F51BA10A}">
      <p15:sldGuideLst xmlns:p15="http://schemas.microsoft.com/office/powerpoint/2012/main">
        <p15:guide id="1" orient="horz" pos="576">
          <p15:clr>
            <a:srgbClr val="A4A3A4"/>
          </p15:clr>
        </p15:guide>
        <p15:guide id="2" pos="576">
          <p15:clr>
            <a:srgbClr val="A4A3A4"/>
          </p15:clr>
        </p15:guide>
        <p15:guide id="3" orient="horz" pos="115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guide orient="horz" pos="576"/>
        <p:guide pos="576"/>
        <p:guide orient="horz" pos="11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uFillTx/>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uFillTx/>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uFillTx/>
                <a:latin typeface="Calibri"/>
                <a:ea typeface="Calibri"/>
                <a:cs typeface="Calibri"/>
                <a:sym typeface="Calibri"/>
              </a:rPr>
              <a:t>‹#›</a:t>
            </a:fld>
            <a:endParaRPr sz="1200" b="0" i="0" u="none" strike="noStrike" cap="none">
              <a:solidFill>
                <a:schemeClr val="dk1"/>
              </a:solidFill>
              <a:uFillTx/>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en.wikipedia.org/wiki/Salt_(cryptography)" TargetMode="External"/><Relationship Id="rId2" Type="http://schemas.openxmlformats.org/officeDocument/2006/relationships/slide" Target="../slides/slide48.xml"/><Relationship Id="rId1" Type="http://schemas.openxmlformats.org/officeDocument/2006/relationships/notesMaster" Target="../notesMasters/notesMaster1.xml"/><Relationship Id="rId4" Type="http://schemas.openxmlformats.org/officeDocument/2006/relationships/hyperlink" Target="https://simple.wikipedia.org/wiki/Cryptographic_hash_function" TargetMode="Externa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58ee0e941c_0_18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11" name="Google Shape;111;g58ee0e941c_0_1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23" name="Google Shape;12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42" name="Google Shape;14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58ee0e941c_0_3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48" name="Google Shape;148;g58ee0e941c_0_3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58ee0e941c_0_3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54" name="Google Shape;154;g58ee0e941c_0_3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58ee0e941c_0_3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60" name="Google Shape;160;g58ee0e941c_0_3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66" name="Google Shape;16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58ee0e941c_0_6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uFillTx/>
              </a:rPr>
              <a:t>SSL comes with a cost in Performance (around 10-20%)</a:t>
            </a:r>
            <a:endParaRPr>
              <a:uFillTx/>
            </a:endParaRPr>
          </a:p>
        </p:txBody>
      </p:sp>
      <p:sp>
        <p:nvSpPr>
          <p:cNvPr id="173" name="Google Shape;173;g58ee0e941c_0_6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58ee0e941c_0_6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79" name="Google Shape;179;g58ee0e941c_0_6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58ee0e941c_0_6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85" name="Google Shape;185;g58ee0e941c_0_6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58ee0e941c_0_6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91" name="Google Shape;191;g58ee0e941c_0_6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58ee0e941c_0_6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197" name="Google Shape;197;g58ee0e941c_0_6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03" name="Google Shape;20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10" name="Google Shape;21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16" name="Google Shape;21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22" name="Google Shape;22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58ee0e941c_0_10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28" name="Google Shape;228;g58ee0e941c_0_10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34" name="Google Shape;23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40" name="Google Shape;24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46" name="Google Shape;24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58ee0e941c_0_128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60000"/>
              </a:lnSpc>
              <a:spcBef>
                <a:spcPts val="0"/>
              </a:spcBef>
              <a:spcAft>
                <a:spcPts val="0"/>
              </a:spcAft>
              <a:buClr>
                <a:srgbClr val="000000"/>
              </a:buClr>
              <a:buSzPts val="1100"/>
              <a:buFont typeface="Arial"/>
              <a:buNone/>
            </a:pPr>
            <a:r>
              <a:rPr lang="en-US" sz="1000">
                <a:highlight>
                  <a:srgbClr val="FFFFFF"/>
                </a:highlight>
                <a:uFillTx/>
                <a:latin typeface="Courier New"/>
                <a:ea typeface="Courier New"/>
                <a:cs typeface="Courier New"/>
                <a:sym typeface="Courier New"/>
              </a:rPr>
              <a:t>0</a:t>
            </a:r>
            <a:r>
              <a:rPr lang="en-US" sz="1000">
                <a:solidFill>
                  <a:srgbClr val="555555"/>
                </a:solidFill>
                <a:highlight>
                  <a:srgbClr val="FFFFFF"/>
                </a:highlight>
                <a:uFillTx/>
              </a:rPr>
              <a:t> or </a:t>
            </a:r>
            <a:r>
              <a:rPr lang="en-US" sz="1000">
                <a:highlight>
                  <a:srgbClr val="FFFFFF"/>
                </a:highlight>
                <a:uFillTx/>
                <a:latin typeface="Courier New"/>
                <a:ea typeface="Courier New"/>
                <a:cs typeface="Courier New"/>
                <a:sym typeface="Courier New"/>
              </a:rPr>
              <a:t>LOW</a:t>
            </a:r>
            <a:endParaRPr sz="1000">
              <a:highlight>
                <a:srgbClr val="FFFFFF"/>
              </a:highlight>
              <a:uFillTx/>
              <a:latin typeface="Courier New"/>
              <a:ea typeface="Courier New"/>
              <a:cs typeface="Courier New"/>
              <a:sym typeface="Courier New"/>
            </a:endParaRPr>
          </a:p>
          <a:p>
            <a:pPr marL="0" lvl="0" indent="0" algn="l" rtl="0">
              <a:lnSpc>
                <a:spcPct val="160000"/>
              </a:lnSpc>
              <a:spcBef>
                <a:spcPts val="0"/>
              </a:spcBef>
              <a:spcAft>
                <a:spcPts val="0"/>
              </a:spcAft>
              <a:buClr>
                <a:srgbClr val="000000"/>
              </a:buClr>
              <a:buSzPts val="1100"/>
              <a:buFont typeface="Arial"/>
              <a:buNone/>
            </a:pPr>
            <a:r>
              <a:rPr lang="en-US" sz="1000">
                <a:solidFill>
                  <a:srgbClr val="555555"/>
                </a:solidFill>
                <a:highlight>
                  <a:srgbClr val="FFFFFF"/>
                </a:highlight>
                <a:uFillTx/>
              </a:rPr>
              <a:t>Length</a:t>
            </a:r>
            <a:endParaRPr sz="1000">
              <a:solidFill>
                <a:srgbClr val="555555"/>
              </a:solidFill>
              <a:highlight>
                <a:srgbClr val="FFFFFF"/>
              </a:highlight>
              <a:uFillTx/>
            </a:endParaRPr>
          </a:p>
          <a:p>
            <a:pPr marL="0" lvl="0" indent="0" algn="l" rtl="0">
              <a:lnSpc>
                <a:spcPct val="160000"/>
              </a:lnSpc>
              <a:spcBef>
                <a:spcPts val="0"/>
              </a:spcBef>
              <a:spcAft>
                <a:spcPts val="0"/>
              </a:spcAft>
              <a:buClr>
                <a:srgbClr val="000000"/>
              </a:buClr>
              <a:buSzPts val="1100"/>
              <a:buFont typeface="Arial"/>
              <a:buNone/>
            </a:pPr>
            <a:r>
              <a:rPr lang="en-US" sz="1000">
                <a:highlight>
                  <a:srgbClr val="FFFFFF"/>
                </a:highlight>
                <a:uFillTx/>
                <a:latin typeface="Courier New"/>
                <a:ea typeface="Courier New"/>
                <a:cs typeface="Courier New"/>
                <a:sym typeface="Courier New"/>
              </a:rPr>
              <a:t>1</a:t>
            </a:r>
            <a:r>
              <a:rPr lang="en-US" sz="1000">
                <a:solidFill>
                  <a:srgbClr val="555555"/>
                </a:solidFill>
                <a:highlight>
                  <a:srgbClr val="FFFFFF"/>
                </a:highlight>
                <a:uFillTx/>
              </a:rPr>
              <a:t> or </a:t>
            </a:r>
            <a:r>
              <a:rPr lang="en-US" sz="1000">
                <a:highlight>
                  <a:srgbClr val="FFFFFF"/>
                </a:highlight>
                <a:uFillTx/>
                <a:latin typeface="Courier New"/>
                <a:ea typeface="Courier New"/>
                <a:cs typeface="Courier New"/>
                <a:sym typeface="Courier New"/>
              </a:rPr>
              <a:t>MEDIUM</a:t>
            </a:r>
            <a:endParaRPr sz="1000">
              <a:highlight>
                <a:srgbClr val="FFFFFF"/>
              </a:highlight>
              <a:uFillTx/>
              <a:latin typeface="Courier New"/>
              <a:ea typeface="Courier New"/>
              <a:cs typeface="Courier New"/>
              <a:sym typeface="Courier New"/>
            </a:endParaRPr>
          </a:p>
          <a:p>
            <a:pPr marL="0" lvl="0" indent="0" algn="l" rtl="0">
              <a:lnSpc>
                <a:spcPct val="160000"/>
              </a:lnSpc>
              <a:spcBef>
                <a:spcPts val="0"/>
              </a:spcBef>
              <a:spcAft>
                <a:spcPts val="0"/>
              </a:spcAft>
              <a:buClr>
                <a:srgbClr val="000000"/>
              </a:buClr>
              <a:buSzPts val="1100"/>
              <a:buFont typeface="Arial"/>
              <a:buNone/>
            </a:pPr>
            <a:r>
              <a:rPr lang="en-US" sz="1000">
                <a:solidFill>
                  <a:srgbClr val="555555"/>
                </a:solidFill>
                <a:highlight>
                  <a:srgbClr val="FFFFFF"/>
                </a:highlight>
                <a:uFillTx/>
              </a:rPr>
              <a:t>Length; numeric, lowercase/uppercase, and special characters</a:t>
            </a:r>
            <a:endParaRPr sz="1000">
              <a:solidFill>
                <a:srgbClr val="555555"/>
              </a:solidFill>
              <a:highlight>
                <a:srgbClr val="FFFFFF"/>
              </a:highlight>
              <a:uFillTx/>
            </a:endParaRPr>
          </a:p>
          <a:p>
            <a:pPr marL="0" lvl="0" indent="0" algn="l" rtl="0">
              <a:lnSpc>
                <a:spcPct val="160000"/>
              </a:lnSpc>
              <a:spcBef>
                <a:spcPts val="0"/>
              </a:spcBef>
              <a:spcAft>
                <a:spcPts val="0"/>
              </a:spcAft>
              <a:buClr>
                <a:srgbClr val="000000"/>
              </a:buClr>
              <a:buSzPts val="1100"/>
              <a:buFont typeface="Arial"/>
              <a:buNone/>
            </a:pPr>
            <a:r>
              <a:rPr lang="en-US" sz="1000">
                <a:highlight>
                  <a:srgbClr val="FFFFFF"/>
                </a:highlight>
                <a:uFillTx/>
                <a:latin typeface="Courier New"/>
                <a:ea typeface="Courier New"/>
                <a:cs typeface="Courier New"/>
                <a:sym typeface="Courier New"/>
              </a:rPr>
              <a:t>2</a:t>
            </a:r>
            <a:r>
              <a:rPr lang="en-US" sz="1000">
                <a:solidFill>
                  <a:srgbClr val="555555"/>
                </a:solidFill>
                <a:highlight>
                  <a:srgbClr val="FFFFFF"/>
                </a:highlight>
                <a:uFillTx/>
              </a:rPr>
              <a:t> or </a:t>
            </a:r>
            <a:r>
              <a:rPr lang="en-US" sz="1000">
                <a:highlight>
                  <a:srgbClr val="FFFFFF"/>
                </a:highlight>
                <a:uFillTx/>
                <a:latin typeface="Courier New"/>
                <a:ea typeface="Courier New"/>
                <a:cs typeface="Courier New"/>
                <a:sym typeface="Courier New"/>
              </a:rPr>
              <a:t>STRONG</a:t>
            </a:r>
            <a:endParaRPr sz="1000">
              <a:highlight>
                <a:srgbClr val="FFFFFF"/>
              </a:highlight>
              <a:uFillTx/>
              <a:latin typeface="Courier New"/>
              <a:ea typeface="Courier New"/>
              <a:cs typeface="Courier New"/>
              <a:sym typeface="Courier New"/>
            </a:endParaRPr>
          </a:p>
          <a:p>
            <a:pPr marL="0" lvl="0" indent="0" algn="l" rtl="0">
              <a:lnSpc>
                <a:spcPct val="160000"/>
              </a:lnSpc>
              <a:spcBef>
                <a:spcPts val="0"/>
              </a:spcBef>
              <a:spcAft>
                <a:spcPts val="0"/>
              </a:spcAft>
              <a:buClr>
                <a:srgbClr val="000000"/>
              </a:buClr>
              <a:buSzPts val="1100"/>
              <a:buFont typeface="Arial"/>
              <a:buNone/>
            </a:pPr>
            <a:r>
              <a:rPr lang="en-US" sz="1000">
                <a:solidFill>
                  <a:srgbClr val="555555"/>
                </a:solidFill>
                <a:highlight>
                  <a:srgbClr val="FFFFFF"/>
                </a:highlight>
                <a:uFillTx/>
              </a:rPr>
              <a:t>Length; numeric, lowercase/uppercase, and special characters; dictionary file</a:t>
            </a:r>
            <a:endParaRPr sz="1000">
              <a:solidFill>
                <a:srgbClr val="555555"/>
              </a:solidFill>
              <a:highlight>
                <a:srgbClr val="FFFFFF"/>
              </a:highlight>
              <a:uFillTx/>
            </a:endParaRPr>
          </a:p>
          <a:p>
            <a:pPr marL="0" lvl="0" indent="0" algn="l" rtl="0">
              <a:spcBef>
                <a:spcPts val="0"/>
              </a:spcBef>
              <a:spcAft>
                <a:spcPts val="0"/>
              </a:spcAft>
              <a:buNone/>
            </a:pPr>
            <a:endParaRPr>
              <a:uFillTx/>
            </a:endParaRPr>
          </a:p>
        </p:txBody>
      </p:sp>
      <p:sp>
        <p:nvSpPr>
          <p:cNvPr id="252" name="Google Shape;252;g58ee0e941c_0_12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58ee0e941c_0_12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58" name="Google Shape;258;g58ee0e941c_0_12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64" name="Google Shape;26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71" name="Google Shape;27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77" name="Google Shape;27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83" name="Google Shape;28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g58ee0e941c_0_11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89" name="Google Shape;289;g58ee0e941c_0_11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58ee0e941c_0_11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295" name="Google Shape;295;g58ee0e941c_0_11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01" name="Google Shape;30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08" name="Google Shape;30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14" name="Google Shape;31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20" name="Google Shape;32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26" name="Google Shape;32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33" name="Google Shape;33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39" name="Google Shape;33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45" name="Google Shape;34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52" name="Google Shape;35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58" name="Google Shape;358;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64" name="Google Shape;364;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70" name="Google Shape;370;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376" name="Google Shape;37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58ee0e941c_0_47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rgbClr val="141412"/>
                </a:solidFill>
                <a:highlight>
                  <a:srgbClr val="FFFFFF"/>
                </a:highlight>
                <a:uFillTx/>
              </a:rPr>
              <a:t>mysql_native_password relies on SHA1 algorithm </a:t>
            </a:r>
            <a:endParaRPr sz="1200">
              <a:solidFill>
                <a:srgbClr val="141412"/>
              </a:solidFill>
              <a:highlight>
                <a:srgbClr val="FFFFFF"/>
              </a:highlight>
              <a:uFillTx/>
            </a:endParaRPr>
          </a:p>
          <a:p>
            <a:pPr marL="0" lvl="0" indent="0" algn="l" rtl="0">
              <a:spcBef>
                <a:spcPts val="0"/>
              </a:spcBef>
              <a:spcAft>
                <a:spcPts val="0"/>
              </a:spcAft>
              <a:buNone/>
            </a:pPr>
            <a:r>
              <a:rPr lang="en-US" sz="1200">
                <a:solidFill>
                  <a:srgbClr val="141412"/>
                </a:solidFill>
                <a:highlight>
                  <a:srgbClr val="FFFFFF"/>
                </a:highlight>
                <a:uFillTx/>
              </a:rPr>
              <a:t>Rainbow tables can be used to perform a brute force attack</a:t>
            </a:r>
            <a:endParaRPr sz="1200">
              <a:solidFill>
                <a:srgbClr val="141412"/>
              </a:solidFill>
              <a:highlight>
                <a:srgbClr val="FFFFFF"/>
              </a:highlight>
              <a:uFillTx/>
            </a:endParaRPr>
          </a:p>
          <a:p>
            <a:pPr marL="0" lvl="0" indent="0" algn="l" rtl="0">
              <a:spcBef>
                <a:spcPts val="0"/>
              </a:spcBef>
              <a:spcAft>
                <a:spcPts val="0"/>
              </a:spcAft>
              <a:buNone/>
            </a:pPr>
            <a:endParaRPr sz="1200">
              <a:solidFill>
                <a:srgbClr val="141412"/>
              </a:solidFill>
              <a:highlight>
                <a:srgbClr val="FFFFFF"/>
              </a:highlight>
              <a:uFillTx/>
            </a:endParaRPr>
          </a:p>
        </p:txBody>
      </p:sp>
      <p:sp>
        <p:nvSpPr>
          <p:cNvPr id="383" name="Google Shape;383;g58ee0e941c_0_4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g58ee0e941c_0_4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58ee0e941c_0_4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g58ee0e941c_0_4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58ee0e941c_0_4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rgbClr val="141412"/>
                </a:solidFill>
                <a:highlight>
                  <a:srgbClr val="FFFFFF"/>
                </a:highlight>
                <a:uFillTx/>
              </a:rPr>
              <a:t>To avoid that, </a:t>
            </a:r>
            <a:r>
              <a:rPr lang="en-US" sz="1200" u="sng">
                <a:solidFill>
                  <a:srgbClr val="BC360A"/>
                </a:solidFill>
                <a:highlight>
                  <a:srgbClr val="FFFFFF"/>
                </a:highlight>
                <a:uFillTx/>
                <a:hlinkClick r:id="rId3"/>
              </a:rPr>
              <a:t>salt</a:t>
            </a:r>
            <a:r>
              <a:rPr lang="en-US" sz="1200">
                <a:solidFill>
                  <a:srgbClr val="141412"/>
                </a:solidFill>
                <a:highlight>
                  <a:srgbClr val="FFFFFF"/>
                </a:highlight>
                <a:uFillTx/>
              </a:rPr>
              <a:t> should be used. Salt is basically a random number that is used as one of the inputs to </a:t>
            </a:r>
            <a:r>
              <a:rPr lang="en-US" sz="1200" u="sng">
                <a:solidFill>
                  <a:srgbClr val="BC360A"/>
                </a:solidFill>
                <a:highlight>
                  <a:srgbClr val="FFFFFF"/>
                </a:highlight>
                <a:uFillTx/>
                <a:hlinkClick r:id="rId4"/>
              </a:rPr>
              <a:t>cryptographic hash functions</a:t>
            </a:r>
            <a:r>
              <a:rPr lang="en-US" sz="1200">
                <a:solidFill>
                  <a:srgbClr val="141412"/>
                </a:solidFill>
                <a:highlight>
                  <a:srgbClr val="FFFFFF"/>
                </a:highlight>
                <a:uFillTx/>
              </a:rPr>
              <a:t> used to transform user passwords. Since salt is random and different for each execution, even if two users use the same passwords, the end result of transformation would look very different</a:t>
            </a:r>
            <a:endParaRPr>
              <a:uFillTx/>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g58ee0e941c_0_4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01" name="Google Shape;401;g58ee0e941c_0_4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g58ee0e941c_0_4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07" name="Google Shape;407;g58ee0e941c_0_4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58ee0e941c_0_4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13" name="Google Shape;413;g58ee0e941c_0_4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19" name="Google Shape;419;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g58ee0e941c_0_90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26" name="Google Shape;426;g58ee0e941c_0_9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g58ee0e941c_0_9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32" name="Google Shape;432;g58ee0e941c_0_9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g58ee0e941c_0_9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38" name="Google Shape;438;g58ee0e941c_0_9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g58ee0e941c_0_9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44" name="Google Shape;444;g58ee0e941c_0_9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g58ee0e941c_0_9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50" name="Google Shape;450;g58ee0e941c_0_9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56" name="Google Shape;45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58ee0e941c_0_7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63" name="Google Shape;463;g58ee0e941c_0_7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g58ee0e941c_0_7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69" name="Google Shape;469;g58ee0e941c_0_7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g58ee0e941c_0_7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75" name="Google Shape;475;g58ee0e941c_0_7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g58ee0e941c_0_7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81" name="Google Shape;481;g58ee0e941c_0_7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g58ee0e941c_0_7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87" name="Google Shape;487;g58ee0e941c_0_7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493" name="Google Shape;493;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
        <p:nvSpPr>
          <p:cNvPr id="500" name="Google Shape;500;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g615ee16f34_2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615ee16f34_2_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g615ee16f34_2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615ee16f34_2_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14"/>
        <p:cNvGrpSpPr/>
        <p:nvPr/>
      </p:nvGrpSpPr>
      <p:grpSpPr>
        <a:xfrm>
          <a:off x="0" y="0"/>
          <a:ext cx="0" cy="0"/>
          <a:chOff x="0" y="0"/>
          <a:chExt cx="0" cy="0"/>
        </a:xfrm>
      </p:grpSpPr>
      <p:pic>
        <p:nvPicPr>
          <p:cNvPr id="15" name="Google Shape;15;p2" descr="plbg.png"/>
          <p:cNvPicPr preferRelativeResize="0"/>
          <p:nvPr/>
        </p:nvPicPr>
        <p:blipFill rotWithShape="1">
          <a:blip r:embed="rId2"/>
          <a:srcRect/>
          <a:stretch/>
        </p:blipFill>
        <p:spPr>
          <a:xfrm>
            <a:off x="0" y="0"/>
            <a:ext cx="12192000" cy="6858000"/>
          </a:xfrm>
          <a:prstGeom prst="rect">
            <a:avLst/>
          </a:prstGeom>
          <a:noFill/>
          <a:ln>
            <a:noFill/>
          </a:ln>
        </p:spPr>
      </p:pic>
      <p:sp>
        <p:nvSpPr>
          <p:cNvPr id="16" name="Google Shape;16;p2"/>
          <p:cNvSpPr txBox="1">
            <a:spLocks noGrp="1"/>
          </p:cNvSpPr>
          <p:nvPr>
            <p:ph type="ctrTitle"/>
          </p:nvPr>
        </p:nvSpPr>
        <p:spPr>
          <a:xfrm>
            <a:off x="390939" y="1087826"/>
            <a:ext cx="7490700" cy="2422200"/>
          </a:xfrm>
          <a:prstGeom prst="rect">
            <a:avLst/>
          </a:prstGeom>
          <a:noFill/>
          <a:ln>
            <a:noFill/>
          </a:ln>
        </p:spPr>
        <p:txBody>
          <a:bodyPr spcFirstLastPara="1" wrap="square" lIns="45700" tIns="22875" rIns="45700" bIns="22875" anchor="b" anchorCtr="0">
            <a:noAutofit/>
          </a:bodyPr>
          <a:lstStyle>
            <a:lvl1pPr lvl="0" algn="r">
              <a:lnSpc>
                <a:spcPct val="90000"/>
              </a:lnSpc>
              <a:spcBef>
                <a:spcPts val="0"/>
              </a:spcBef>
              <a:spcAft>
                <a:spcPts val="0"/>
              </a:spcAft>
              <a:buClr>
                <a:schemeClr val="accent4"/>
              </a:buClr>
              <a:buSzPts val="3100"/>
              <a:buFont typeface="Arial"/>
              <a:buNone/>
              <a:defRPr sz="3100">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17" name="Google Shape;17;p2"/>
          <p:cNvSpPr txBox="1">
            <a:spLocks noGrp="1"/>
          </p:cNvSpPr>
          <p:nvPr>
            <p:ph type="subTitle" idx="1"/>
          </p:nvPr>
        </p:nvSpPr>
        <p:spPr>
          <a:xfrm>
            <a:off x="390939" y="3476488"/>
            <a:ext cx="7490700" cy="1679700"/>
          </a:xfrm>
          <a:prstGeom prst="rect">
            <a:avLst/>
          </a:prstGeom>
          <a:noFill/>
          <a:ln>
            <a:noFill/>
          </a:ln>
        </p:spPr>
        <p:txBody>
          <a:bodyPr spcFirstLastPara="1" wrap="square" lIns="45700" tIns="22875" rIns="45700" bIns="22875" anchor="t" anchorCtr="0">
            <a:noAutofit/>
          </a:bodyPr>
          <a:lstStyle>
            <a:lvl1pPr lvl="0" algn="r">
              <a:lnSpc>
                <a:spcPct val="90000"/>
              </a:lnSpc>
              <a:spcBef>
                <a:spcPts val="500"/>
              </a:spcBef>
              <a:spcAft>
                <a:spcPts val="0"/>
              </a:spcAft>
              <a:buClr>
                <a:schemeClr val="dk2"/>
              </a:buClr>
              <a:buSzPts val="2000"/>
              <a:buNone/>
              <a:defRPr sz="2000">
                <a:solidFill>
                  <a:schemeClr val="dk2"/>
                </a:solidFill>
                <a:uFillTx/>
              </a:defRPr>
            </a:lvl1pPr>
            <a:lvl2pPr lvl="1" algn="ctr">
              <a:lnSpc>
                <a:spcPct val="90000"/>
              </a:lnSpc>
              <a:spcBef>
                <a:spcPts val="300"/>
              </a:spcBef>
              <a:spcAft>
                <a:spcPts val="0"/>
              </a:spcAft>
              <a:buClr>
                <a:schemeClr val="dk2"/>
              </a:buClr>
              <a:buSzPts val="1100"/>
              <a:buNone/>
              <a:defRPr sz="1100">
                <a:uFillTx/>
              </a:defRPr>
            </a:lvl2pPr>
            <a:lvl3pPr lvl="2" algn="ctr">
              <a:lnSpc>
                <a:spcPct val="90000"/>
              </a:lnSpc>
              <a:spcBef>
                <a:spcPts val="300"/>
              </a:spcBef>
              <a:spcAft>
                <a:spcPts val="0"/>
              </a:spcAft>
              <a:buClr>
                <a:schemeClr val="dk2"/>
              </a:buClr>
              <a:buSzPts val="900"/>
              <a:buNone/>
              <a:defRPr sz="900">
                <a:uFillTx/>
              </a:defRPr>
            </a:lvl3pPr>
            <a:lvl4pPr lvl="3" algn="ctr">
              <a:lnSpc>
                <a:spcPct val="90000"/>
              </a:lnSpc>
              <a:spcBef>
                <a:spcPts val="300"/>
              </a:spcBef>
              <a:spcAft>
                <a:spcPts val="0"/>
              </a:spcAft>
              <a:buClr>
                <a:schemeClr val="dk2"/>
              </a:buClr>
              <a:buSzPts val="800"/>
              <a:buNone/>
              <a:defRPr sz="800">
                <a:uFillTx/>
              </a:defRPr>
            </a:lvl4pPr>
            <a:lvl5pPr lvl="4" algn="ctr">
              <a:lnSpc>
                <a:spcPct val="90000"/>
              </a:lnSpc>
              <a:spcBef>
                <a:spcPts val="300"/>
              </a:spcBef>
              <a:spcAft>
                <a:spcPts val="0"/>
              </a:spcAft>
              <a:buClr>
                <a:schemeClr val="dk2"/>
              </a:buClr>
              <a:buSzPts val="800"/>
              <a:buNone/>
              <a:defRPr sz="800">
                <a:uFillTx/>
              </a:defRPr>
            </a:lvl5pPr>
            <a:lvl6pPr lvl="5" algn="ctr">
              <a:lnSpc>
                <a:spcPct val="90000"/>
              </a:lnSpc>
              <a:spcBef>
                <a:spcPts val="300"/>
              </a:spcBef>
              <a:spcAft>
                <a:spcPts val="0"/>
              </a:spcAft>
              <a:buClr>
                <a:schemeClr val="dk1"/>
              </a:buClr>
              <a:buSzPts val="800"/>
              <a:buNone/>
              <a:defRPr sz="800">
                <a:uFillTx/>
              </a:defRPr>
            </a:lvl6pPr>
            <a:lvl7pPr lvl="6" algn="ctr">
              <a:lnSpc>
                <a:spcPct val="90000"/>
              </a:lnSpc>
              <a:spcBef>
                <a:spcPts val="300"/>
              </a:spcBef>
              <a:spcAft>
                <a:spcPts val="0"/>
              </a:spcAft>
              <a:buClr>
                <a:schemeClr val="dk1"/>
              </a:buClr>
              <a:buSzPts val="800"/>
              <a:buNone/>
              <a:defRPr sz="800">
                <a:uFillTx/>
              </a:defRPr>
            </a:lvl7pPr>
            <a:lvl8pPr lvl="7" algn="ctr">
              <a:lnSpc>
                <a:spcPct val="90000"/>
              </a:lnSpc>
              <a:spcBef>
                <a:spcPts val="300"/>
              </a:spcBef>
              <a:spcAft>
                <a:spcPts val="0"/>
              </a:spcAft>
              <a:buClr>
                <a:schemeClr val="dk1"/>
              </a:buClr>
              <a:buSzPts val="800"/>
              <a:buNone/>
              <a:defRPr sz="800">
                <a:uFillTx/>
              </a:defRPr>
            </a:lvl8pPr>
            <a:lvl9pPr lvl="8" algn="ctr">
              <a:lnSpc>
                <a:spcPct val="90000"/>
              </a:lnSpc>
              <a:spcBef>
                <a:spcPts val="300"/>
              </a:spcBef>
              <a:spcAft>
                <a:spcPts val="0"/>
              </a:spcAft>
              <a:buClr>
                <a:schemeClr val="dk1"/>
              </a:buClr>
              <a:buSzPts val="800"/>
              <a:buNone/>
              <a:defRPr sz="800">
                <a:uFillTx/>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838200" y="365125"/>
            <a:ext cx="10515600" cy="1325700"/>
          </a:xfrm>
          <a:prstGeom prst="rect">
            <a:avLst/>
          </a:prstGeom>
          <a:noFill/>
          <a:ln>
            <a:noFill/>
          </a:ln>
        </p:spPr>
        <p:txBody>
          <a:bodyPr spcFirstLastPara="1" wrap="square" lIns="45700" tIns="22875" rIns="45700" bIns="22875" anchor="ctr" anchorCtr="0">
            <a:noAutofit/>
          </a:bodyPr>
          <a:lstStyle>
            <a:lvl1pPr lvl="0" algn="l">
              <a:lnSpc>
                <a:spcPct val="90000"/>
              </a:lnSpc>
              <a:spcBef>
                <a:spcPts val="0"/>
              </a:spcBef>
              <a:spcAft>
                <a:spcPts val="0"/>
              </a:spcAft>
              <a:buClr>
                <a:schemeClr val="accent4"/>
              </a:buClr>
              <a:buSzPts val="4000"/>
              <a:buFont typeface="Arial"/>
              <a:buNone/>
              <a:defRPr>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20" name="Google Shape;20;p3"/>
          <p:cNvSpPr txBox="1">
            <a:spLocks noGrp="1"/>
          </p:cNvSpPr>
          <p:nvPr>
            <p:ph type="body" idx="1"/>
          </p:nvPr>
        </p:nvSpPr>
        <p:spPr>
          <a:xfrm>
            <a:off x="838200" y="1825625"/>
            <a:ext cx="10515600" cy="4351200"/>
          </a:xfrm>
          <a:prstGeom prst="rect">
            <a:avLst/>
          </a:prstGeom>
          <a:noFill/>
          <a:ln>
            <a:noFill/>
          </a:ln>
        </p:spPr>
        <p:txBody>
          <a:bodyPr spcFirstLastPara="1" wrap="square" lIns="45700" tIns="22875" rIns="45700" bIns="22875" anchor="t" anchorCtr="0">
            <a:noAutofit/>
          </a:bodyPr>
          <a:lstStyle>
            <a:lvl1pPr marL="457200" lvl="0" indent="-228600" algn="l">
              <a:lnSpc>
                <a:spcPct val="90000"/>
              </a:lnSpc>
              <a:spcBef>
                <a:spcPts val="500"/>
              </a:spcBef>
              <a:spcAft>
                <a:spcPts val="0"/>
              </a:spcAft>
              <a:buClr>
                <a:schemeClr val="dk2"/>
              </a:buClr>
              <a:buSzPts val="2400"/>
              <a:buNone/>
              <a:defRPr>
                <a:solidFill>
                  <a:schemeClr val="dk2"/>
                </a:solidFill>
                <a:uFillTx/>
              </a:defRPr>
            </a:lvl1pPr>
            <a:lvl2pPr marL="914400" lvl="1" indent="-355600" algn="l">
              <a:lnSpc>
                <a:spcPct val="90000"/>
              </a:lnSpc>
              <a:spcBef>
                <a:spcPts val="300"/>
              </a:spcBef>
              <a:spcAft>
                <a:spcPts val="0"/>
              </a:spcAft>
              <a:buClr>
                <a:schemeClr val="dk2"/>
              </a:buClr>
              <a:buSzPts val="2000"/>
              <a:buChar char="•"/>
              <a:defRPr>
                <a:solidFill>
                  <a:schemeClr val="dk2"/>
                </a:solidFill>
                <a:uFillTx/>
              </a:defRPr>
            </a:lvl2pPr>
            <a:lvl3pPr marL="1371600" lvl="2" indent="-349250" algn="l">
              <a:lnSpc>
                <a:spcPct val="90000"/>
              </a:lnSpc>
              <a:spcBef>
                <a:spcPts val="300"/>
              </a:spcBef>
              <a:spcAft>
                <a:spcPts val="0"/>
              </a:spcAft>
              <a:buClr>
                <a:schemeClr val="dk2"/>
              </a:buClr>
              <a:buSzPts val="1900"/>
              <a:buChar char="•"/>
              <a:defRPr>
                <a:solidFill>
                  <a:schemeClr val="dk2"/>
                </a:solidFill>
                <a:uFillTx/>
              </a:defRPr>
            </a:lvl3pPr>
            <a:lvl4pPr marL="1828800" lvl="3" indent="-330200" algn="l">
              <a:lnSpc>
                <a:spcPct val="90000"/>
              </a:lnSpc>
              <a:spcBef>
                <a:spcPts val="300"/>
              </a:spcBef>
              <a:spcAft>
                <a:spcPts val="0"/>
              </a:spcAft>
              <a:buClr>
                <a:schemeClr val="dk2"/>
              </a:buClr>
              <a:buSzPts val="1600"/>
              <a:buChar char="•"/>
              <a:defRPr>
                <a:solidFill>
                  <a:schemeClr val="dk2"/>
                </a:solidFill>
                <a:uFillTx/>
              </a:defRPr>
            </a:lvl4pPr>
            <a:lvl5pPr marL="2286000" lvl="4" indent="-330200" algn="l">
              <a:lnSpc>
                <a:spcPct val="90000"/>
              </a:lnSpc>
              <a:spcBef>
                <a:spcPts val="300"/>
              </a:spcBef>
              <a:spcAft>
                <a:spcPts val="0"/>
              </a:spcAft>
              <a:buClr>
                <a:schemeClr val="dk2"/>
              </a:buClr>
              <a:buSzPts val="1600"/>
              <a:buChar char="•"/>
              <a:defRPr>
                <a:solidFill>
                  <a:schemeClr val="dk2"/>
                </a:solidFill>
                <a:uFillTx/>
              </a:defRPr>
            </a:lvl5pPr>
            <a:lvl6pPr marL="2743200" lvl="5" indent="-285750" algn="l">
              <a:lnSpc>
                <a:spcPct val="90000"/>
              </a:lnSpc>
              <a:spcBef>
                <a:spcPts val="300"/>
              </a:spcBef>
              <a:spcAft>
                <a:spcPts val="0"/>
              </a:spcAft>
              <a:buClr>
                <a:schemeClr val="dk1"/>
              </a:buClr>
              <a:buSzPts val="900"/>
              <a:buChar char="•"/>
              <a:defRPr>
                <a:uFillTx/>
              </a:defRPr>
            </a:lvl6pPr>
            <a:lvl7pPr marL="3200400" lvl="6" indent="-285750" algn="l">
              <a:lnSpc>
                <a:spcPct val="90000"/>
              </a:lnSpc>
              <a:spcBef>
                <a:spcPts val="300"/>
              </a:spcBef>
              <a:spcAft>
                <a:spcPts val="0"/>
              </a:spcAft>
              <a:buClr>
                <a:schemeClr val="dk1"/>
              </a:buClr>
              <a:buSzPts val="900"/>
              <a:buChar char="•"/>
              <a:defRPr>
                <a:uFillTx/>
              </a:defRPr>
            </a:lvl7pPr>
            <a:lvl8pPr marL="3657600" lvl="7" indent="-285750" algn="l">
              <a:lnSpc>
                <a:spcPct val="90000"/>
              </a:lnSpc>
              <a:spcBef>
                <a:spcPts val="300"/>
              </a:spcBef>
              <a:spcAft>
                <a:spcPts val="0"/>
              </a:spcAft>
              <a:buClr>
                <a:schemeClr val="dk1"/>
              </a:buClr>
              <a:buSzPts val="900"/>
              <a:buChar char="•"/>
              <a:defRPr>
                <a:uFillTx/>
              </a:defRPr>
            </a:lvl8pPr>
            <a:lvl9pPr marL="4114800" lvl="8" indent="-285750" algn="l">
              <a:lnSpc>
                <a:spcPct val="90000"/>
              </a:lnSpc>
              <a:spcBef>
                <a:spcPts val="300"/>
              </a:spcBef>
              <a:spcAft>
                <a:spcPts val="0"/>
              </a:spcAft>
              <a:buClr>
                <a:schemeClr val="dk1"/>
              </a:buClr>
              <a:buSzPts val="900"/>
              <a:buChar char="•"/>
              <a:defRPr>
                <a:uFillTx/>
              </a:defRPr>
            </a:lvl9pPr>
          </a:lstStyle>
          <a:p>
            <a:endParaRPr/>
          </a:p>
        </p:txBody>
      </p:sp>
      <p:sp>
        <p:nvSpPr>
          <p:cNvPr id="21" name="Google Shape;21;p3"/>
          <p:cNvSpPr txBox="1">
            <a:spLocks noGrp="1"/>
          </p:cNvSpPr>
          <p:nvPr>
            <p:ph type="sldNum" idx="12"/>
          </p:nvPr>
        </p:nvSpPr>
        <p:spPr>
          <a:xfrm>
            <a:off x="11718234" y="6269703"/>
            <a:ext cx="333300" cy="365100"/>
          </a:xfrm>
          <a:prstGeom prst="rect">
            <a:avLst/>
          </a:prstGeom>
          <a:noFill/>
          <a:ln>
            <a:noFill/>
          </a:ln>
        </p:spPr>
        <p:txBody>
          <a:bodyPr spcFirstLastPara="1" wrap="square" lIns="45700" tIns="22875" rIns="45700" bIns="22875" anchor="ctr" anchorCtr="0">
            <a:noAutofit/>
          </a:bodyPr>
          <a:lstStyle>
            <a:lvl1pPr marL="0" lvl="0" indent="0" algn="ctr">
              <a:lnSpc>
                <a:spcPct val="100000"/>
              </a:lnSpc>
              <a:spcBef>
                <a:spcPts val="0"/>
              </a:spcBef>
              <a:spcAft>
                <a:spcPts val="0"/>
              </a:spcAft>
              <a:buClr>
                <a:schemeClr val="lt1"/>
              </a:buClr>
              <a:buSzPts val="1100"/>
              <a:buFont typeface="Arial"/>
              <a:buNone/>
              <a:defRPr>
                <a:uFillTx/>
              </a:defRPr>
            </a:lvl1pPr>
            <a:lvl2pPr marL="0" lvl="1" indent="0" algn="ctr">
              <a:lnSpc>
                <a:spcPct val="100000"/>
              </a:lnSpc>
              <a:spcBef>
                <a:spcPts val="0"/>
              </a:spcBef>
              <a:spcAft>
                <a:spcPts val="0"/>
              </a:spcAft>
              <a:buClr>
                <a:schemeClr val="lt1"/>
              </a:buClr>
              <a:buSzPts val="1100"/>
              <a:buFont typeface="Arial"/>
              <a:buNone/>
              <a:defRPr>
                <a:uFillTx/>
              </a:defRPr>
            </a:lvl2pPr>
            <a:lvl3pPr marL="0" lvl="2" indent="0" algn="ctr">
              <a:lnSpc>
                <a:spcPct val="100000"/>
              </a:lnSpc>
              <a:spcBef>
                <a:spcPts val="0"/>
              </a:spcBef>
              <a:spcAft>
                <a:spcPts val="0"/>
              </a:spcAft>
              <a:buClr>
                <a:schemeClr val="lt1"/>
              </a:buClr>
              <a:buSzPts val="1100"/>
              <a:buFont typeface="Arial"/>
              <a:buNone/>
              <a:defRPr>
                <a:uFillTx/>
              </a:defRPr>
            </a:lvl3pPr>
            <a:lvl4pPr marL="0" lvl="3" indent="0" algn="ctr">
              <a:lnSpc>
                <a:spcPct val="100000"/>
              </a:lnSpc>
              <a:spcBef>
                <a:spcPts val="0"/>
              </a:spcBef>
              <a:spcAft>
                <a:spcPts val="0"/>
              </a:spcAft>
              <a:buClr>
                <a:schemeClr val="lt1"/>
              </a:buClr>
              <a:buSzPts val="1100"/>
              <a:buFont typeface="Arial"/>
              <a:buNone/>
              <a:defRPr>
                <a:uFillTx/>
              </a:defRPr>
            </a:lvl4pPr>
            <a:lvl5pPr marL="0" lvl="4" indent="0" algn="ctr">
              <a:lnSpc>
                <a:spcPct val="100000"/>
              </a:lnSpc>
              <a:spcBef>
                <a:spcPts val="0"/>
              </a:spcBef>
              <a:spcAft>
                <a:spcPts val="0"/>
              </a:spcAft>
              <a:buClr>
                <a:schemeClr val="lt1"/>
              </a:buClr>
              <a:buSzPts val="1100"/>
              <a:buFont typeface="Arial"/>
              <a:buNone/>
              <a:defRPr>
                <a:uFillTx/>
              </a:defRPr>
            </a:lvl5pPr>
            <a:lvl6pPr marL="0" lvl="5" indent="0" algn="ctr">
              <a:lnSpc>
                <a:spcPct val="100000"/>
              </a:lnSpc>
              <a:spcBef>
                <a:spcPts val="0"/>
              </a:spcBef>
              <a:spcAft>
                <a:spcPts val="0"/>
              </a:spcAft>
              <a:buClr>
                <a:schemeClr val="lt1"/>
              </a:buClr>
              <a:buSzPts val="1100"/>
              <a:buFont typeface="Arial"/>
              <a:buNone/>
              <a:defRPr>
                <a:uFillTx/>
              </a:defRPr>
            </a:lvl6pPr>
            <a:lvl7pPr marL="0" lvl="6" indent="0" algn="ctr">
              <a:lnSpc>
                <a:spcPct val="100000"/>
              </a:lnSpc>
              <a:spcBef>
                <a:spcPts val="0"/>
              </a:spcBef>
              <a:spcAft>
                <a:spcPts val="0"/>
              </a:spcAft>
              <a:buClr>
                <a:schemeClr val="lt1"/>
              </a:buClr>
              <a:buSzPts val="1100"/>
              <a:buFont typeface="Arial"/>
              <a:buNone/>
              <a:defRPr>
                <a:uFillTx/>
              </a:defRPr>
            </a:lvl7pPr>
            <a:lvl8pPr marL="0" lvl="7" indent="0" algn="ctr">
              <a:lnSpc>
                <a:spcPct val="100000"/>
              </a:lnSpc>
              <a:spcBef>
                <a:spcPts val="0"/>
              </a:spcBef>
              <a:spcAft>
                <a:spcPts val="0"/>
              </a:spcAft>
              <a:buClr>
                <a:schemeClr val="lt1"/>
              </a:buClr>
              <a:buSzPts val="1100"/>
              <a:buFont typeface="Arial"/>
              <a:buNone/>
              <a:defRPr>
                <a:uFillTx/>
              </a:defRPr>
            </a:lvl8pPr>
            <a:lvl9pPr marL="0" lvl="8" indent="0" algn="ctr">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Shape 22"/>
        <p:cNvGrpSpPr/>
        <p:nvPr/>
      </p:nvGrpSpPr>
      <p:grpSpPr>
        <a:xfrm>
          <a:off x="0" y="0"/>
          <a:ext cx="0" cy="0"/>
          <a:chOff x="0" y="0"/>
          <a:chExt cx="0" cy="0"/>
        </a:xfrm>
      </p:grpSpPr>
      <p:pic>
        <p:nvPicPr>
          <p:cNvPr id="23" name="Google Shape;23;p4" descr="plbg2.png"/>
          <p:cNvPicPr preferRelativeResize="0"/>
          <p:nvPr/>
        </p:nvPicPr>
        <p:blipFill rotWithShape="1">
          <a:blip r:embed="rId2"/>
          <a:srcRect/>
          <a:stretch/>
        </p:blipFill>
        <p:spPr>
          <a:xfrm>
            <a:off x="0" y="0"/>
            <a:ext cx="12192000" cy="6858000"/>
          </a:xfrm>
          <a:prstGeom prst="rect">
            <a:avLst/>
          </a:prstGeom>
          <a:noFill/>
          <a:ln>
            <a:noFill/>
          </a:ln>
        </p:spPr>
      </p:pic>
      <p:sp>
        <p:nvSpPr>
          <p:cNvPr id="24" name="Google Shape;24;p4"/>
          <p:cNvSpPr>
            <a:spLocks/>
          </p:cNvSpPr>
          <p:nvPr/>
        </p:nvSpPr>
        <p:spPr>
          <a:xfrm>
            <a:off x="-3719" y="1857803"/>
            <a:ext cx="12199500" cy="3142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5F3E7"/>
              </a:buClr>
              <a:buSzPts val="1900"/>
              <a:buFont typeface="Exo 2"/>
              <a:buNone/>
            </a:pPr>
            <a:endParaRPr sz="1900" b="0" i="0" u="none" strike="noStrike" cap="none">
              <a:solidFill>
                <a:srgbClr val="373737"/>
              </a:solidFill>
              <a:uFillTx/>
              <a:latin typeface="Arial"/>
              <a:ea typeface="Arial"/>
              <a:cs typeface="Arial"/>
              <a:sym typeface="Arial"/>
            </a:endParaRPr>
          </a:p>
        </p:txBody>
      </p:sp>
      <p:sp>
        <p:nvSpPr>
          <p:cNvPr id="25" name="Google Shape;25;p4"/>
          <p:cNvSpPr txBox="1">
            <a:spLocks noGrp="1"/>
          </p:cNvSpPr>
          <p:nvPr>
            <p:ph type="sldNum" idx="12"/>
          </p:nvPr>
        </p:nvSpPr>
        <p:spPr>
          <a:xfrm>
            <a:off x="11718234" y="6269703"/>
            <a:ext cx="333300" cy="365100"/>
          </a:xfrm>
          <a:prstGeom prst="rect">
            <a:avLst/>
          </a:prstGeom>
          <a:noFill/>
          <a:ln>
            <a:noFill/>
          </a:ln>
        </p:spPr>
        <p:txBody>
          <a:bodyPr spcFirstLastPara="1" wrap="square" lIns="45700" tIns="22875" rIns="45700" bIns="22875" anchor="ctr" anchorCtr="0">
            <a:noAutofit/>
          </a:bodyPr>
          <a:lstStyle>
            <a:lvl1pPr marL="0" lvl="0" indent="0" algn="ctr" rtl="0">
              <a:lnSpc>
                <a:spcPct val="100000"/>
              </a:lnSpc>
              <a:spcBef>
                <a:spcPts val="0"/>
              </a:spcBef>
              <a:spcAft>
                <a:spcPts val="0"/>
              </a:spcAft>
              <a:buClr>
                <a:schemeClr val="lt1"/>
              </a:buClr>
              <a:buSzPts val="1100"/>
              <a:buFont typeface="Arial"/>
              <a:buNone/>
              <a:defRPr>
                <a:uFillTx/>
              </a:defRPr>
            </a:lvl1pPr>
            <a:lvl2pPr marL="0" lvl="1" indent="0" algn="ctr" rtl="0">
              <a:lnSpc>
                <a:spcPct val="100000"/>
              </a:lnSpc>
              <a:spcBef>
                <a:spcPts val="0"/>
              </a:spcBef>
              <a:spcAft>
                <a:spcPts val="0"/>
              </a:spcAft>
              <a:buClr>
                <a:schemeClr val="lt1"/>
              </a:buClr>
              <a:buSzPts val="1100"/>
              <a:buFont typeface="Arial"/>
              <a:buNone/>
              <a:defRPr>
                <a:uFillTx/>
              </a:defRPr>
            </a:lvl2pPr>
            <a:lvl3pPr marL="0" lvl="2" indent="0" algn="ctr" rtl="0">
              <a:lnSpc>
                <a:spcPct val="100000"/>
              </a:lnSpc>
              <a:spcBef>
                <a:spcPts val="0"/>
              </a:spcBef>
              <a:spcAft>
                <a:spcPts val="0"/>
              </a:spcAft>
              <a:buClr>
                <a:schemeClr val="lt1"/>
              </a:buClr>
              <a:buSzPts val="1100"/>
              <a:buFont typeface="Arial"/>
              <a:buNone/>
              <a:defRPr>
                <a:uFillTx/>
              </a:defRPr>
            </a:lvl3pPr>
            <a:lvl4pPr marL="0" lvl="3" indent="0" algn="ctr" rtl="0">
              <a:lnSpc>
                <a:spcPct val="100000"/>
              </a:lnSpc>
              <a:spcBef>
                <a:spcPts val="0"/>
              </a:spcBef>
              <a:spcAft>
                <a:spcPts val="0"/>
              </a:spcAft>
              <a:buClr>
                <a:schemeClr val="lt1"/>
              </a:buClr>
              <a:buSzPts val="1100"/>
              <a:buFont typeface="Arial"/>
              <a:buNone/>
              <a:defRPr>
                <a:uFillTx/>
              </a:defRPr>
            </a:lvl4pPr>
            <a:lvl5pPr marL="0" lvl="4" indent="0" algn="ctr" rtl="0">
              <a:lnSpc>
                <a:spcPct val="100000"/>
              </a:lnSpc>
              <a:spcBef>
                <a:spcPts val="0"/>
              </a:spcBef>
              <a:spcAft>
                <a:spcPts val="0"/>
              </a:spcAft>
              <a:buClr>
                <a:schemeClr val="lt1"/>
              </a:buClr>
              <a:buSzPts val="1100"/>
              <a:buFont typeface="Arial"/>
              <a:buNone/>
              <a:defRPr>
                <a:uFillTx/>
              </a:defRPr>
            </a:lvl5pPr>
            <a:lvl6pPr marL="0" lvl="5" indent="0" algn="ctr" rtl="0">
              <a:lnSpc>
                <a:spcPct val="100000"/>
              </a:lnSpc>
              <a:spcBef>
                <a:spcPts val="0"/>
              </a:spcBef>
              <a:spcAft>
                <a:spcPts val="0"/>
              </a:spcAft>
              <a:buClr>
                <a:schemeClr val="lt1"/>
              </a:buClr>
              <a:buSzPts val="1100"/>
              <a:buFont typeface="Arial"/>
              <a:buNone/>
              <a:defRPr>
                <a:uFillTx/>
              </a:defRPr>
            </a:lvl6pPr>
            <a:lvl7pPr marL="0" lvl="6" indent="0" algn="ctr" rtl="0">
              <a:lnSpc>
                <a:spcPct val="100000"/>
              </a:lnSpc>
              <a:spcBef>
                <a:spcPts val="0"/>
              </a:spcBef>
              <a:spcAft>
                <a:spcPts val="0"/>
              </a:spcAft>
              <a:buClr>
                <a:schemeClr val="lt1"/>
              </a:buClr>
              <a:buSzPts val="1100"/>
              <a:buFont typeface="Arial"/>
              <a:buNone/>
              <a:defRPr>
                <a:uFillTx/>
              </a:defRPr>
            </a:lvl7pPr>
            <a:lvl8pPr marL="0" lvl="7" indent="0" algn="ctr" rtl="0">
              <a:lnSpc>
                <a:spcPct val="100000"/>
              </a:lnSpc>
              <a:spcBef>
                <a:spcPts val="0"/>
              </a:spcBef>
              <a:spcAft>
                <a:spcPts val="0"/>
              </a:spcAft>
              <a:buClr>
                <a:schemeClr val="lt1"/>
              </a:buClr>
              <a:buSzPts val="1100"/>
              <a:buFont typeface="Arial"/>
              <a:buNone/>
              <a:defRPr>
                <a:uFillTx/>
              </a:defRPr>
            </a:lvl8pPr>
            <a:lvl9pPr marL="0" lvl="8" indent="0" algn="ctr" rtl="0">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cxnSp>
        <p:nvCxnSpPr>
          <p:cNvPr id="26" name="Google Shape;26;p4"/>
          <p:cNvCxnSpPr/>
          <p:nvPr/>
        </p:nvCxnSpPr>
        <p:spPr>
          <a:xfrm rot="10800000">
            <a:off x="934802" y="3811786"/>
            <a:ext cx="10342800" cy="0"/>
          </a:xfrm>
          <a:prstGeom prst="straightConnector1">
            <a:avLst/>
          </a:prstGeom>
          <a:noFill/>
          <a:ln w="9525" cap="flat" cmpd="sng">
            <a:solidFill>
              <a:srgbClr val="262F63"/>
            </a:solidFill>
            <a:prstDash val="dash"/>
            <a:miter lim="8000"/>
            <a:headEnd type="none" w="sm" len="sm"/>
            <a:tailEnd type="none" w="sm" len="sm"/>
          </a:ln>
        </p:spPr>
      </p:cxnSp>
      <p:sp>
        <p:nvSpPr>
          <p:cNvPr id="27" name="Google Shape;27;p4"/>
          <p:cNvSpPr txBox="1">
            <a:spLocks noGrp="1"/>
          </p:cNvSpPr>
          <p:nvPr>
            <p:ph type="title"/>
          </p:nvPr>
        </p:nvSpPr>
        <p:spPr>
          <a:xfrm>
            <a:off x="831850" y="971817"/>
            <a:ext cx="10515600" cy="2852700"/>
          </a:xfrm>
          <a:prstGeom prst="rect">
            <a:avLst/>
          </a:prstGeom>
          <a:noFill/>
          <a:ln>
            <a:noFill/>
          </a:ln>
        </p:spPr>
        <p:txBody>
          <a:bodyPr spcFirstLastPara="1" wrap="square" lIns="45700" tIns="22875" rIns="45700" bIns="22875" anchor="b" anchorCtr="0">
            <a:noAutofit/>
          </a:bodyPr>
          <a:lstStyle>
            <a:lvl1pPr lvl="0" algn="r">
              <a:lnSpc>
                <a:spcPct val="90000"/>
              </a:lnSpc>
              <a:spcBef>
                <a:spcPts val="0"/>
              </a:spcBef>
              <a:spcAft>
                <a:spcPts val="0"/>
              </a:spcAft>
              <a:buClr>
                <a:schemeClr val="accent4"/>
              </a:buClr>
              <a:buSzPts val="3100"/>
              <a:buFont typeface="Arial"/>
              <a:buNone/>
              <a:defRPr sz="3100">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28" name="Google Shape;28;p4"/>
          <p:cNvSpPr txBox="1">
            <a:spLocks noGrp="1"/>
          </p:cNvSpPr>
          <p:nvPr>
            <p:ph type="body" idx="1"/>
          </p:nvPr>
        </p:nvSpPr>
        <p:spPr>
          <a:xfrm>
            <a:off x="831850" y="3851541"/>
            <a:ext cx="10515600" cy="1500300"/>
          </a:xfrm>
          <a:prstGeom prst="rect">
            <a:avLst/>
          </a:prstGeom>
          <a:noFill/>
          <a:ln>
            <a:noFill/>
          </a:ln>
        </p:spPr>
        <p:txBody>
          <a:bodyPr spcFirstLastPara="1" wrap="square" lIns="45700" tIns="22875" rIns="45700" bIns="22875" anchor="t" anchorCtr="0">
            <a:noAutofit/>
          </a:bodyPr>
          <a:lstStyle>
            <a:lvl1pPr marL="457200" lvl="0" indent="-228600" algn="r">
              <a:lnSpc>
                <a:spcPct val="90000"/>
              </a:lnSpc>
              <a:spcBef>
                <a:spcPts val="500"/>
              </a:spcBef>
              <a:spcAft>
                <a:spcPts val="0"/>
              </a:spcAft>
              <a:buClr>
                <a:srgbClr val="000000"/>
              </a:buClr>
              <a:buSzPts val="2000"/>
              <a:buNone/>
              <a:defRPr sz="2000">
                <a:solidFill>
                  <a:srgbClr val="000000"/>
                </a:solidFill>
                <a:uFillTx/>
              </a:defRPr>
            </a:lvl1pPr>
            <a:lvl2pPr marL="914400" lvl="1" indent="-228600" algn="r">
              <a:lnSpc>
                <a:spcPct val="90000"/>
              </a:lnSpc>
              <a:spcBef>
                <a:spcPts val="300"/>
              </a:spcBef>
              <a:spcAft>
                <a:spcPts val="0"/>
              </a:spcAft>
              <a:buClr>
                <a:srgbClr val="000000"/>
              </a:buClr>
              <a:buSzPts val="2000"/>
              <a:buNone/>
              <a:defRPr>
                <a:solidFill>
                  <a:srgbClr val="000000"/>
                </a:solidFill>
                <a:uFillTx/>
              </a:defRPr>
            </a:lvl2pPr>
            <a:lvl3pPr marL="1371600" lvl="2" indent="-228600" algn="r">
              <a:lnSpc>
                <a:spcPct val="90000"/>
              </a:lnSpc>
              <a:spcBef>
                <a:spcPts val="300"/>
              </a:spcBef>
              <a:spcAft>
                <a:spcPts val="0"/>
              </a:spcAft>
              <a:buClr>
                <a:srgbClr val="000000"/>
              </a:buClr>
              <a:buSzPts val="2000"/>
              <a:buNone/>
              <a:defRPr sz="2000">
                <a:solidFill>
                  <a:srgbClr val="000000"/>
                </a:solidFill>
                <a:uFillTx/>
              </a:defRPr>
            </a:lvl3pPr>
            <a:lvl4pPr marL="1828800" lvl="3" indent="-228600" algn="r">
              <a:lnSpc>
                <a:spcPct val="90000"/>
              </a:lnSpc>
              <a:spcBef>
                <a:spcPts val="300"/>
              </a:spcBef>
              <a:spcAft>
                <a:spcPts val="0"/>
              </a:spcAft>
              <a:buClr>
                <a:srgbClr val="000000"/>
              </a:buClr>
              <a:buSzPts val="2000"/>
              <a:buNone/>
              <a:defRPr sz="2000">
                <a:solidFill>
                  <a:srgbClr val="000000"/>
                </a:solidFill>
                <a:uFillTx/>
              </a:defRPr>
            </a:lvl4pPr>
            <a:lvl5pPr marL="2286000" lvl="4" indent="-228600" algn="r">
              <a:lnSpc>
                <a:spcPct val="90000"/>
              </a:lnSpc>
              <a:spcBef>
                <a:spcPts val="300"/>
              </a:spcBef>
              <a:spcAft>
                <a:spcPts val="0"/>
              </a:spcAft>
              <a:buClr>
                <a:srgbClr val="000000"/>
              </a:buClr>
              <a:buSzPts val="2000"/>
              <a:buNone/>
              <a:defRPr sz="2000">
                <a:solidFill>
                  <a:srgbClr val="000000"/>
                </a:solidFill>
                <a:uFillTx/>
              </a:defRPr>
            </a:lvl5pPr>
            <a:lvl6pPr marL="2743200" lvl="5" indent="-228600" algn="r">
              <a:lnSpc>
                <a:spcPct val="90000"/>
              </a:lnSpc>
              <a:spcBef>
                <a:spcPts val="300"/>
              </a:spcBef>
              <a:spcAft>
                <a:spcPts val="0"/>
              </a:spcAft>
              <a:buClr>
                <a:srgbClr val="000000"/>
              </a:buClr>
              <a:buSzPts val="2000"/>
              <a:buNone/>
              <a:defRPr sz="2000">
                <a:solidFill>
                  <a:srgbClr val="000000"/>
                </a:solidFill>
                <a:uFillTx/>
              </a:defRPr>
            </a:lvl6pPr>
            <a:lvl7pPr marL="3200400" lvl="6" indent="-228600" algn="r">
              <a:lnSpc>
                <a:spcPct val="90000"/>
              </a:lnSpc>
              <a:spcBef>
                <a:spcPts val="300"/>
              </a:spcBef>
              <a:spcAft>
                <a:spcPts val="0"/>
              </a:spcAft>
              <a:buClr>
                <a:srgbClr val="000000"/>
              </a:buClr>
              <a:buSzPts val="2000"/>
              <a:buNone/>
              <a:defRPr sz="2000">
                <a:solidFill>
                  <a:srgbClr val="000000"/>
                </a:solidFill>
                <a:uFillTx/>
              </a:defRPr>
            </a:lvl7pPr>
            <a:lvl8pPr marL="3657600" lvl="7" indent="-228600" algn="r">
              <a:lnSpc>
                <a:spcPct val="90000"/>
              </a:lnSpc>
              <a:spcBef>
                <a:spcPts val="300"/>
              </a:spcBef>
              <a:spcAft>
                <a:spcPts val="0"/>
              </a:spcAft>
              <a:buClr>
                <a:srgbClr val="000000"/>
              </a:buClr>
              <a:buSzPts val="2000"/>
              <a:buNone/>
              <a:defRPr sz="2000">
                <a:solidFill>
                  <a:srgbClr val="000000"/>
                </a:solidFill>
                <a:uFillTx/>
              </a:defRPr>
            </a:lvl8pPr>
            <a:lvl9pPr marL="4114800" lvl="8" indent="-228600" algn="r">
              <a:lnSpc>
                <a:spcPct val="90000"/>
              </a:lnSpc>
              <a:spcBef>
                <a:spcPts val="300"/>
              </a:spcBef>
              <a:spcAft>
                <a:spcPts val="0"/>
              </a:spcAft>
              <a:buClr>
                <a:srgbClr val="000000"/>
              </a:buClr>
              <a:buSzPts val="2000"/>
              <a:buNone/>
              <a:defRPr sz="2000">
                <a:solidFill>
                  <a:srgbClr val="000000"/>
                </a:solidFill>
                <a:uFillTx/>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700"/>
          </a:xfrm>
          <a:prstGeom prst="rect">
            <a:avLst/>
          </a:prstGeom>
          <a:noFill/>
          <a:ln>
            <a:noFill/>
          </a:ln>
        </p:spPr>
        <p:txBody>
          <a:bodyPr spcFirstLastPara="1" wrap="square" lIns="45700" tIns="22875" rIns="45700" bIns="22875" anchor="ctr" anchorCtr="0">
            <a:noAutofit/>
          </a:bodyPr>
          <a:lstStyle>
            <a:lvl1pPr lvl="0" algn="l">
              <a:lnSpc>
                <a:spcPct val="90000"/>
              </a:lnSpc>
              <a:spcBef>
                <a:spcPts val="0"/>
              </a:spcBef>
              <a:spcAft>
                <a:spcPts val="0"/>
              </a:spcAft>
              <a:buClr>
                <a:schemeClr val="accent4"/>
              </a:buClr>
              <a:buSzPts val="4000"/>
              <a:buFont typeface="Arial"/>
              <a:buNone/>
              <a:defRPr>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31" name="Google Shape;31;p5"/>
          <p:cNvSpPr txBox="1">
            <a:spLocks noGrp="1"/>
          </p:cNvSpPr>
          <p:nvPr>
            <p:ph type="body" idx="1"/>
          </p:nvPr>
        </p:nvSpPr>
        <p:spPr>
          <a:xfrm>
            <a:off x="838200" y="1825625"/>
            <a:ext cx="5219700" cy="4351200"/>
          </a:xfrm>
          <a:prstGeom prst="rect">
            <a:avLst/>
          </a:prstGeom>
          <a:noFill/>
          <a:ln>
            <a:noFill/>
          </a:ln>
        </p:spPr>
        <p:txBody>
          <a:bodyPr spcFirstLastPara="1" wrap="square" lIns="45700" tIns="22875" rIns="45700" bIns="22875" anchor="t" anchorCtr="0">
            <a:noAutofit/>
          </a:bodyPr>
          <a:lstStyle>
            <a:lvl1pPr marL="457200" lvl="0" indent="-228600" algn="l">
              <a:lnSpc>
                <a:spcPct val="90000"/>
              </a:lnSpc>
              <a:spcBef>
                <a:spcPts val="500"/>
              </a:spcBef>
              <a:spcAft>
                <a:spcPts val="0"/>
              </a:spcAft>
              <a:buClr>
                <a:schemeClr val="dk2"/>
              </a:buClr>
              <a:buSzPts val="2400"/>
              <a:buNone/>
              <a:defRPr>
                <a:solidFill>
                  <a:schemeClr val="dk2"/>
                </a:solidFill>
                <a:uFillTx/>
              </a:defRPr>
            </a:lvl1pPr>
            <a:lvl2pPr marL="914400" lvl="1" indent="-355600" algn="l">
              <a:lnSpc>
                <a:spcPct val="90000"/>
              </a:lnSpc>
              <a:spcBef>
                <a:spcPts val="300"/>
              </a:spcBef>
              <a:spcAft>
                <a:spcPts val="0"/>
              </a:spcAft>
              <a:buClr>
                <a:schemeClr val="dk2"/>
              </a:buClr>
              <a:buSzPts val="2000"/>
              <a:buChar char="•"/>
              <a:defRPr>
                <a:solidFill>
                  <a:schemeClr val="dk2"/>
                </a:solidFill>
                <a:uFillTx/>
              </a:defRPr>
            </a:lvl2pPr>
            <a:lvl3pPr marL="1371600" lvl="2" indent="-349250" algn="l">
              <a:lnSpc>
                <a:spcPct val="90000"/>
              </a:lnSpc>
              <a:spcBef>
                <a:spcPts val="300"/>
              </a:spcBef>
              <a:spcAft>
                <a:spcPts val="0"/>
              </a:spcAft>
              <a:buClr>
                <a:schemeClr val="dk2"/>
              </a:buClr>
              <a:buSzPts val="1900"/>
              <a:buChar char="•"/>
              <a:defRPr>
                <a:solidFill>
                  <a:schemeClr val="dk2"/>
                </a:solidFill>
                <a:uFillTx/>
              </a:defRPr>
            </a:lvl3pPr>
            <a:lvl4pPr marL="1828800" lvl="3" indent="-330200" algn="l">
              <a:lnSpc>
                <a:spcPct val="90000"/>
              </a:lnSpc>
              <a:spcBef>
                <a:spcPts val="300"/>
              </a:spcBef>
              <a:spcAft>
                <a:spcPts val="0"/>
              </a:spcAft>
              <a:buClr>
                <a:schemeClr val="dk2"/>
              </a:buClr>
              <a:buSzPts val="1600"/>
              <a:buChar char="•"/>
              <a:defRPr>
                <a:solidFill>
                  <a:schemeClr val="dk2"/>
                </a:solidFill>
                <a:uFillTx/>
              </a:defRPr>
            </a:lvl4pPr>
            <a:lvl5pPr marL="2286000" lvl="4" indent="-330200" algn="l">
              <a:lnSpc>
                <a:spcPct val="90000"/>
              </a:lnSpc>
              <a:spcBef>
                <a:spcPts val="300"/>
              </a:spcBef>
              <a:spcAft>
                <a:spcPts val="0"/>
              </a:spcAft>
              <a:buClr>
                <a:schemeClr val="dk2"/>
              </a:buClr>
              <a:buSzPts val="1600"/>
              <a:buChar char="•"/>
              <a:defRPr>
                <a:solidFill>
                  <a:schemeClr val="dk2"/>
                </a:solidFill>
                <a:uFillTx/>
              </a:defRPr>
            </a:lvl5pPr>
            <a:lvl6pPr marL="2743200" lvl="5" indent="-285750" algn="l">
              <a:lnSpc>
                <a:spcPct val="90000"/>
              </a:lnSpc>
              <a:spcBef>
                <a:spcPts val="300"/>
              </a:spcBef>
              <a:spcAft>
                <a:spcPts val="0"/>
              </a:spcAft>
              <a:buClr>
                <a:schemeClr val="dk1"/>
              </a:buClr>
              <a:buSzPts val="900"/>
              <a:buChar char="•"/>
              <a:defRPr>
                <a:uFillTx/>
              </a:defRPr>
            </a:lvl6pPr>
            <a:lvl7pPr marL="3200400" lvl="6" indent="-285750" algn="l">
              <a:lnSpc>
                <a:spcPct val="90000"/>
              </a:lnSpc>
              <a:spcBef>
                <a:spcPts val="300"/>
              </a:spcBef>
              <a:spcAft>
                <a:spcPts val="0"/>
              </a:spcAft>
              <a:buClr>
                <a:schemeClr val="dk1"/>
              </a:buClr>
              <a:buSzPts val="900"/>
              <a:buChar char="•"/>
              <a:defRPr>
                <a:uFillTx/>
              </a:defRPr>
            </a:lvl7pPr>
            <a:lvl8pPr marL="3657600" lvl="7" indent="-285750" algn="l">
              <a:lnSpc>
                <a:spcPct val="90000"/>
              </a:lnSpc>
              <a:spcBef>
                <a:spcPts val="300"/>
              </a:spcBef>
              <a:spcAft>
                <a:spcPts val="0"/>
              </a:spcAft>
              <a:buClr>
                <a:schemeClr val="dk1"/>
              </a:buClr>
              <a:buSzPts val="900"/>
              <a:buChar char="•"/>
              <a:defRPr>
                <a:uFillTx/>
              </a:defRPr>
            </a:lvl8pPr>
            <a:lvl9pPr marL="4114800" lvl="8" indent="-285750" algn="l">
              <a:lnSpc>
                <a:spcPct val="90000"/>
              </a:lnSpc>
              <a:spcBef>
                <a:spcPts val="300"/>
              </a:spcBef>
              <a:spcAft>
                <a:spcPts val="0"/>
              </a:spcAft>
              <a:buClr>
                <a:schemeClr val="dk1"/>
              </a:buClr>
              <a:buSzPts val="900"/>
              <a:buChar char="•"/>
              <a:defRPr>
                <a:uFillTx/>
              </a:defRPr>
            </a:lvl9pPr>
          </a:lstStyle>
          <a:p>
            <a:endParaRPr/>
          </a:p>
        </p:txBody>
      </p:sp>
      <p:sp>
        <p:nvSpPr>
          <p:cNvPr id="32" name="Google Shape;32;p5"/>
          <p:cNvSpPr txBox="1">
            <a:spLocks noGrp="1"/>
          </p:cNvSpPr>
          <p:nvPr>
            <p:ph type="body" idx="2"/>
          </p:nvPr>
        </p:nvSpPr>
        <p:spPr>
          <a:xfrm>
            <a:off x="6134100" y="1825625"/>
            <a:ext cx="5219700" cy="4351200"/>
          </a:xfrm>
          <a:prstGeom prst="rect">
            <a:avLst/>
          </a:prstGeom>
          <a:noFill/>
          <a:ln>
            <a:noFill/>
          </a:ln>
        </p:spPr>
        <p:txBody>
          <a:bodyPr spcFirstLastPara="1" wrap="square" lIns="45700" tIns="22875" rIns="45700" bIns="22875" anchor="t" anchorCtr="0">
            <a:noAutofit/>
          </a:bodyPr>
          <a:lstStyle>
            <a:lvl1pPr marL="457200" lvl="0" indent="-228600" algn="l">
              <a:lnSpc>
                <a:spcPct val="90000"/>
              </a:lnSpc>
              <a:spcBef>
                <a:spcPts val="500"/>
              </a:spcBef>
              <a:spcAft>
                <a:spcPts val="0"/>
              </a:spcAft>
              <a:buClr>
                <a:schemeClr val="dk2"/>
              </a:buClr>
              <a:buSzPts val="2400"/>
              <a:buNone/>
              <a:defRPr>
                <a:solidFill>
                  <a:schemeClr val="dk2"/>
                </a:solidFill>
                <a:uFillTx/>
              </a:defRPr>
            </a:lvl1pPr>
            <a:lvl2pPr marL="914400" lvl="1" indent="-355600" algn="l">
              <a:lnSpc>
                <a:spcPct val="90000"/>
              </a:lnSpc>
              <a:spcBef>
                <a:spcPts val="300"/>
              </a:spcBef>
              <a:spcAft>
                <a:spcPts val="0"/>
              </a:spcAft>
              <a:buClr>
                <a:schemeClr val="dk2"/>
              </a:buClr>
              <a:buSzPts val="2000"/>
              <a:buChar char="•"/>
              <a:defRPr>
                <a:solidFill>
                  <a:schemeClr val="dk2"/>
                </a:solidFill>
                <a:uFillTx/>
              </a:defRPr>
            </a:lvl2pPr>
            <a:lvl3pPr marL="1371600" lvl="2" indent="-349250" algn="l">
              <a:lnSpc>
                <a:spcPct val="90000"/>
              </a:lnSpc>
              <a:spcBef>
                <a:spcPts val="300"/>
              </a:spcBef>
              <a:spcAft>
                <a:spcPts val="0"/>
              </a:spcAft>
              <a:buClr>
                <a:schemeClr val="dk2"/>
              </a:buClr>
              <a:buSzPts val="1900"/>
              <a:buChar char="•"/>
              <a:defRPr>
                <a:solidFill>
                  <a:schemeClr val="dk2"/>
                </a:solidFill>
                <a:uFillTx/>
              </a:defRPr>
            </a:lvl3pPr>
            <a:lvl4pPr marL="1828800" lvl="3" indent="-330200" algn="l">
              <a:lnSpc>
                <a:spcPct val="90000"/>
              </a:lnSpc>
              <a:spcBef>
                <a:spcPts val="300"/>
              </a:spcBef>
              <a:spcAft>
                <a:spcPts val="0"/>
              </a:spcAft>
              <a:buClr>
                <a:schemeClr val="dk2"/>
              </a:buClr>
              <a:buSzPts val="1600"/>
              <a:buChar char="•"/>
              <a:defRPr>
                <a:solidFill>
                  <a:schemeClr val="dk2"/>
                </a:solidFill>
                <a:uFillTx/>
              </a:defRPr>
            </a:lvl4pPr>
            <a:lvl5pPr marL="2286000" lvl="4" indent="-330200" algn="l">
              <a:lnSpc>
                <a:spcPct val="90000"/>
              </a:lnSpc>
              <a:spcBef>
                <a:spcPts val="300"/>
              </a:spcBef>
              <a:spcAft>
                <a:spcPts val="0"/>
              </a:spcAft>
              <a:buClr>
                <a:schemeClr val="dk2"/>
              </a:buClr>
              <a:buSzPts val="1600"/>
              <a:buChar char="•"/>
              <a:defRPr>
                <a:solidFill>
                  <a:schemeClr val="dk2"/>
                </a:solidFill>
                <a:uFillTx/>
              </a:defRPr>
            </a:lvl5pPr>
            <a:lvl6pPr marL="2743200" lvl="5" indent="-285750" algn="l">
              <a:lnSpc>
                <a:spcPct val="90000"/>
              </a:lnSpc>
              <a:spcBef>
                <a:spcPts val="300"/>
              </a:spcBef>
              <a:spcAft>
                <a:spcPts val="0"/>
              </a:spcAft>
              <a:buClr>
                <a:schemeClr val="dk1"/>
              </a:buClr>
              <a:buSzPts val="900"/>
              <a:buChar char="•"/>
              <a:defRPr>
                <a:uFillTx/>
              </a:defRPr>
            </a:lvl6pPr>
            <a:lvl7pPr marL="3200400" lvl="6" indent="-285750" algn="l">
              <a:lnSpc>
                <a:spcPct val="90000"/>
              </a:lnSpc>
              <a:spcBef>
                <a:spcPts val="300"/>
              </a:spcBef>
              <a:spcAft>
                <a:spcPts val="0"/>
              </a:spcAft>
              <a:buClr>
                <a:schemeClr val="dk1"/>
              </a:buClr>
              <a:buSzPts val="900"/>
              <a:buChar char="•"/>
              <a:defRPr>
                <a:uFillTx/>
              </a:defRPr>
            </a:lvl7pPr>
            <a:lvl8pPr marL="3657600" lvl="7" indent="-285750" algn="l">
              <a:lnSpc>
                <a:spcPct val="90000"/>
              </a:lnSpc>
              <a:spcBef>
                <a:spcPts val="300"/>
              </a:spcBef>
              <a:spcAft>
                <a:spcPts val="0"/>
              </a:spcAft>
              <a:buClr>
                <a:schemeClr val="dk1"/>
              </a:buClr>
              <a:buSzPts val="900"/>
              <a:buChar char="•"/>
              <a:defRPr>
                <a:uFillTx/>
              </a:defRPr>
            </a:lvl8pPr>
            <a:lvl9pPr marL="4114800" lvl="8" indent="-285750" algn="l">
              <a:lnSpc>
                <a:spcPct val="90000"/>
              </a:lnSpc>
              <a:spcBef>
                <a:spcPts val="300"/>
              </a:spcBef>
              <a:spcAft>
                <a:spcPts val="0"/>
              </a:spcAft>
              <a:buClr>
                <a:schemeClr val="dk1"/>
              </a:buClr>
              <a:buSzPts val="900"/>
              <a:buChar char="•"/>
              <a:defRPr>
                <a:uFillTx/>
              </a:defRPr>
            </a:lvl9pPr>
          </a:lstStyle>
          <a:p>
            <a:endParaRPr/>
          </a:p>
        </p:txBody>
      </p:sp>
      <p:sp>
        <p:nvSpPr>
          <p:cNvPr id="33" name="Google Shape;33;p5"/>
          <p:cNvSpPr txBox="1">
            <a:spLocks noGrp="1"/>
          </p:cNvSpPr>
          <p:nvPr>
            <p:ph type="sldNum" idx="12"/>
          </p:nvPr>
        </p:nvSpPr>
        <p:spPr>
          <a:xfrm>
            <a:off x="11718234" y="6269703"/>
            <a:ext cx="333300" cy="365100"/>
          </a:xfrm>
          <a:prstGeom prst="rect">
            <a:avLst/>
          </a:prstGeom>
          <a:noFill/>
          <a:ln>
            <a:noFill/>
          </a:ln>
        </p:spPr>
        <p:txBody>
          <a:bodyPr spcFirstLastPara="1" wrap="square" lIns="45700" tIns="22875" rIns="45700" bIns="22875" anchor="ctr" anchorCtr="0">
            <a:noAutofit/>
          </a:bodyPr>
          <a:lstStyle>
            <a:lvl1pPr marL="0" lvl="0" indent="0" algn="ctr">
              <a:lnSpc>
                <a:spcPct val="100000"/>
              </a:lnSpc>
              <a:spcBef>
                <a:spcPts val="0"/>
              </a:spcBef>
              <a:spcAft>
                <a:spcPts val="0"/>
              </a:spcAft>
              <a:buClr>
                <a:schemeClr val="lt1"/>
              </a:buClr>
              <a:buSzPts val="1100"/>
              <a:buFont typeface="Arial"/>
              <a:buNone/>
              <a:defRPr>
                <a:uFillTx/>
              </a:defRPr>
            </a:lvl1pPr>
            <a:lvl2pPr marL="0" lvl="1" indent="0" algn="ctr">
              <a:lnSpc>
                <a:spcPct val="100000"/>
              </a:lnSpc>
              <a:spcBef>
                <a:spcPts val="0"/>
              </a:spcBef>
              <a:spcAft>
                <a:spcPts val="0"/>
              </a:spcAft>
              <a:buClr>
                <a:schemeClr val="lt1"/>
              </a:buClr>
              <a:buSzPts val="1100"/>
              <a:buFont typeface="Arial"/>
              <a:buNone/>
              <a:defRPr>
                <a:uFillTx/>
              </a:defRPr>
            </a:lvl2pPr>
            <a:lvl3pPr marL="0" lvl="2" indent="0" algn="ctr">
              <a:lnSpc>
                <a:spcPct val="100000"/>
              </a:lnSpc>
              <a:spcBef>
                <a:spcPts val="0"/>
              </a:spcBef>
              <a:spcAft>
                <a:spcPts val="0"/>
              </a:spcAft>
              <a:buClr>
                <a:schemeClr val="lt1"/>
              </a:buClr>
              <a:buSzPts val="1100"/>
              <a:buFont typeface="Arial"/>
              <a:buNone/>
              <a:defRPr>
                <a:uFillTx/>
              </a:defRPr>
            </a:lvl3pPr>
            <a:lvl4pPr marL="0" lvl="3" indent="0" algn="ctr">
              <a:lnSpc>
                <a:spcPct val="100000"/>
              </a:lnSpc>
              <a:spcBef>
                <a:spcPts val="0"/>
              </a:spcBef>
              <a:spcAft>
                <a:spcPts val="0"/>
              </a:spcAft>
              <a:buClr>
                <a:schemeClr val="lt1"/>
              </a:buClr>
              <a:buSzPts val="1100"/>
              <a:buFont typeface="Arial"/>
              <a:buNone/>
              <a:defRPr>
                <a:uFillTx/>
              </a:defRPr>
            </a:lvl4pPr>
            <a:lvl5pPr marL="0" lvl="4" indent="0" algn="ctr">
              <a:lnSpc>
                <a:spcPct val="100000"/>
              </a:lnSpc>
              <a:spcBef>
                <a:spcPts val="0"/>
              </a:spcBef>
              <a:spcAft>
                <a:spcPts val="0"/>
              </a:spcAft>
              <a:buClr>
                <a:schemeClr val="lt1"/>
              </a:buClr>
              <a:buSzPts val="1100"/>
              <a:buFont typeface="Arial"/>
              <a:buNone/>
              <a:defRPr>
                <a:uFillTx/>
              </a:defRPr>
            </a:lvl5pPr>
            <a:lvl6pPr marL="0" lvl="5" indent="0" algn="ctr">
              <a:lnSpc>
                <a:spcPct val="100000"/>
              </a:lnSpc>
              <a:spcBef>
                <a:spcPts val="0"/>
              </a:spcBef>
              <a:spcAft>
                <a:spcPts val="0"/>
              </a:spcAft>
              <a:buClr>
                <a:schemeClr val="lt1"/>
              </a:buClr>
              <a:buSzPts val="1100"/>
              <a:buFont typeface="Arial"/>
              <a:buNone/>
              <a:defRPr>
                <a:uFillTx/>
              </a:defRPr>
            </a:lvl6pPr>
            <a:lvl7pPr marL="0" lvl="6" indent="0" algn="ctr">
              <a:lnSpc>
                <a:spcPct val="100000"/>
              </a:lnSpc>
              <a:spcBef>
                <a:spcPts val="0"/>
              </a:spcBef>
              <a:spcAft>
                <a:spcPts val="0"/>
              </a:spcAft>
              <a:buClr>
                <a:schemeClr val="lt1"/>
              </a:buClr>
              <a:buSzPts val="1100"/>
              <a:buFont typeface="Arial"/>
              <a:buNone/>
              <a:defRPr>
                <a:uFillTx/>
              </a:defRPr>
            </a:lvl7pPr>
            <a:lvl8pPr marL="0" lvl="7" indent="0" algn="ctr">
              <a:lnSpc>
                <a:spcPct val="100000"/>
              </a:lnSpc>
              <a:spcBef>
                <a:spcPts val="0"/>
              </a:spcBef>
              <a:spcAft>
                <a:spcPts val="0"/>
              </a:spcAft>
              <a:buClr>
                <a:schemeClr val="lt1"/>
              </a:buClr>
              <a:buSzPts val="1100"/>
              <a:buFont typeface="Arial"/>
              <a:buNone/>
              <a:defRPr>
                <a:uFillTx/>
              </a:defRPr>
            </a:lvl8pPr>
            <a:lvl9pPr marL="0" lvl="8" indent="0" algn="ctr">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One Content">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838200" y="365125"/>
            <a:ext cx="10515600" cy="1325700"/>
          </a:xfrm>
          <a:prstGeom prst="rect">
            <a:avLst/>
          </a:prstGeom>
          <a:noFill/>
          <a:ln>
            <a:noFill/>
          </a:ln>
        </p:spPr>
        <p:txBody>
          <a:bodyPr spcFirstLastPara="1" wrap="square" lIns="45700" tIns="22875" rIns="45700" bIns="22875" anchor="ctr" anchorCtr="0">
            <a:noAutofit/>
          </a:bodyPr>
          <a:lstStyle>
            <a:lvl1pPr lvl="0" algn="l">
              <a:lnSpc>
                <a:spcPct val="90000"/>
              </a:lnSpc>
              <a:spcBef>
                <a:spcPts val="0"/>
              </a:spcBef>
              <a:spcAft>
                <a:spcPts val="0"/>
              </a:spcAft>
              <a:buClr>
                <a:schemeClr val="accent4"/>
              </a:buClr>
              <a:buSzPts val="4000"/>
              <a:buFont typeface="Arial"/>
              <a:buNone/>
              <a:defRPr>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36" name="Google Shape;36;p6"/>
          <p:cNvSpPr txBox="1">
            <a:spLocks noGrp="1"/>
          </p:cNvSpPr>
          <p:nvPr>
            <p:ph type="body" idx="1"/>
          </p:nvPr>
        </p:nvSpPr>
        <p:spPr>
          <a:xfrm>
            <a:off x="838200" y="1825625"/>
            <a:ext cx="5219700" cy="4351200"/>
          </a:xfrm>
          <a:prstGeom prst="rect">
            <a:avLst/>
          </a:prstGeom>
          <a:noFill/>
          <a:ln>
            <a:noFill/>
          </a:ln>
        </p:spPr>
        <p:txBody>
          <a:bodyPr spcFirstLastPara="1" wrap="square" lIns="45700" tIns="22875" rIns="45700" bIns="22875" anchor="t" anchorCtr="0">
            <a:noAutofit/>
          </a:bodyPr>
          <a:lstStyle>
            <a:lvl1pPr marL="457200" lvl="0" indent="-228600" algn="l">
              <a:lnSpc>
                <a:spcPct val="90000"/>
              </a:lnSpc>
              <a:spcBef>
                <a:spcPts val="500"/>
              </a:spcBef>
              <a:spcAft>
                <a:spcPts val="0"/>
              </a:spcAft>
              <a:buClr>
                <a:schemeClr val="dk2"/>
              </a:buClr>
              <a:buSzPts val="2400"/>
              <a:buNone/>
              <a:defRPr>
                <a:solidFill>
                  <a:schemeClr val="dk2"/>
                </a:solidFill>
                <a:uFillTx/>
              </a:defRPr>
            </a:lvl1pPr>
            <a:lvl2pPr marL="914400" lvl="1" indent="-355600" algn="l">
              <a:lnSpc>
                <a:spcPct val="90000"/>
              </a:lnSpc>
              <a:spcBef>
                <a:spcPts val="300"/>
              </a:spcBef>
              <a:spcAft>
                <a:spcPts val="0"/>
              </a:spcAft>
              <a:buClr>
                <a:schemeClr val="dk2"/>
              </a:buClr>
              <a:buSzPts val="2000"/>
              <a:buChar char="•"/>
              <a:defRPr>
                <a:solidFill>
                  <a:schemeClr val="dk2"/>
                </a:solidFill>
                <a:uFillTx/>
              </a:defRPr>
            </a:lvl2pPr>
            <a:lvl3pPr marL="1371600" lvl="2" indent="-349250" algn="l">
              <a:lnSpc>
                <a:spcPct val="90000"/>
              </a:lnSpc>
              <a:spcBef>
                <a:spcPts val="300"/>
              </a:spcBef>
              <a:spcAft>
                <a:spcPts val="0"/>
              </a:spcAft>
              <a:buClr>
                <a:schemeClr val="dk2"/>
              </a:buClr>
              <a:buSzPts val="1900"/>
              <a:buChar char="•"/>
              <a:defRPr>
                <a:solidFill>
                  <a:schemeClr val="dk2"/>
                </a:solidFill>
                <a:uFillTx/>
              </a:defRPr>
            </a:lvl3pPr>
            <a:lvl4pPr marL="1828800" lvl="3" indent="-330200" algn="l">
              <a:lnSpc>
                <a:spcPct val="90000"/>
              </a:lnSpc>
              <a:spcBef>
                <a:spcPts val="300"/>
              </a:spcBef>
              <a:spcAft>
                <a:spcPts val="0"/>
              </a:spcAft>
              <a:buClr>
                <a:schemeClr val="dk2"/>
              </a:buClr>
              <a:buSzPts val="1600"/>
              <a:buChar char="•"/>
              <a:defRPr>
                <a:solidFill>
                  <a:schemeClr val="dk2"/>
                </a:solidFill>
                <a:uFillTx/>
              </a:defRPr>
            </a:lvl4pPr>
            <a:lvl5pPr marL="2286000" lvl="4" indent="-330200" algn="l">
              <a:lnSpc>
                <a:spcPct val="90000"/>
              </a:lnSpc>
              <a:spcBef>
                <a:spcPts val="300"/>
              </a:spcBef>
              <a:spcAft>
                <a:spcPts val="0"/>
              </a:spcAft>
              <a:buClr>
                <a:schemeClr val="dk2"/>
              </a:buClr>
              <a:buSzPts val="1600"/>
              <a:buChar char="•"/>
              <a:defRPr>
                <a:solidFill>
                  <a:schemeClr val="dk2"/>
                </a:solidFill>
                <a:uFillTx/>
              </a:defRPr>
            </a:lvl5pPr>
            <a:lvl6pPr marL="2743200" lvl="5" indent="-285750" algn="l">
              <a:lnSpc>
                <a:spcPct val="90000"/>
              </a:lnSpc>
              <a:spcBef>
                <a:spcPts val="300"/>
              </a:spcBef>
              <a:spcAft>
                <a:spcPts val="0"/>
              </a:spcAft>
              <a:buClr>
                <a:schemeClr val="dk1"/>
              </a:buClr>
              <a:buSzPts val="900"/>
              <a:buChar char="•"/>
              <a:defRPr>
                <a:uFillTx/>
              </a:defRPr>
            </a:lvl6pPr>
            <a:lvl7pPr marL="3200400" lvl="6" indent="-285750" algn="l">
              <a:lnSpc>
                <a:spcPct val="90000"/>
              </a:lnSpc>
              <a:spcBef>
                <a:spcPts val="300"/>
              </a:spcBef>
              <a:spcAft>
                <a:spcPts val="0"/>
              </a:spcAft>
              <a:buClr>
                <a:schemeClr val="dk1"/>
              </a:buClr>
              <a:buSzPts val="900"/>
              <a:buChar char="•"/>
              <a:defRPr>
                <a:uFillTx/>
              </a:defRPr>
            </a:lvl7pPr>
            <a:lvl8pPr marL="3657600" lvl="7" indent="-285750" algn="l">
              <a:lnSpc>
                <a:spcPct val="90000"/>
              </a:lnSpc>
              <a:spcBef>
                <a:spcPts val="300"/>
              </a:spcBef>
              <a:spcAft>
                <a:spcPts val="0"/>
              </a:spcAft>
              <a:buClr>
                <a:schemeClr val="dk1"/>
              </a:buClr>
              <a:buSzPts val="900"/>
              <a:buChar char="•"/>
              <a:defRPr>
                <a:uFillTx/>
              </a:defRPr>
            </a:lvl8pPr>
            <a:lvl9pPr marL="4114800" lvl="8" indent="-285750" algn="l">
              <a:lnSpc>
                <a:spcPct val="90000"/>
              </a:lnSpc>
              <a:spcBef>
                <a:spcPts val="300"/>
              </a:spcBef>
              <a:spcAft>
                <a:spcPts val="0"/>
              </a:spcAft>
              <a:buClr>
                <a:schemeClr val="dk1"/>
              </a:buClr>
              <a:buSzPts val="900"/>
              <a:buChar char="•"/>
              <a:defRPr>
                <a:uFillTx/>
              </a:defRPr>
            </a:lvl9pPr>
          </a:lstStyle>
          <a:p>
            <a:endParaRPr/>
          </a:p>
        </p:txBody>
      </p:sp>
      <p:sp>
        <p:nvSpPr>
          <p:cNvPr id="37" name="Google Shape;37;p6"/>
          <p:cNvSpPr txBox="1">
            <a:spLocks noGrp="1"/>
          </p:cNvSpPr>
          <p:nvPr>
            <p:ph type="sldNum" idx="12"/>
          </p:nvPr>
        </p:nvSpPr>
        <p:spPr>
          <a:xfrm>
            <a:off x="11718234" y="6269703"/>
            <a:ext cx="333300" cy="365100"/>
          </a:xfrm>
          <a:prstGeom prst="rect">
            <a:avLst/>
          </a:prstGeom>
          <a:noFill/>
          <a:ln>
            <a:noFill/>
          </a:ln>
        </p:spPr>
        <p:txBody>
          <a:bodyPr spcFirstLastPara="1" wrap="square" lIns="45700" tIns="22875" rIns="45700" bIns="22875" anchor="ctr" anchorCtr="0">
            <a:noAutofit/>
          </a:bodyPr>
          <a:lstStyle>
            <a:lvl1pPr marL="0" lvl="0" indent="0" algn="ctr">
              <a:lnSpc>
                <a:spcPct val="100000"/>
              </a:lnSpc>
              <a:spcBef>
                <a:spcPts val="0"/>
              </a:spcBef>
              <a:spcAft>
                <a:spcPts val="0"/>
              </a:spcAft>
              <a:buClr>
                <a:schemeClr val="lt1"/>
              </a:buClr>
              <a:buSzPts val="1100"/>
              <a:buFont typeface="Arial"/>
              <a:buNone/>
              <a:defRPr>
                <a:uFillTx/>
              </a:defRPr>
            </a:lvl1pPr>
            <a:lvl2pPr marL="0" lvl="1" indent="0" algn="ctr">
              <a:lnSpc>
                <a:spcPct val="100000"/>
              </a:lnSpc>
              <a:spcBef>
                <a:spcPts val="0"/>
              </a:spcBef>
              <a:spcAft>
                <a:spcPts val="0"/>
              </a:spcAft>
              <a:buClr>
                <a:schemeClr val="lt1"/>
              </a:buClr>
              <a:buSzPts val="1100"/>
              <a:buFont typeface="Arial"/>
              <a:buNone/>
              <a:defRPr>
                <a:uFillTx/>
              </a:defRPr>
            </a:lvl2pPr>
            <a:lvl3pPr marL="0" lvl="2" indent="0" algn="ctr">
              <a:lnSpc>
                <a:spcPct val="100000"/>
              </a:lnSpc>
              <a:spcBef>
                <a:spcPts val="0"/>
              </a:spcBef>
              <a:spcAft>
                <a:spcPts val="0"/>
              </a:spcAft>
              <a:buClr>
                <a:schemeClr val="lt1"/>
              </a:buClr>
              <a:buSzPts val="1100"/>
              <a:buFont typeface="Arial"/>
              <a:buNone/>
              <a:defRPr>
                <a:uFillTx/>
              </a:defRPr>
            </a:lvl3pPr>
            <a:lvl4pPr marL="0" lvl="3" indent="0" algn="ctr">
              <a:lnSpc>
                <a:spcPct val="100000"/>
              </a:lnSpc>
              <a:spcBef>
                <a:spcPts val="0"/>
              </a:spcBef>
              <a:spcAft>
                <a:spcPts val="0"/>
              </a:spcAft>
              <a:buClr>
                <a:schemeClr val="lt1"/>
              </a:buClr>
              <a:buSzPts val="1100"/>
              <a:buFont typeface="Arial"/>
              <a:buNone/>
              <a:defRPr>
                <a:uFillTx/>
              </a:defRPr>
            </a:lvl4pPr>
            <a:lvl5pPr marL="0" lvl="4" indent="0" algn="ctr">
              <a:lnSpc>
                <a:spcPct val="100000"/>
              </a:lnSpc>
              <a:spcBef>
                <a:spcPts val="0"/>
              </a:spcBef>
              <a:spcAft>
                <a:spcPts val="0"/>
              </a:spcAft>
              <a:buClr>
                <a:schemeClr val="lt1"/>
              </a:buClr>
              <a:buSzPts val="1100"/>
              <a:buFont typeface="Arial"/>
              <a:buNone/>
              <a:defRPr>
                <a:uFillTx/>
              </a:defRPr>
            </a:lvl5pPr>
            <a:lvl6pPr marL="0" lvl="5" indent="0" algn="ctr">
              <a:lnSpc>
                <a:spcPct val="100000"/>
              </a:lnSpc>
              <a:spcBef>
                <a:spcPts val="0"/>
              </a:spcBef>
              <a:spcAft>
                <a:spcPts val="0"/>
              </a:spcAft>
              <a:buClr>
                <a:schemeClr val="lt1"/>
              </a:buClr>
              <a:buSzPts val="1100"/>
              <a:buFont typeface="Arial"/>
              <a:buNone/>
              <a:defRPr>
                <a:uFillTx/>
              </a:defRPr>
            </a:lvl6pPr>
            <a:lvl7pPr marL="0" lvl="6" indent="0" algn="ctr">
              <a:lnSpc>
                <a:spcPct val="100000"/>
              </a:lnSpc>
              <a:spcBef>
                <a:spcPts val="0"/>
              </a:spcBef>
              <a:spcAft>
                <a:spcPts val="0"/>
              </a:spcAft>
              <a:buClr>
                <a:schemeClr val="lt1"/>
              </a:buClr>
              <a:buSzPts val="1100"/>
              <a:buFont typeface="Arial"/>
              <a:buNone/>
              <a:defRPr>
                <a:uFillTx/>
              </a:defRPr>
            </a:lvl7pPr>
            <a:lvl8pPr marL="0" lvl="7" indent="0" algn="ctr">
              <a:lnSpc>
                <a:spcPct val="100000"/>
              </a:lnSpc>
              <a:spcBef>
                <a:spcPts val="0"/>
              </a:spcBef>
              <a:spcAft>
                <a:spcPts val="0"/>
              </a:spcAft>
              <a:buClr>
                <a:schemeClr val="lt1"/>
              </a:buClr>
              <a:buSzPts val="1100"/>
              <a:buFont typeface="Arial"/>
              <a:buNone/>
              <a:defRPr>
                <a:uFillTx/>
              </a:defRPr>
            </a:lvl8pPr>
            <a:lvl9pPr marL="0" lvl="8" indent="0" algn="ctr">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838200" y="365125"/>
            <a:ext cx="10515600" cy="1325700"/>
          </a:xfrm>
          <a:prstGeom prst="rect">
            <a:avLst/>
          </a:prstGeom>
          <a:noFill/>
          <a:ln>
            <a:noFill/>
          </a:ln>
        </p:spPr>
        <p:txBody>
          <a:bodyPr spcFirstLastPara="1" wrap="square" lIns="45700" tIns="22875" rIns="45700" bIns="22875" anchor="ctr" anchorCtr="0">
            <a:noAutofit/>
          </a:bodyPr>
          <a:lstStyle>
            <a:lvl1pPr lvl="0" algn="l">
              <a:lnSpc>
                <a:spcPct val="90000"/>
              </a:lnSpc>
              <a:spcBef>
                <a:spcPts val="0"/>
              </a:spcBef>
              <a:spcAft>
                <a:spcPts val="0"/>
              </a:spcAft>
              <a:buClr>
                <a:schemeClr val="accent4"/>
              </a:buClr>
              <a:buSzPts val="4000"/>
              <a:buFont typeface="Arial"/>
              <a:buNone/>
              <a:defRPr>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40" name="Google Shape;40;p7"/>
          <p:cNvSpPr txBox="1">
            <a:spLocks noGrp="1"/>
          </p:cNvSpPr>
          <p:nvPr>
            <p:ph type="sldNum" idx="12"/>
          </p:nvPr>
        </p:nvSpPr>
        <p:spPr>
          <a:xfrm>
            <a:off x="11718234" y="6269703"/>
            <a:ext cx="333300" cy="365100"/>
          </a:xfrm>
          <a:prstGeom prst="rect">
            <a:avLst/>
          </a:prstGeom>
          <a:noFill/>
          <a:ln>
            <a:noFill/>
          </a:ln>
        </p:spPr>
        <p:txBody>
          <a:bodyPr spcFirstLastPara="1" wrap="square" lIns="45700" tIns="22875" rIns="45700" bIns="22875" anchor="ctr" anchorCtr="0">
            <a:noAutofit/>
          </a:bodyPr>
          <a:lstStyle>
            <a:lvl1pPr marL="0" lvl="0" indent="0" algn="ctr">
              <a:lnSpc>
                <a:spcPct val="100000"/>
              </a:lnSpc>
              <a:spcBef>
                <a:spcPts val="0"/>
              </a:spcBef>
              <a:spcAft>
                <a:spcPts val="0"/>
              </a:spcAft>
              <a:buClr>
                <a:schemeClr val="lt1"/>
              </a:buClr>
              <a:buSzPts val="1100"/>
              <a:buFont typeface="Arial"/>
              <a:buNone/>
              <a:defRPr>
                <a:uFillTx/>
              </a:defRPr>
            </a:lvl1pPr>
            <a:lvl2pPr marL="0" lvl="1" indent="0" algn="ctr">
              <a:lnSpc>
                <a:spcPct val="100000"/>
              </a:lnSpc>
              <a:spcBef>
                <a:spcPts val="0"/>
              </a:spcBef>
              <a:spcAft>
                <a:spcPts val="0"/>
              </a:spcAft>
              <a:buClr>
                <a:schemeClr val="lt1"/>
              </a:buClr>
              <a:buSzPts val="1100"/>
              <a:buFont typeface="Arial"/>
              <a:buNone/>
              <a:defRPr>
                <a:uFillTx/>
              </a:defRPr>
            </a:lvl2pPr>
            <a:lvl3pPr marL="0" lvl="2" indent="0" algn="ctr">
              <a:lnSpc>
                <a:spcPct val="100000"/>
              </a:lnSpc>
              <a:spcBef>
                <a:spcPts val="0"/>
              </a:spcBef>
              <a:spcAft>
                <a:spcPts val="0"/>
              </a:spcAft>
              <a:buClr>
                <a:schemeClr val="lt1"/>
              </a:buClr>
              <a:buSzPts val="1100"/>
              <a:buFont typeface="Arial"/>
              <a:buNone/>
              <a:defRPr>
                <a:uFillTx/>
              </a:defRPr>
            </a:lvl3pPr>
            <a:lvl4pPr marL="0" lvl="3" indent="0" algn="ctr">
              <a:lnSpc>
                <a:spcPct val="100000"/>
              </a:lnSpc>
              <a:spcBef>
                <a:spcPts val="0"/>
              </a:spcBef>
              <a:spcAft>
                <a:spcPts val="0"/>
              </a:spcAft>
              <a:buClr>
                <a:schemeClr val="lt1"/>
              </a:buClr>
              <a:buSzPts val="1100"/>
              <a:buFont typeface="Arial"/>
              <a:buNone/>
              <a:defRPr>
                <a:uFillTx/>
              </a:defRPr>
            </a:lvl4pPr>
            <a:lvl5pPr marL="0" lvl="4" indent="0" algn="ctr">
              <a:lnSpc>
                <a:spcPct val="100000"/>
              </a:lnSpc>
              <a:spcBef>
                <a:spcPts val="0"/>
              </a:spcBef>
              <a:spcAft>
                <a:spcPts val="0"/>
              </a:spcAft>
              <a:buClr>
                <a:schemeClr val="lt1"/>
              </a:buClr>
              <a:buSzPts val="1100"/>
              <a:buFont typeface="Arial"/>
              <a:buNone/>
              <a:defRPr>
                <a:uFillTx/>
              </a:defRPr>
            </a:lvl5pPr>
            <a:lvl6pPr marL="0" lvl="5" indent="0" algn="ctr">
              <a:lnSpc>
                <a:spcPct val="100000"/>
              </a:lnSpc>
              <a:spcBef>
                <a:spcPts val="0"/>
              </a:spcBef>
              <a:spcAft>
                <a:spcPts val="0"/>
              </a:spcAft>
              <a:buClr>
                <a:schemeClr val="lt1"/>
              </a:buClr>
              <a:buSzPts val="1100"/>
              <a:buFont typeface="Arial"/>
              <a:buNone/>
              <a:defRPr>
                <a:uFillTx/>
              </a:defRPr>
            </a:lvl6pPr>
            <a:lvl7pPr marL="0" lvl="6" indent="0" algn="ctr">
              <a:lnSpc>
                <a:spcPct val="100000"/>
              </a:lnSpc>
              <a:spcBef>
                <a:spcPts val="0"/>
              </a:spcBef>
              <a:spcAft>
                <a:spcPts val="0"/>
              </a:spcAft>
              <a:buClr>
                <a:schemeClr val="lt1"/>
              </a:buClr>
              <a:buSzPts val="1100"/>
              <a:buFont typeface="Arial"/>
              <a:buNone/>
              <a:defRPr>
                <a:uFillTx/>
              </a:defRPr>
            </a:lvl7pPr>
            <a:lvl8pPr marL="0" lvl="7" indent="0" algn="ctr">
              <a:lnSpc>
                <a:spcPct val="100000"/>
              </a:lnSpc>
              <a:spcBef>
                <a:spcPts val="0"/>
              </a:spcBef>
              <a:spcAft>
                <a:spcPts val="0"/>
              </a:spcAft>
              <a:buClr>
                <a:schemeClr val="lt1"/>
              </a:buClr>
              <a:buSzPts val="1100"/>
              <a:buFont typeface="Arial"/>
              <a:buNone/>
              <a:defRPr>
                <a:uFillTx/>
              </a:defRPr>
            </a:lvl8pPr>
            <a:lvl9pPr marL="0" lvl="8" indent="0" algn="ctr">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_ONLY_1">
    <p:spTree>
      <p:nvGrpSpPr>
        <p:cNvPr id="1" name="Shape 41"/>
        <p:cNvGrpSpPr/>
        <p:nvPr/>
      </p:nvGrpSpPr>
      <p:grpSpPr>
        <a:xfrm>
          <a:off x="0" y="0"/>
          <a:ext cx="0" cy="0"/>
          <a:chOff x="0" y="0"/>
          <a:chExt cx="0" cy="0"/>
        </a:xfrm>
      </p:grpSpPr>
      <p:sp>
        <p:nvSpPr>
          <p:cNvPr id="42" name="Google Shape;42;p8"/>
          <p:cNvSpPr txBox="1">
            <a:spLocks noGrp="1"/>
          </p:cNvSpPr>
          <p:nvPr>
            <p:ph type="sldNum" idx="12"/>
          </p:nvPr>
        </p:nvSpPr>
        <p:spPr>
          <a:xfrm>
            <a:off x="11718234" y="6269703"/>
            <a:ext cx="333300" cy="365100"/>
          </a:xfrm>
          <a:prstGeom prst="rect">
            <a:avLst/>
          </a:prstGeom>
          <a:noFill/>
          <a:ln>
            <a:noFill/>
          </a:ln>
        </p:spPr>
        <p:txBody>
          <a:bodyPr spcFirstLastPara="1" wrap="square" lIns="45700" tIns="22875" rIns="45700" bIns="22875" anchor="ctr" anchorCtr="0">
            <a:noAutofit/>
          </a:bodyPr>
          <a:lstStyle>
            <a:lvl1pPr marL="0" lvl="0" indent="0" algn="ctr" rtl="0">
              <a:lnSpc>
                <a:spcPct val="100000"/>
              </a:lnSpc>
              <a:spcBef>
                <a:spcPts val="0"/>
              </a:spcBef>
              <a:spcAft>
                <a:spcPts val="0"/>
              </a:spcAft>
              <a:buClr>
                <a:schemeClr val="lt1"/>
              </a:buClr>
              <a:buSzPts val="1100"/>
              <a:buFont typeface="Arial"/>
              <a:buNone/>
              <a:defRPr>
                <a:uFillTx/>
              </a:defRPr>
            </a:lvl1pPr>
            <a:lvl2pPr marL="0" lvl="1" indent="0" algn="ctr" rtl="0">
              <a:lnSpc>
                <a:spcPct val="100000"/>
              </a:lnSpc>
              <a:spcBef>
                <a:spcPts val="0"/>
              </a:spcBef>
              <a:spcAft>
                <a:spcPts val="0"/>
              </a:spcAft>
              <a:buClr>
                <a:schemeClr val="lt1"/>
              </a:buClr>
              <a:buSzPts val="1100"/>
              <a:buFont typeface="Arial"/>
              <a:buNone/>
              <a:defRPr>
                <a:uFillTx/>
              </a:defRPr>
            </a:lvl2pPr>
            <a:lvl3pPr marL="0" lvl="2" indent="0" algn="ctr" rtl="0">
              <a:lnSpc>
                <a:spcPct val="100000"/>
              </a:lnSpc>
              <a:spcBef>
                <a:spcPts val="0"/>
              </a:spcBef>
              <a:spcAft>
                <a:spcPts val="0"/>
              </a:spcAft>
              <a:buClr>
                <a:schemeClr val="lt1"/>
              </a:buClr>
              <a:buSzPts val="1100"/>
              <a:buFont typeface="Arial"/>
              <a:buNone/>
              <a:defRPr>
                <a:uFillTx/>
              </a:defRPr>
            </a:lvl3pPr>
            <a:lvl4pPr marL="0" lvl="3" indent="0" algn="ctr" rtl="0">
              <a:lnSpc>
                <a:spcPct val="100000"/>
              </a:lnSpc>
              <a:spcBef>
                <a:spcPts val="0"/>
              </a:spcBef>
              <a:spcAft>
                <a:spcPts val="0"/>
              </a:spcAft>
              <a:buClr>
                <a:schemeClr val="lt1"/>
              </a:buClr>
              <a:buSzPts val="1100"/>
              <a:buFont typeface="Arial"/>
              <a:buNone/>
              <a:defRPr>
                <a:uFillTx/>
              </a:defRPr>
            </a:lvl4pPr>
            <a:lvl5pPr marL="0" lvl="4" indent="0" algn="ctr" rtl="0">
              <a:lnSpc>
                <a:spcPct val="100000"/>
              </a:lnSpc>
              <a:spcBef>
                <a:spcPts val="0"/>
              </a:spcBef>
              <a:spcAft>
                <a:spcPts val="0"/>
              </a:spcAft>
              <a:buClr>
                <a:schemeClr val="lt1"/>
              </a:buClr>
              <a:buSzPts val="1100"/>
              <a:buFont typeface="Arial"/>
              <a:buNone/>
              <a:defRPr>
                <a:uFillTx/>
              </a:defRPr>
            </a:lvl5pPr>
            <a:lvl6pPr marL="0" lvl="5" indent="0" algn="ctr" rtl="0">
              <a:lnSpc>
                <a:spcPct val="100000"/>
              </a:lnSpc>
              <a:spcBef>
                <a:spcPts val="0"/>
              </a:spcBef>
              <a:spcAft>
                <a:spcPts val="0"/>
              </a:spcAft>
              <a:buClr>
                <a:schemeClr val="lt1"/>
              </a:buClr>
              <a:buSzPts val="1100"/>
              <a:buFont typeface="Arial"/>
              <a:buNone/>
              <a:defRPr>
                <a:uFillTx/>
              </a:defRPr>
            </a:lvl6pPr>
            <a:lvl7pPr marL="0" lvl="6" indent="0" algn="ctr" rtl="0">
              <a:lnSpc>
                <a:spcPct val="100000"/>
              </a:lnSpc>
              <a:spcBef>
                <a:spcPts val="0"/>
              </a:spcBef>
              <a:spcAft>
                <a:spcPts val="0"/>
              </a:spcAft>
              <a:buClr>
                <a:schemeClr val="lt1"/>
              </a:buClr>
              <a:buSzPts val="1100"/>
              <a:buFont typeface="Arial"/>
              <a:buNone/>
              <a:defRPr>
                <a:uFillTx/>
              </a:defRPr>
            </a:lvl7pPr>
            <a:lvl8pPr marL="0" lvl="7" indent="0" algn="ctr" rtl="0">
              <a:lnSpc>
                <a:spcPct val="100000"/>
              </a:lnSpc>
              <a:spcBef>
                <a:spcPts val="0"/>
              </a:spcBef>
              <a:spcAft>
                <a:spcPts val="0"/>
              </a:spcAft>
              <a:buClr>
                <a:schemeClr val="lt1"/>
              </a:buClr>
              <a:buSzPts val="1100"/>
              <a:buFont typeface="Arial"/>
              <a:buNone/>
              <a:defRPr>
                <a:uFillTx/>
              </a:defRPr>
            </a:lvl8pPr>
            <a:lvl9pPr marL="0" lvl="8" indent="0" algn="ctr" rtl="0">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TITLE_1">
    <p:bg>
      <p:bgPr>
        <a:blipFill rotWithShape="1">
          <a:blip r:embed="rId2"/>
          <a:tile tx="0" ty="0" sx="99997" sy="99997" flip="none" algn="tl"/>
        </a:blipFill>
        <a:effectLst/>
      </p:bgPr>
    </p:bg>
    <p:spTree>
      <p:nvGrpSpPr>
        <p:cNvPr id="1" name="Shape 43"/>
        <p:cNvGrpSpPr/>
        <p:nvPr/>
      </p:nvGrpSpPr>
      <p:grpSpPr>
        <a:xfrm>
          <a:off x="0" y="0"/>
          <a:ext cx="0" cy="0"/>
          <a:chOff x="0" y="0"/>
          <a:chExt cx="0" cy="0"/>
        </a:xfrm>
      </p:grpSpPr>
      <p:pic>
        <p:nvPicPr>
          <p:cNvPr id="44" name="Google Shape;44;p9" descr="bg.jpg"/>
          <p:cNvPicPr preferRelativeResize="0"/>
          <p:nvPr/>
        </p:nvPicPr>
        <p:blipFill rotWithShape="1">
          <a:blip r:embed="rId3"/>
          <a:srcRect/>
          <a:stretch/>
        </p:blipFill>
        <p:spPr>
          <a:xfrm>
            <a:off x="0" y="0"/>
            <a:ext cx="12192000" cy="6858000"/>
          </a:xfrm>
          <a:prstGeom prst="rect">
            <a:avLst/>
          </a:prstGeom>
          <a:noFill/>
          <a:ln>
            <a:noFill/>
          </a:ln>
        </p:spPr>
      </p:pic>
      <p:sp>
        <p:nvSpPr>
          <p:cNvPr id="45" name="Google Shape;45;p9"/>
          <p:cNvSpPr>
            <a:spLocks/>
          </p:cNvSpPr>
          <p:nvPr/>
        </p:nvSpPr>
        <p:spPr>
          <a:xfrm>
            <a:off x="-1" y="1825444"/>
            <a:ext cx="7973100" cy="32280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5F3E7"/>
              </a:buClr>
              <a:buSzPts val="1800"/>
              <a:buFont typeface="Exo 2"/>
              <a:buNone/>
            </a:pPr>
            <a:endParaRPr sz="1800" b="0" i="0" u="none" strike="noStrike" cap="none">
              <a:solidFill>
                <a:srgbClr val="373737"/>
              </a:solidFill>
              <a:uFillTx/>
              <a:latin typeface="Exo 2"/>
              <a:ea typeface="Exo 2"/>
              <a:cs typeface="Exo 2"/>
              <a:sym typeface="Exo 2"/>
            </a:endParaRPr>
          </a:p>
        </p:txBody>
      </p:sp>
      <p:pic>
        <p:nvPicPr>
          <p:cNvPr id="46" name="Google Shape;46;p9" descr="Picture 34"/>
          <p:cNvPicPr preferRelativeResize="0"/>
          <p:nvPr/>
        </p:nvPicPr>
        <p:blipFill rotWithShape="1">
          <a:blip r:embed="rId4">
            <a:alphaModFix amt="26000"/>
          </a:blip>
          <a:srcRect/>
          <a:stretch/>
        </p:blipFill>
        <p:spPr>
          <a:xfrm>
            <a:off x="400945" y="1825444"/>
            <a:ext cx="7572159" cy="150956"/>
          </a:xfrm>
          <a:prstGeom prst="rect">
            <a:avLst/>
          </a:prstGeom>
          <a:noFill/>
          <a:ln>
            <a:noFill/>
          </a:ln>
        </p:spPr>
      </p:pic>
      <p:cxnSp>
        <p:nvCxnSpPr>
          <p:cNvPr id="47" name="Google Shape;47;p9"/>
          <p:cNvCxnSpPr/>
          <p:nvPr/>
        </p:nvCxnSpPr>
        <p:spPr>
          <a:xfrm>
            <a:off x="400945" y="3507778"/>
            <a:ext cx="6764400" cy="0"/>
          </a:xfrm>
          <a:prstGeom prst="straightConnector1">
            <a:avLst/>
          </a:prstGeom>
          <a:noFill/>
          <a:ln w="25400" cap="flat" cmpd="sng">
            <a:solidFill>
              <a:srgbClr val="262F63"/>
            </a:solidFill>
            <a:prstDash val="dot"/>
            <a:miter lim="8000"/>
            <a:headEnd type="none" w="sm" len="sm"/>
            <a:tailEnd type="none" w="sm" len="sm"/>
          </a:ln>
        </p:spPr>
      </p:cxnSp>
      <p:pic>
        <p:nvPicPr>
          <p:cNvPr id="48" name="Google Shape;48;p9" descr="Picture 39"/>
          <p:cNvPicPr preferRelativeResize="0"/>
          <p:nvPr/>
        </p:nvPicPr>
        <p:blipFill rotWithShape="1">
          <a:blip r:embed="rId4">
            <a:alphaModFix amt="26000"/>
          </a:blip>
          <a:srcRect/>
          <a:stretch/>
        </p:blipFill>
        <p:spPr>
          <a:xfrm rot="10800000">
            <a:off x="400945" y="4902484"/>
            <a:ext cx="7572159" cy="150956"/>
          </a:xfrm>
          <a:prstGeom prst="rect">
            <a:avLst/>
          </a:prstGeom>
          <a:noFill/>
          <a:ln>
            <a:noFill/>
          </a:ln>
        </p:spPr>
      </p:pic>
      <p:sp>
        <p:nvSpPr>
          <p:cNvPr id="49" name="Google Shape;49;p9"/>
          <p:cNvSpPr txBox="1">
            <a:spLocks noGrp="1"/>
          </p:cNvSpPr>
          <p:nvPr>
            <p:ph type="title"/>
          </p:nvPr>
        </p:nvSpPr>
        <p:spPr>
          <a:xfrm>
            <a:off x="576942" y="2006560"/>
            <a:ext cx="6588300" cy="1383900"/>
          </a:xfrm>
          <a:prstGeom prst="rect">
            <a:avLst/>
          </a:prstGeom>
          <a:noFill/>
          <a:ln>
            <a:noFill/>
          </a:ln>
        </p:spPr>
        <p:txBody>
          <a:bodyPr spcFirstLastPara="1" wrap="square" lIns="45700" tIns="45700" rIns="45700" bIns="45700" anchor="ctr" anchorCtr="0">
            <a:noAutofit/>
          </a:bodyPr>
          <a:lstStyle>
            <a:lvl1pPr lvl="0" algn="r" rtl="0">
              <a:lnSpc>
                <a:spcPct val="90000"/>
              </a:lnSpc>
              <a:spcBef>
                <a:spcPts val="0"/>
              </a:spcBef>
              <a:spcAft>
                <a:spcPts val="0"/>
              </a:spcAft>
              <a:buClr>
                <a:srgbClr val="262F63"/>
              </a:buClr>
              <a:buSzPts val="4000"/>
              <a:buFont typeface="Arial"/>
              <a:buNone/>
              <a:defRPr>
                <a:uFillTx/>
              </a:defRPr>
            </a:lvl1pPr>
            <a:lvl2pPr lvl="1" algn="l" rtl="0">
              <a:lnSpc>
                <a:spcPct val="90000"/>
              </a:lnSpc>
              <a:spcBef>
                <a:spcPts val="0"/>
              </a:spcBef>
              <a:spcAft>
                <a:spcPts val="0"/>
              </a:spcAft>
              <a:buClr>
                <a:srgbClr val="262F63"/>
              </a:buClr>
              <a:buSzPts val="1800"/>
              <a:buNone/>
              <a:defRPr>
                <a:uFillTx/>
              </a:defRPr>
            </a:lvl2pPr>
            <a:lvl3pPr lvl="2" algn="l" rtl="0">
              <a:lnSpc>
                <a:spcPct val="90000"/>
              </a:lnSpc>
              <a:spcBef>
                <a:spcPts val="0"/>
              </a:spcBef>
              <a:spcAft>
                <a:spcPts val="0"/>
              </a:spcAft>
              <a:buClr>
                <a:srgbClr val="262F63"/>
              </a:buClr>
              <a:buSzPts val="1800"/>
              <a:buNone/>
              <a:defRPr>
                <a:uFillTx/>
              </a:defRPr>
            </a:lvl3pPr>
            <a:lvl4pPr lvl="3" algn="l" rtl="0">
              <a:lnSpc>
                <a:spcPct val="90000"/>
              </a:lnSpc>
              <a:spcBef>
                <a:spcPts val="0"/>
              </a:spcBef>
              <a:spcAft>
                <a:spcPts val="0"/>
              </a:spcAft>
              <a:buClr>
                <a:srgbClr val="262F63"/>
              </a:buClr>
              <a:buSzPts val="1800"/>
              <a:buNone/>
              <a:defRPr>
                <a:uFillTx/>
              </a:defRPr>
            </a:lvl4pPr>
            <a:lvl5pPr lvl="4" algn="l" rtl="0">
              <a:lnSpc>
                <a:spcPct val="90000"/>
              </a:lnSpc>
              <a:spcBef>
                <a:spcPts val="0"/>
              </a:spcBef>
              <a:spcAft>
                <a:spcPts val="0"/>
              </a:spcAft>
              <a:buClr>
                <a:srgbClr val="262F63"/>
              </a:buClr>
              <a:buSzPts val="1800"/>
              <a:buNone/>
              <a:defRPr>
                <a:uFillTx/>
              </a:defRPr>
            </a:lvl5pPr>
            <a:lvl6pPr lvl="5" algn="l" rtl="0">
              <a:lnSpc>
                <a:spcPct val="90000"/>
              </a:lnSpc>
              <a:spcBef>
                <a:spcPts val="0"/>
              </a:spcBef>
              <a:spcAft>
                <a:spcPts val="0"/>
              </a:spcAft>
              <a:buClr>
                <a:srgbClr val="262F63"/>
              </a:buClr>
              <a:buSzPts val="1800"/>
              <a:buNone/>
              <a:defRPr>
                <a:uFillTx/>
              </a:defRPr>
            </a:lvl6pPr>
            <a:lvl7pPr lvl="6" algn="l" rtl="0">
              <a:lnSpc>
                <a:spcPct val="90000"/>
              </a:lnSpc>
              <a:spcBef>
                <a:spcPts val="0"/>
              </a:spcBef>
              <a:spcAft>
                <a:spcPts val="0"/>
              </a:spcAft>
              <a:buClr>
                <a:srgbClr val="262F63"/>
              </a:buClr>
              <a:buSzPts val="1800"/>
              <a:buNone/>
              <a:defRPr>
                <a:uFillTx/>
              </a:defRPr>
            </a:lvl7pPr>
            <a:lvl8pPr lvl="7" algn="l" rtl="0">
              <a:lnSpc>
                <a:spcPct val="90000"/>
              </a:lnSpc>
              <a:spcBef>
                <a:spcPts val="0"/>
              </a:spcBef>
              <a:spcAft>
                <a:spcPts val="0"/>
              </a:spcAft>
              <a:buClr>
                <a:srgbClr val="262F63"/>
              </a:buClr>
              <a:buSzPts val="1800"/>
              <a:buNone/>
              <a:defRPr>
                <a:uFillTx/>
              </a:defRPr>
            </a:lvl8pPr>
            <a:lvl9pPr lvl="8" algn="l" rtl="0">
              <a:lnSpc>
                <a:spcPct val="90000"/>
              </a:lnSpc>
              <a:spcBef>
                <a:spcPts val="0"/>
              </a:spcBef>
              <a:spcAft>
                <a:spcPts val="0"/>
              </a:spcAft>
              <a:buClr>
                <a:srgbClr val="262F63"/>
              </a:buClr>
              <a:buSzPts val="1800"/>
              <a:buNone/>
              <a:defRPr>
                <a:uFillTx/>
              </a:defRPr>
            </a:lvl9pPr>
          </a:lstStyle>
          <a:p>
            <a:endParaRPr/>
          </a:p>
        </p:txBody>
      </p:sp>
      <p:sp>
        <p:nvSpPr>
          <p:cNvPr id="50" name="Google Shape;50;p9"/>
          <p:cNvSpPr txBox="1">
            <a:spLocks noGrp="1"/>
          </p:cNvSpPr>
          <p:nvPr>
            <p:ph type="body" idx="1"/>
          </p:nvPr>
        </p:nvSpPr>
        <p:spPr>
          <a:xfrm>
            <a:off x="576942" y="3666194"/>
            <a:ext cx="6588300" cy="711300"/>
          </a:xfrm>
          <a:prstGeom prst="rect">
            <a:avLst/>
          </a:prstGeom>
          <a:noFill/>
          <a:ln>
            <a:noFill/>
          </a:ln>
          <a:effectLst>
            <a:outerShdw dist="12700" dir="16200000" rotWithShape="0">
              <a:srgbClr val="000000">
                <a:alpha val="18820"/>
              </a:srgbClr>
            </a:outerShdw>
          </a:effectLst>
        </p:spPr>
        <p:txBody>
          <a:bodyPr spcFirstLastPara="1" wrap="square" lIns="45700" tIns="45700" rIns="45700" bIns="45700" anchor="t" anchorCtr="0">
            <a:noAutofit/>
          </a:bodyPr>
          <a:lstStyle>
            <a:lvl1pPr marL="457200" lvl="0" indent="-342900" algn="r" rtl="0">
              <a:lnSpc>
                <a:spcPct val="90000"/>
              </a:lnSpc>
              <a:spcBef>
                <a:spcPts val="1000"/>
              </a:spcBef>
              <a:spcAft>
                <a:spcPts val="0"/>
              </a:spcAft>
              <a:buClr>
                <a:srgbClr val="535353"/>
              </a:buClr>
              <a:buSzPts val="1800"/>
              <a:buFont typeface="Arial"/>
              <a:buChar char="•"/>
              <a:defRPr sz="1800">
                <a:solidFill>
                  <a:srgbClr val="535353"/>
                </a:solidFill>
                <a:uFillTx/>
              </a:defRPr>
            </a:lvl1pPr>
            <a:lvl2pPr marL="914400" lvl="1" indent="-228600" algn="r" rtl="0">
              <a:lnSpc>
                <a:spcPct val="90000"/>
              </a:lnSpc>
              <a:spcBef>
                <a:spcPts val="1000"/>
              </a:spcBef>
              <a:spcAft>
                <a:spcPts val="0"/>
              </a:spcAft>
              <a:buClr>
                <a:srgbClr val="535353"/>
              </a:buClr>
              <a:buSzPts val="1800"/>
              <a:buFont typeface="Arial"/>
              <a:buNone/>
              <a:defRPr sz="1800">
                <a:solidFill>
                  <a:srgbClr val="535353"/>
                </a:solidFill>
                <a:uFillTx/>
              </a:defRPr>
            </a:lvl2pPr>
            <a:lvl3pPr marL="1371600" lvl="2" indent="-228600" algn="r" rtl="0">
              <a:lnSpc>
                <a:spcPct val="90000"/>
              </a:lnSpc>
              <a:spcBef>
                <a:spcPts val="1000"/>
              </a:spcBef>
              <a:spcAft>
                <a:spcPts val="0"/>
              </a:spcAft>
              <a:buClr>
                <a:srgbClr val="535353"/>
              </a:buClr>
              <a:buSzPts val="1800"/>
              <a:buFont typeface="Arial"/>
              <a:buNone/>
              <a:defRPr sz="1800">
                <a:solidFill>
                  <a:srgbClr val="535353"/>
                </a:solidFill>
                <a:uFillTx/>
              </a:defRPr>
            </a:lvl3pPr>
            <a:lvl4pPr marL="1828800" lvl="3" indent="-228600" algn="r" rtl="0">
              <a:lnSpc>
                <a:spcPct val="90000"/>
              </a:lnSpc>
              <a:spcBef>
                <a:spcPts val="1000"/>
              </a:spcBef>
              <a:spcAft>
                <a:spcPts val="0"/>
              </a:spcAft>
              <a:buClr>
                <a:srgbClr val="535353"/>
              </a:buClr>
              <a:buSzPts val="1800"/>
              <a:buFont typeface="Arial"/>
              <a:buNone/>
              <a:defRPr sz="1800">
                <a:solidFill>
                  <a:srgbClr val="535353"/>
                </a:solidFill>
                <a:uFillTx/>
              </a:defRPr>
            </a:lvl4pPr>
            <a:lvl5pPr marL="2286000" lvl="4" indent="-228600" algn="r" rtl="0">
              <a:lnSpc>
                <a:spcPct val="90000"/>
              </a:lnSpc>
              <a:spcBef>
                <a:spcPts val="1000"/>
              </a:spcBef>
              <a:spcAft>
                <a:spcPts val="0"/>
              </a:spcAft>
              <a:buClr>
                <a:srgbClr val="535353"/>
              </a:buClr>
              <a:buSzPts val="1800"/>
              <a:buFont typeface="Arial"/>
              <a:buNone/>
              <a:defRPr sz="1800">
                <a:solidFill>
                  <a:srgbClr val="535353"/>
                </a:solidFill>
                <a:uFillTx/>
              </a:defRPr>
            </a:lvl5pPr>
            <a:lvl6pPr marL="2743200" lvl="5" indent="-342900" algn="l" rtl="0">
              <a:lnSpc>
                <a:spcPct val="90000"/>
              </a:lnSpc>
              <a:spcBef>
                <a:spcPts val="1000"/>
              </a:spcBef>
              <a:spcAft>
                <a:spcPts val="0"/>
              </a:spcAft>
              <a:buClr>
                <a:srgbClr val="373737"/>
              </a:buClr>
              <a:buSzPts val="1800"/>
              <a:buChar char="•"/>
              <a:defRPr>
                <a:uFillTx/>
              </a:defRPr>
            </a:lvl6pPr>
            <a:lvl7pPr marL="3200400" lvl="6" indent="-342900" algn="l" rtl="0">
              <a:lnSpc>
                <a:spcPct val="90000"/>
              </a:lnSpc>
              <a:spcBef>
                <a:spcPts val="1000"/>
              </a:spcBef>
              <a:spcAft>
                <a:spcPts val="0"/>
              </a:spcAft>
              <a:buClr>
                <a:srgbClr val="373737"/>
              </a:buClr>
              <a:buSzPts val="1800"/>
              <a:buChar char="•"/>
              <a:defRPr>
                <a:uFillTx/>
              </a:defRPr>
            </a:lvl7pPr>
            <a:lvl8pPr marL="3657600" lvl="7" indent="-342900" algn="l" rtl="0">
              <a:lnSpc>
                <a:spcPct val="90000"/>
              </a:lnSpc>
              <a:spcBef>
                <a:spcPts val="1000"/>
              </a:spcBef>
              <a:spcAft>
                <a:spcPts val="0"/>
              </a:spcAft>
              <a:buClr>
                <a:srgbClr val="373737"/>
              </a:buClr>
              <a:buSzPts val="1800"/>
              <a:buChar char="•"/>
              <a:defRPr>
                <a:uFillTx/>
              </a:defRPr>
            </a:lvl8pPr>
            <a:lvl9pPr marL="4114800" lvl="8" indent="-342900" algn="l" rtl="0">
              <a:lnSpc>
                <a:spcPct val="90000"/>
              </a:lnSpc>
              <a:spcBef>
                <a:spcPts val="1000"/>
              </a:spcBef>
              <a:spcAft>
                <a:spcPts val="0"/>
              </a:spcAft>
              <a:buClr>
                <a:srgbClr val="373737"/>
              </a:buClr>
              <a:buSzPts val="1800"/>
              <a:buChar char="•"/>
              <a:defRPr>
                <a:uFillTx/>
              </a:defRPr>
            </a:lvl9pPr>
          </a:lstStyle>
          <a:p>
            <a:endParaRPr/>
          </a:p>
        </p:txBody>
      </p:sp>
      <p:pic>
        <p:nvPicPr>
          <p:cNvPr id="51" name="Google Shape;51;p9" descr="Imagen"/>
          <p:cNvPicPr preferRelativeResize="0"/>
          <p:nvPr/>
        </p:nvPicPr>
        <p:blipFill rotWithShape="1">
          <a:blip r:embed="rId5"/>
          <a:srcRect/>
          <a:stretch/>
        </p:blipFill>
        <p:spPr>
          <a:xfrm>
            <a:off x="8870329" y="1595547"/>
            <a:ext cx="2382469" cy="3666907"/>
          </a:xfrm>
          <a:prstGeom prst="rect">
            <a:avLst/>
          </a:prstGeom>
          <a:noFill/>
          <a:ln>
            <a:noFill/>
          </a:ln>
        </p:spPr>
      </p:pic>
      <p:sp>
        <p:nvSpPr>
          <p:cNvPr id="52" name="Google Shape;52;p9"/>
          <p:cNvSpPr txBox="1">
            <a:spLocks noGrp="1"/>
          </p:cNvSpPr>
          <p:nvPr>
            <p:ph type="sldNum" idx="12"/>
          </p:nvPr>
        </p:nvSpPr>
        <p:spPr>
          <a:xfrm>
            <a:off x="7315200" y="6172200"/>
            <a:ext cx="2844900" cy="368400"/>
          </a:xfrm>
          <a:prstGeom prst="rect">
            <a:avLst/>
          </a:prstGeom>
          <a:noFill/>
          <a:ln>
            <a:noFill/>
          </a:ln>
        </p:spPr>
        <p:txBody>
          <a:bodyPr spcFirstLastPara="1" wrap="square" lIns="45700" tIns="45700" rIns="45700" bIns="45700" anchor="ctr" anchorCtr="0">
            <a:noAutofit/>
          </a:bodyPr>
          <a:lstStyle>
            <a:lvl1pPr marL="0" lvl="0"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1pPr>
            <a:lvl2pPr marL="0" lvl="1"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2pPr>
            <a:lvl3pPr marL="0" lvl="2"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3pPr>
            <a:lvl4pPr marL="0" lvl="3"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4pPr>
            <a:lvl5pPr marL="0" lvl="4"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5pPr>
            <a:lvl6pPr marL="0" lvl="5"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6pPr>
            <a:lvl7pPr marL="0" lvl="6"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7pPr>
            <a:lvl8pPr marL="0" lvl="7"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8pPr>
            <a:lvl9pPr marL="0" lvl="8"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uFillTx/>
              </a:rPr>
              <a:t>‹#›</a:t>
            </a:fld>
            <a:endParaRPr sz="1100">
              <a:solidFill>
                <a:schemeClr val="lt1"/>
              </a:solidFill>
              <a:uFillTx/>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ingle Column Wide">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442912" y="247340"/>
            <a:ext cx="11344500" cy="11664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dk1"/>
              </a:buClr>
              <a:buSzPts val="1900"/>
              <a:buNone/>
              <a:defRPr>
                <a:uFillTx/>
              </a:defRPr>
            </a:lvl1pPr>
            <a:lvl2pPr lvl="1" rtl="0">
              <a:spcBef>
                <a:spcPts val="0"/>
              </a:spcBef>
              <a:spcAft>
                <a:spcPts val="0"/>
              </a:spcAft>
              <a:buSzPts val="700"/>
              <a:buNone/>
              <a:defRPr>
                <a:uFillTx/>
              </a:defRPr>
            </a:lvl2pPr>
            <a:lvl3pPr lvl="2" rtl="0">
              <a:spcBef>
                <a:spcPts val="0"/>
              </a:spcBef>
              <a:spcAft>
                <a:spcPts val="0"/>
              </a:spcAft>
              <a:buSzPts val="700"/>
              <a:buNone/>
              <a:defRPr>
                <a:uFillTx/>
              </a:defRPr>
            </a:lvl3pPr>
            <a:lvl4pPr lvl="3" rtl="0">
              <a:spcBef>
                <a:spcPts val="0"/>
              </a:spcBef>
              <a:spcAft>
                <a:spcPts val="0"/>
              </a:spcAft>
              <a:buSzPts val="700"/>
              <a:buNone/>
              <a:defRPr>
                <a:uFillTx/>
              </a:defRPr>
            </a:lvl4pPr>
            <a:lvl5pPr lvl="4" rtl="0">
              <a:spcBef>
                <a:spcPts val="0"/>
              </a:spcBef>
              <a:spcAft>
                <a:spcPts val="0"/>
              </a:spcAft>
              <a:buSzPts val="700"/>
              <a:buNone/>
              <a:defRPr>
                <a:uFillTx/>
              </a:defRPr>
            </a:lvl5pPr>
            <a:lvl6pPr lvl="5" rtl="0">
              <a:spcBef>
                <a:spcPts val="0"/>
              </a:spcBef>
              <a:spcAft>
                <a:spcPts val="0"/>
              </a:spcAft>
              <a:buSzPts val="700"/>
              <a:buNone/>
              <a:defRPr>
                <a:uFillTx/>
              </a:defRPr>
            </a:lvl6pPr>
            <a:lvl7pPr lvl="6" rtl="0">
              <a:spcBef>
                <a:spcPts val="0"/>
              </a:spcBef>
              <a:spcAft>
                <a:spcPts val="0"/>
              </a:spcAft>
              <a:buSzPts val="700"/>
              <a:buNone/>
              <a:defRPr>
                <a:uFillTx/>
              </a:defRPr>
            </a:lvl7pPr>
            <a:lvl8pPr lvl="7" rtl="0">
              <a:spcBef>
                <a:spcPts val="0"/>
              </a:spcBef>
              <a:spcAft>
                <a:spcPts val="0"/>
              </a:spcAft>
              <a:buSzPts val="700"/>
              <a:buNone/>
              <a:defRPr>
                <a:uFillTx/>
              </a:defRPr>
            </a:lvl8pPr>
            <a:lvl9pPr lvl="8" rtl="0">
              <a:spcBef>
                <a:spcPts val="0"/>
              </a:spcBef>
              <a:spcAft>
                <a:spcPts val="0"/>
              </a:spcAft>
              <a:buSzPts val="700"/>
              <a:buNone/>
              <a:defRPr>
                <a:uFillTx/>
              </a:defRPr>
            </a:lvl9pPr>
          </a:lstStyle>
          <a:p>
            <a:endParaRPr/>
          </a:p>
        </p:txBody>
      </p:sp>
      <p:sp>
        <p:nvSpPr>
          <p:cNvPr id="55" name="Google Shape;55;p10"/>
          <p:cNvSpPr txBox="1">
            <a:spLocks noGrp="1"/>
          </p:cNvSpPr>
          <p:nvPr>
            <p:ph type="body" idx="1"/>
          </p:nvPr>
        </p:nvSpPr>
        <p:spPr>
          <a:xfrm>
            <a:off x="442913" y="1719263"/>
            <a:ext cx="11344500" cy="4425900"/>
          </a:xfrm>
          <a:prstGeom prst="rect">
            <a:avLst/>
          </a:prstGeom>
          <a:noFill/>
          <a:ln>
            <a:noFill/>
          </a:ln>
        </p:spPr>
        <p:txBody>
          <a:bodyPr spcFirstLastPara="1" wrap="square" lIns="91425" tIns="45700" rIns="91425" bIns="45700" anchor="t" anchorCtr="0">
            <a:noAutofit/>
          </a:bodyPr>
          <a:lstStyle>
            <a:lvl1pPr marL="457200" lvl="0" indent="-323850" algn="l" rtl="0">
              <a:lnSpc>
                <a:spcPct val="90000"/>
              </a:lnSpc>
              <a:spcBef>
                <a:spcPts val="400"/>
              </a:spcBef>
              <a:spcAft>
                <a:spcPts val="0"/>
              </a:spcAft>
              <a:buSzPts val="1500"/>
              <a:buChar char="•"/>
              <a:defRPr>
                <a:uFillTx/>
              </a:defRPr>
            </a:lvl1pPr>
            <a:lvl2pPr marL="914400" lvl="1" indent="-349250" algn="l" rtl="0">
              <a:lnSpc>
                <a:spcPct val="90000"/>
              </a:lnSpc>
              <a:spcBef>
                <a:spcPts val="500"/>
              </a:spcBef>
              <a:spcAft>
                <a:spcPts val="0"/>
              </a:spcAft>
              <a:buSzPts val="1900"/>
              <a:buChar char="•"/>
              <a:defRPr>
                <a:uFillTx/>
              </a:defRPr>
            </a:lvl2pPr>
            <a:lvl3pPr marL="1371600" lvl="2" indent="-349250" algn="l" rtl="0">
              <a:lnSpc>
                <a:spcPct val="90000"/>
              </a:lnSpc>
              <a:spcBef>
                <a:spcPts val="500"/>
              </a:spcBef>
              <a:spcAft>
                <a:spcPts val="0"/>
              </a:spcAft>
              <a:buSzPts val="1900"/>
              <a:buChar char="•"/>
              <a:defRPr>
                <a:uFillTx/>
              </a:defRPr>
            </a:lvl3pPr>
            <a:lvl4pPr marL="1828800" lvl="3" indent="-349250" algn="l" rtl="0">
              <a:lnSpc>
                <a:spcPct val="90000"/>
              </a:lnSpc>
              <a:spcBef>
                <a:spcPts val="400"/>
              </a:spcBef>
              <a:spcAft>
                <a:spcPts val="0"/>
              </a:spcAft>
              <a:buSzPts val="1900"/>
              <a:buChar char="•"/>
              <a:defRPr>
                <a:uFillTx/>
              </a:defRPr>
            </a:lvl4pPr>
            <a:lvl5pPr marL="2286000" lvl="4" indent="-330200" algn="l" rtl="0">
              <a:lnSpc>
                <a:spcPct val="90000"/>
              </a:lnSpc>
              <a:spcBef>
                <a:spcPts val="400"/>
              </a:spcBef>
              <a:spcAft>
                <a:spcPts val="0"/>
              </a:spcAft>
              <a:buSzPts val="1600"/>
              <a:buChar char="•"/>
              <a:defRPr>
                <a:uFillTx/>
              </a:defRPr>
            </a:lvl5pPr>
            <a:lvl6pPr marL="2743200" lvl="5" indent="-349250" algn="l" rtl="0">
              <a:lnSpc>
                <a:spcPct val="90000"/>
              </a:lnSpc>
              <a:spcBef>
                <a:spcPts val="500"/>
              </a:spcBef>
              <a:spcAft>
                <a:spcPts val="0"/>
              </a:spcAft>
              <a:buClr>
                <a:schemeClr val="dk1"/>
              </a:buClr>
              <a:buSzPts val="1900"/>
              <a:buChar char="•"/>
              <a:defRPr>
                <a:uFillTx/>
              </a:defRPr>
            </a:lvl6pPr>
            <a:lvl7pPr marL="3200400" lvl="6" indent="-349250" algn="l" rtl="0">
              <a:lnSpc>
                <a:spcPct val="90000"/>
              </a:lnSpc>
              <a:spcBef>
                <a:spcPts val="500"/>
              </a:spcBef>
              <a:spcAft>
                <a:spcPts val="0"/>
              </a:spcAft>
              <a:buClr>
                <a:schemeClr val="dk1"/>
              </a:buClr>
              <a:buSzPts val="1900"/>
              <a:buChar char="•"/>
              <a:defRPr>
                <a:uFillTx/>
              </a:defRPr>
            </a:lvl7pPr>
            <a:lvl8pPr marL="3657600" lvl="7" indent="-349250" algn="l" rtl="0">
              <a:lnSpc>
                <a:spcPct val="90000"/>
              </a:lnSpc>
              <a:spcBef>
                <a:spcPts val="500"/>
              </a:spcBef>
              <a:spcAft>
                <a:spcPts val="0"/>
              </a:spcAft>
              <a:buClr>
                <a:schemeClr val="dk1"/>
              </a:buClr>
              <a:buSzPts val="1900"/>
              <a:buChar char="•"/>
              <a:defRPr>
                <a:uFillTx/>
              </a:defRPr>
            </a:lvl8pPr>
            <a:lvl9pPr marL="4114800" lvl="8" indent="-349250" algn="l" rtl="0">
              <a:lnSpc>
                <a:spcPct val="90000"/>
              </a:lnSpc>
              <a:spcBef>
                <a:spcPts val="500"/>
              </a:spcBef>
              <a:spcAft>
                <a:spcPts val="0"/>
              </a:spcAft>
              <a:buClr>
                <a:schemeClr val="dk1"/>
              </a:buClr>
              <a:buSzPts val="1900"/>
              <a:buChar char="•"/>
              <a:defRPr>
                <a:uFillTx/>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Section Header">
    <p:bg>
      <p:bgPr>
        <a:blipFill rotWithShape="1">
          <a:blip r:embed="rId2"/>
          <a:tile tx="0" ty="0" sx="99997" sy="99997" flip="none" algn="tl"/>
        </a:blipFill>
        <a:effectLst/>
      </p:bgPr>
    </p:bg>
    <p:spTree>
      <p:nvGrpSpPr>
        <p:cNvPr id="1" name="Shape 56"/>
        <p:cNvGrpSpPr/>
        <p:nvPr/>
      </p:nvGrpSpPr>
      <p:grpSpPr>
        <a:xfrm>
          <a:off x="0" y="0"/>
          <a:ext cx="0" cy="0"/>
          <a:chOff x="0" y="0"/>
          <a:chExt cx="0" cy="0"/>
        </a:xfrm>
      </p:grpSpPr>
      <p:pic>
        <p:nvPicPr>
          <p:cNvPr id="57" name="Google Shape;57;p11" descr="bg.jpg"/>
          <p:cNvPicPr preferRelativeResize="0"/>
          <p:nvPr/>
        </p:nvPicPr>
        <p:blipFill rotWithShape="1">
          <a:blip r:embed="rId3"/>
          <a:srcRect/>
          <a:stretch/>
        </p:blipFill>
        <p:spPr>
          <a:xfrm>
            <a:off x="0" y="0"/>
            <a:ext cx="12192000" cy="6858000"/>
          </a:xfrm>
          <a:prstGeom prst="rect">
            <a:avLst/>
          </a:prstGeom>
          <a:noFill/>
          <a:ln>
            <a:noFill/>
          </a:ln>
        </p:spPr>
      </p:pic>
      <p:sp>
        <p:nvSpPr>
          <p:cNvPr id="58" name="Google Shape;58;p11"/>
          <p:cNvSpPr>
            <a:spLocks/>
          </p:cNvSpPr>
          <p:nvPr/>
        </p:nvSpPr>
        <p:spPr>
          <a:xfrm>
            <a:off x="-3719" y="1642990"/>
            <a:ext cx="12195600" cy="314250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5F3E7"/>
              </a:buClr>
              <a:buSzPts val="1800"/>
              <a:buFont typeface="Exo 2"/>
              <a:buNone/>
            </a:pPr>
            <a:endParaRPr sz="1800" b="0" i="0" u="none" strike="noStrike" cap="none">
              <a:solidFill>
                <a:srgbClr val="373737"/>
              </a:solidFill>
              <a:uFillTx/>
              <a:latin typeface="Exo 2"/>
              <a:ea typeface="Exo 2"/>
              <a:cs typeface="Exo 2"/>
              <a:sym typeface="Exo 2"/>
            </a:endParaRPr>
          </a:p>
        </p:txBody>
      </p:sp>
      <p:pic>
        <p:nvPicPr>
          <p:cNvPr id="59" name="Google Shape;59;p11" descr="Picture 20"/>
          <p:cNvPicPr preferRelativeResize="0"/>
          <p:nvPr/>
        </p:nvPicPr>
        <p:blipFill rotWithShape="1">
          <a:blip r:embed="rId4">
            <a:alphaModFix amt="20000"/>
          </a:blip>
          <a:srcRect/>
          <a:stretch/>
        </p:blipFill>
        <p:spPr>
          <a:xfrm rot="10800000">
            <a:off x="-2" y="4611721"/>
            <a:ext cx="12192001" cy="179544"/>
          </a:xfrm>
          <a:prstGeom prst="rect">
            <a:avLst/>
          </a:prstGeom>
          <a:noFill/>
          <a:ln>
            <a:noFill/>
          </a:ln>
        </p:spPr>
      </p:pic>
      <p:pic>
        <p:nvPicPr>
          <p:cNvPr id="60" name="Google Shape;60;p11" descr="Picture 9"/>
          <p:cNvPicPr preferRelativeResize="0"/>
          <p:nvPr/>
        </p:nvPicPr>
        <p:blipFill rotWithShape="1">
          <a:blip r:embed="rId4">
            <a:alphaModFix amt="20000"/>
          </a:blip>
          <a:srcRect/>
          <a:stretch/>
        </p:blipFill>
        <p:spPr>
          <a:xfrm>
            <a:off x="0" y="1642990"/>
            <a:ext cx="12191998" cy="185517"/>
          </a:xfrm>
          <a:prstGeom prst="rect">
            <a:avLst/>
          </a:prstGeom>
          <a:noFill/>
          <a:ln>
            <a:noFill/>
          </a:ln>
        </p:spPr>
      </p:pic>
      <p:sp>
        <p:nvSpPr>
          <p:cNvPr id="61" name="Google Shape;61;p11"/>
          <p:cNvSpPr txBox="1">
            <a:spLocks noGrp="1"/>
          </p:cNvSpPr>
          <p:nvPr>
            <p:ph type="title"/>
          </p:nvPr>
        </p:nvSpPr>
        <p:spPr>
          <a:xfrm>
            <a:off x="934721" y="1902892"/>
            <a:ext cx="10441500" cy="1685400"/>
          </a:xfrm>
          <a:prstGeom prst="rect">
            <a:avLst/>
          </a:prstGeom>
          <a:noFill/>
          <a:ln>
            <a:noFill/>
          </a:ln>
        </p:spPr>
        <p:txBody>
          <a:bodyPr spcFirstLastPara="1" wrap="square" lIns="45700" tIns="45700" rIns="45700" bIns="45700" anchor="b" anchorCtr="0">
            <a:noAutofit/>
          </a:bodyPr>
          <a:lstStyle>
            <a:lvl1pPr lvl="0" algn="r" rtl="0">
              <a:lnSpc>
                <a:spcPct val="90000"/>
              </a:lnSpc>
              <a:spcBef>
                <a:spcPts val="0"/>
              </a:spcBef>
              <a:spcAft>
                <a:spcPts val="0"/>
              </a:spcAft>
              <a:buClr>
                <a:srgbClr val="262F63"/>
              </a:buClr>
              <a:buSzPts val="4800"/>
              <a:buFont typeface="Arial"/>
              <a:buNone/>
              <a:defRPr sz="4800">
                <a:uFillTx/>
              </a:defRPr>
            </a:lvl1pPr>
            <a:lvl2pPr lvl="1" algn="l" rtl="0">
              <a:lnSpc>
                <a:spcPct val="90000"/>
              </a:lnSpc>
              <a:spcBef>
                <a:spcPts val="0"/>
              </a:spcBef>
              <a:spcAft>
                <a:spcPts val="0"/>
              </a:spcAft>
              <a:buClr>
                <a:srgbClr val="262F63"/>
              </a:buClr>
              <a:buSzPts val="1800"/>
              <a:buNone/>
              <a:defRPr>
                <a:uFillTx/>
              </a:defRPr>
            </a:lvl2pPr>
            <a:lvl3pPr lvl="2" algn="l" rtl="0">
              <a:lnSpc>
                <a:spcPct val="90000"/>
              </a:lnSpc>
              <a:spcBef>
                <a:spcPts val="0"/>
              </a:spcBef>
              <a:spcAft>
                <a:spcPts val="0"/>
              </a:spcAft>
              <a:buClr>
                <a:srgbClr val="262F63"/>
              </a:buClr>
              <a:buSzPts val="1800"/>
              <a:buNone/>
              <a:defRPr>
                <a:uFillTx/>
              </a:defRPr>
            </a:lvl3pPr>
            <a:lvl4pPr lvl="3" algn="l" rtl="0">
              <a:lnSpc>
                <a:spcPct val="90000"/>
              </a:lnSpc>
              <a:spcBef>
                <a:spcPts val="0"/>
              </a:spcBef>
              <a:spcAft>
                <a:spcPts val="0"/>
              </a:spcAft>
              <a:buClr>
                <a:srgbClr val="262F63"/>
              </a:buClr>
              <a:buSzPts val="1800"/>
              <a:buNone/>
              <a:defRPr>
                <a:uFillTx/>
              </a:defRPr>
            </a:lvl4pPr>
            <a:lvl5pPr lvl="4" algn="l" rtl="0">
              <a:lnSpc>
                <a:spcPct val="90000"/>
              </a:lnSpc>
              <a:spcBef>
                <a:spcPts val="0"/>
              </a:spcBef>
              <a:spcAft>
                <a:spcPts val="0"/>
              </a:spcAft>
              <a:buClr>
                <a:srgbClr val="262F63"/>
              </a:buClr>
              <a:buSzPts val="1800"/>
              <a:buNone/>
              <a:defRPr>
                <a:uFillTx/>
              </a:defRPr>
            </a:lvl5pPr>
            <a:lvl6pPr lvl="5" algn="l" rtl="0">
              <a:lnSpc>
                <a:spcPct val="90000"/>
              </a:lnSpc>
              <a:spcBef>
                <a:spcPts val="0"/>
              </a:spcBef>
              <a:spcAft>
                <a:spcPts val="0"/>
              </a:spcAft>
              <a:buClr>
                <a:srgbClr val="262F63"/>
              </a:buClr>
              <a:buSzPts val="1800"/>
              <a:buNone/>
              <a:defRPr>
                <a:uFillTx/>
              </a:defRPr>
            </a:lvl6pPr>
            <a:lvl7pPr lvl="6" algn="l" rtl="0">
              <a:lnSpc>
                <a:spcPct val="90000"/>
              </a:lnSpc>
              <a:spcBef>
                <a:spcPts val="0"/>
              </a:spcBef>
              <a:spcAft>
                <a:spcPts val="0"/>
              </a:spcAft>
              <a:buClr>
                <a:srgbClr val="262F63"/>
              </a:buClr>
              <a:buSzPts val="1800"/>
              <a:buNone/>
              <a:defRPr>
                <a:uFillTx/>
              </a:defRPr>
            </a:lvl7pPr>
            <a:lvl8pPr lvl="7" algn="l" rtl="0">
              <a:lnSpc>
                <a:spcPct val="90000"/>
              </a:lnSpc>
              <a:spcBef>
                <a:spcPts val="0"/>
              </a:spcBef>
              <a:spcAft>
                <a:spcPts val="0"/>
              </a:spcAft>
              <a:buClr>
                <a:srgbClr val="262F63"/>
              </a:buClr>
              <a:buSzPts val="1800"/>
              <a:buNone/>
              <a:defRPr>
                <a:uFillTx/>
              </a:defRPr>
            </a:lvl8pPr>
            <a:lvl9pPr lvl="8" algn="l" rtl="0">
              <a:lnSpc>
                <a:spcPct val="90000"/>
              </a:lnSpc>
              <a:spcBef>
                <a:spcPts val="0"/>
              </a:spcBef>
              <a:spcAft>
                <a:spcPts val="0"/>
              </a:spcAft>
              <a:buClr>
                <a:srgbClr val="262F63"/>
              </a:buClr>
              <a:buSzPts val="1800"/>
              <a:buNone/>
              <a:defRPr>
                <a:uFillTx/>
              </a:defRPr>
            </a:lvl9pPr>
          </a:lstStyle>
          <a:p>
            <a:endParaRPr/>
          </a:p>
        </p:txBody>
      </p:sp>
      <p:sp>
        <p:nvSpPr>
          <p:cNvPr id="62" name="Google Shape;62;p11"/>
          <p:cNvSpPr txBox="1">
            <a:spLocks noGrp="1"/>
          </p:cNvSpPr>
          <p:nvPr>
            <p:ph type="body" idx="1"/>
          </p:nvPr>
        </p:nvSpPr>
        <p:spPr>
          <a:xfrm>
            <a:off x="934721" y="3994503"/>
            <a:ext cx="10441500" cy="711300"/>
          </a:xfrm>
          <a:prstGeom prst="rect">
            <a:avLst/>
          </a:prstGeom>
          <a:noFill/>
          <a:ln>
            <a:noFill/>
          </a:ln>
          <a:effectLst>
            <a:outerShdw dist="12700" dir="16200000" rotWithShape="0">
              <a:srgbClr val="000000">
                <a:alpha val="18820"/>
              </a:srgbClr>
            </a:outerShdw>
          </a:effectLst>
        </p:spPr>
        <p:txBody>
          <a:bodyPr spcFirstLastPara="1" wrap="square" lIns="45700" tIns="45700" rIns="45700" bIns="45700" anchor="t" anchorCtr="0">
            <a:noAutofit/>
          </a:bodyPr>
          <a:lstStyle>
            <a:lvl1pPr marL="457200" lvl="0" indent="-342900" algn="r" rtl="0">
              <a:lnSpc>
                <a:spcPct val="90000"/>
              </a:lnSpc>
              <a:spcBef>
                <a:spcPts val="1000"/>
              </a:spcBef>
              <a:spcAft>
                <a:spcPts val="0"/>
              </a:spcAft>
              <a:buClr>
                <a:srgbClr val="373737"/>
              </a:buClr>
              <a:buSzPts val="1800"/>
              <a:buFont typeface="Arial"/>
              <a:buChar char="•"/>
              <a:defRPr sz="1800">
                <a:uFillTx/>
              </a:defRPr>
            </a:lvl1pPr>
            <a:lvl2pPr marL="914400" lvl="1" indent="-228600" algn="r" rtl="0">
              <a:lnSpc>
                <a:spcPct val="90000"/>
              </a:lnSpc>
              <a:spcBef>
                <a:spcPts val="1000"/>
              </a:spcBef>
              <a:spcAft>
                <a:spcPts val="0"/>
              </a:spcAft>
              <a:buClr>
                <a:srgbClr val="373737"/>
              </a:buClr>
              <a:buSzPts val="1800"/>
              <a:buFont typeface="Arial"/>
              <a:buNone/>
              <a:defRPr sz="1800">
                <a:uFillTx/>
              </a:defRPr>
            </a:lvl2pPr>
            <a:lvl3pPr marL="1371600" lvl="2" indent="-228600" algn="r" rtl="0">
              <a:lnSpc>
                <a:spcPct val="90000"/>
              </a:lnSpc>
              <a:spcBef>
                <a:spcPts val="1000"/>
              </a:spcBef>
              <a:spcAft>
                <a:spcPts val="0"/>
              </a:spcAft>
              <a:buClr>
                <a:srgbClr val="373737"/>
              </a:buClr>
              <a:buSzPts val="1800"/>
              <a:buFont typeface="Arial"/>
              <a:buNone/>
              <a:defRPr sz="1800">
                <a:uFillTx/>
              </a:defRPr>
            </a:lvl3pPr>
            <a:lvl4pPr marL="1828800" lvl="3" indent="-228600" algn="r" rtl="0">
              <a:lnSpc>
                <a:spcPct val="90000"/>
              </a:lnSpc>
              <a:spcBef>
                <a:spcPts val="1000"/>
              </a:spcBef>
              <a:spcAft>
                <a:spcPts val="0"/>
              </a:spcAft>
              <a:buClr>
                <a:srgbClr val="373737"/>
              </a:buClr>
              <a:buSzPts val="1800"/>
              <a:buFont typeface="Arial"/>
              <a:buNone/>
              <a:defRPr sz="1800">
                <a:uFillTx/>
              </a:defRPr>
            </a:lvl4pPr>
            <a:lvl5pPr marL="2286000" lvl="4" indent="-228600" algn="r" rtl="0">
              <a:lnSpc>
                <a:spcPct val="90000"/>
              </a:lnSpc>
              <a:spcBef>
                <a:spcPts val="1000"/>
              </a:spcBef>
              <a:spcAft>
                <a:spcPts val="0"/>
              </a:spcAft>
              <a:buClr>
                <a:srgbClr val="373737"/>
              </a:buClr>
              <a:buSzPts val="1800"/>
              <a:buFont typeface="Arial"/>
              <a:buNone/>
              <a:defRPr sz="1800">
                <a:uFillTx/>
              </a:defRPr>
            </a:lvl5pPr>
            <a:lvl6pPr marL="2743200" lvl="5" indent="-342900" algn="l" rtl="0">
              <a:lnSpc>
                <a:spcPct val="90000"/>
              </a:lnSpc>
              <a:spcBef>
                <a:spcPts val="1000"/>
              </a:spcBef>
              <a:spcAft>
                <a:spcPts val="0"/>
              </a:spcAft>
              <a:buClr>
                <a:srgbClr val="373737"/>
              </a:buClr>
              <a:buSzPts val="1800"/>
              <a:buChar char="•"/>
              <a:defRPr>
                <a:uFillTx/>
              </a:defRPr>
            </a:lvl6pPr>
            <a:lvl7pPr marL="3200400" lvl="6" indent="-342900" algn="l" rtl="0">
              <a:lnSpc>
                <a:spcPct val="90000"/>
              </a:lnSpc>
              <a:spcBef>
                <a:spcPts val="1000"/>
              </a:spcBef>
              <a:spcAft>
                <a:spcPts val="0"/>
              </a:spcAft>
              <a:buClr>
                <a:srgbClr val="373737"/>
              </a:buClr>
              <a:buSzPts val="1800"/>
              <a:buChar char="•"/>
              <a:defRPr>
                <a:uFillTx/>
              </a:defRPr>
            </a:lvl7pPr>
            <a:lvl8pPr marL="3657600" lvl="7" indent="-342900" algn="l" rtl="0">
              <a:lnSpc>
                <a:spcPct val="90000"/>
              </a:lnSpc>
              <a:spcBef>
                <a:spcPts val="1000"/>
              </a:spcBef>
              <a:spcAft>
                <a:spcPts val="0"/>
              </a:spcAft>
              <a:buClr>
                <a:srgbClr val="373737"/>
              </a:buClr>
              <a:buSzPts val="1800"/>
              <a:buChar char="•"/>
              <a:defRPr>
                <a:uFillTx/>
              </a:defRPr>
            </a:lvl8pPr>
            <a:lvl9pPr marL="4114800" lvl="8" indent="-342900" algn="l" rtl="0">
              <a:lnSpc>
                <a:spcPct val="90000"/>
              </a:lnSpc>
              <a:spcBef>
                <a:spcPts val="1000"/>
              </a:spcBef>
              <a:spcAft>
                <a:spcPts val="0"/>
              </a:spcAft>
              <a:buClr>
                <a:srgbClr val="373737"/>
              </a:buClr>
              <a:buSzPts val="1800"/>
              <a:buChar char="•"/>
              <a:defRPr>
                <a:uFillTx/>
              </a:defRPr>
            </a:lvl9pPr>
          </a:lstStyle>
          <a:p>
            <a:endParaRPr/>
          </a:p>
        </p:txBody>
      </p:sp>
      <p:cxnSp>
        <p:nvCxnSpPr>
          <p:cNvPr id="63" name="Google Shape;63;p11"/>
          <p:cNvCxnSpPr/>
          <p:nvPr/>
        </p:nvCxnSpPr>
        <p:spPr>
          <a:xfrm rot="10800000">
            <a:off x="934803" y="3811786"/>
            <a:ext cx="10342800" cy="0"/>
          </a:xfrm>
          <a:prstGeom prst="straightConnector1">
            <a:avLst/>
          </a:prstGeom>
          <a:noFill/>
          <a:ln w="12700" cap="flat" cmpd="sng">
            <a:solidFill>
              <a:schemeClr val="accent2"/>
            </a:solidFill>
            <a:prstDash val="solid"/>
            <a:miter lim="8000"/>
            <a:headEnd type="none" w="sm" len="sm"/>
            <a:tailEnd type="none" w="sm" len="sm"/>
          </a:ln>
        </p:spPr>
      </p:cxnSp>
      <p:sp>
        <p:nvSpPr>
          <p:cNvPr id="64" name="Google Shape;64;p11"/>
          <p:cNvSpPr txBox="1">
            <a:spLocks noGrp="1"/>
          </p:cNvSpPr>
          <p:nvPr>
            <p:ph type="sldNum" idx="12"/>
          </p:nvPr>
        </p:nvSpPr>
        <p:spPr>
          <a:xfrm>
            <a:off x="7315200" y="6172200"/>
            <a:ext cx="2844900" cy="368400"/>
          </a:xfrm>
          <a:prstGeom prst="rect">
            <a:avLst/>
          </a:prstGeom>
          <a:noFill/>
          <a:ln>
            <a:noFill/>
          </a:ln>
        </p:spPr>
        <p:txBody>
          <a:bodyPr spcFirstLastPara="1" wrap="square" lIns="45700" tIns="45700" rIns="45700" bIns="45700" anchor="ctr" anchorCtr="0">
            <a:noAutofit/>
          </a:bodyPr>
          <a:lstStyle>
            <a:lvl1pPr marL="0" lvl="0"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1pPr>
            <a:lvl2pPr marL="0" lvl="1"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2pPr>
            <a:lvl3pPr marL="0" lvl="2"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3pPr>
            <a:lvl4pPr marL="0" lvl="3"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4pPr>
            <a:lvl5pPr marL="0" lvl="4"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5pPr>
            <a:lvl6pPr marL="0" lvl="5"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6pPr>
            <a:lvl7pPr marL="0" lvl="6"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7pPr>
            <a:lvl8pPr marL="0" lvl="7"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8pPr>
            <a:lvl9pPr marL="0" lvl="8" indent="0" algn="ctr" rtl="0">
              <a:lnSpc>
                <a:spcPct val="100000"/>
              </a:lnSpc>
              <a:spcBef>
                <a:spcPts val="0"/>
              </a:spcBef>
              <a:spcAft>
                <a:spcPts val="0"/>
              </a:spcAft>
              <a:buClr>
                <a:srgbClr val="D7D7D7"/>
              </a:buClr>
              <a:buSzPts val="1000"/>
              <a:buFont typeface="Arial"/>
              <a:buNone/>
              <a:defRPr sz="1000">
                <a:solidFill>
                  <a:srgbClr val="D7D7D7"/>
                </a:solidFill>
                <a:uFillTx/>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uFillTx/>
              </a:rPr>
              <a:t>‹#›</a:t>
            </a:fld>
            <a:endParaRPr sz="1100">
              <a:solidFill>
                <a:schemeClr val="lt1"/>
              </a:solidFill>
              <a:uFillTx/>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838200" y="52465"/>
            <a:ext cx="10515600" cy="1373400"/>
          </a:xfrm>
          <a:prstGeom prst="rect">
            <a:avLst/>
          </a:prstGeom>
          <a:noFill/>
          <a:ln>
            <a:noFill/>
          </a:ln>
        </p:spPr>
        <p:txBody>
          <a:bodyPr spcFirstLastPara="1" wrap="square" lIns="45700" tIns="45700" rIns="45700" bIns="45700" anchor="ctr" anchorCtr="0">
            <a:noAutofit/>
          </a:bodyPr>
          <a:lstStyle>
            <a:lvl1pPr lvl="0" algn="l" rtl="0">
              <a:lnSpc>
                <a:spcPct val="90000"/>
              </a:lnSpc>
              <a:spcBef>
                <a:spcPts val="0"/>
              </a:spcBef>
              <a:spcAft>
                <a:spcPts val="0"/>
              </a:spcAft>
              <a:buClr>
                <a:srgbClr val="262F63"/>
              </a:buClr>
              <a:buSzPts val="1800"/>
              <a:buNone/>
              <a:defRPr>
                <a:uFillTx/>
              </a:defRPr>
            </a:lvl1pPr>
            <a:lvl2pPr lvl="1" algn="l" rtl="0">
              <a:lnSpc>
                <a:spcPct val="90000"/>
              </a:lnSpc>
              <a:spcBef>
                <a:spcPts val="0"/>
              </a:spcBef>
              <a:spcAft>
                <a:spcPts val="0"/>
              </a:spcAft>
              <a:buClr>
                <a:srgbClr val="262F63"/>
              </a:buClr>
              <a:buSzPts val="1800"/>
              <a:buNone/>
              <a:defRPr>
                <a:uFillTx/>
              </a:defRPr>
            </a:lvl2pPr>
            <a:lvl3pPr lvl="2" algn="l" rtl="0">
              <a:lnSpc>
                <a:spcPct val="90000"/>
              </a:lnSpc>
              <a:spcBef>
                <a:spcPts val="0"/>
              </a:spcBef>
              <a:spcAft>
                <a:spcPts val="0"/>
              </a:spcAft>
              <a:buClr>
                <a:srgbClr val="262F63"/>
              </a:buClr>
              <a:buSzPts val="1800"/>
              <a:buNone/>
              <a:defRPr>
                <a:uFillTx/>
              </a:defRPr>
            </a:lvl3pPr>
            <a:lvl4pPr lvl="3" algn="l" rtl="0">
              <a:lnSpc>
                <a:spcPct val="90000"/>
              </a:lnSpc>
              <a:spcBef>
                <a:spcPts val="0"/>
              </a:spcBef>
              <a:spcAft>
                <a:spcPts val="0"/>
              </a:spcAft>
              <a:buClr>
                <a:srgbClr val="262F63"/>
              </a:buClr>
              <a:buSzPts val="1800"/>
              <a:buNone/>
              <a:defRPr>
                <a:uFillTx/>
              </a:defRPr>
            </a:lvl4pPr>
            <a:lvl5pPr lvl="4" algn="l" rtl="0">
              <a:lnSpc>
                <a:spcPct val="90000"/>
              </a:lnSpc>
              <a:spcBef>
                <a:spcPts val="0"/>
              </a:spcBef>
              <a:spcAft>
                <a:spcPts val="0"/>
              </a:spcAft>
              <a:buClr>
                <a:srgbClr val="262F63"/>
              </a:buClr>
              <a:buSzPts val="1800"/>
              <a:buNone/>
              <a:defRPr>
                <a:uFillTx/>
              </a:defRPr>
            </a:lvl5pPr>
            <a:lvl6pPr lvl="5" algn="l" rtl="0">
              <a:lnSpc>
                <a:spcPct val="90000"/>
              </a:lnSpc>
              <a:spcBef>
                <a:spcPts val="0"/>
              </a:spcBef>
              <a:spcAft>
                <a:spcPts val="0"/>
              </a:spcAft>
              <a:buClr>
                <a:srgbClr val="262F63"/>
              </a:buClr>
              <a:buSzPts val="1800"/>
              <a:buNone/>
              <a:defRPr>
                <a:uFillTx/>
              </a:defRPr>
            </a:lvl6pPr>
            <a:lvl7pPr lvl="6" algn="l" rtl="0">
              <a:lnSpc>
                <a:spcPct val="90000"/>
              </a:lnSpc>
              <a:spcBef>
                <a:spcPts val="0"/>
              </a:spcBef>
              <a:spcAft>
                <a:spcPts val="0"/>
              </a:spcAft>
              <a:buClr>
                <a:srgbClr val="262F63"/>
              </a:buClr>
              <a:buSzPts val="1800"/>
              <a:buNone/>
              <a:defRPr>
                <a:uFillTx/>
              </a:defRPr>
            </a:lvl7pPr>
            <a:lvl8pPr lvl="7" algn="l" rtl="0">
              <a:lnSpc>
                <a:spcPct val="90000"/>
              </a:lnSpc>
              <a:spcBef>
                <a:spcPts val="0"/>
              </a:spcBef>
              <a:spcAft>
                <a:spcPts val="0"/>
              </a:spcAft>
              <a:buClr>
                <a:srgbClr val="262F63"/>
              </a:buClr>
              <a:buSzPts val="1800"/>
              <a:buNone/>
              <a:defRPr>
                <a:uFillTx/>
              </a:defRPr>
            </a:lvl8pPr>
            <a:lvl9pPr lvl="8" algn="l" rtl="0">
              <a:lnSpc>
                <a:spcPct val="90000"/>
              </a:lnSpc>
              <a:spcBef>
                <a:spcPts val="0"/>
              </a:spcBef>
              <a:spcAft>
                <a:spcPts val="0"/>
              </a:spcAft>
              <a:buClr>
                <a:srgbClr val="262F63"/>
              </a:buClr>
              <a:buSzPts val="1800"/>
              <a:buNone/>
              <a:defRPr>
                <a:uFillTx/>
              </a:defRPr>
            </a:lvl9pPr>
          </a:lstStyle>
          <a:p>
            <a:endParaRPr/>
          </a:p>
        </p:txBody>
      </p:sp>
      <p:sp>
        <p:nvSpPr>
          <p:cNvPr id="67" name="Google Shape;67;p12"/>
          <p:cNvSpPr txBox="1">
            <a:spLocks noGrp="1"/>
          </p:cNvSpPr>
          <p:nvPr>
            <p:ph type="body" idx="1"/>
          </p:nvPr>
        </p:nvSpPr>
        <p:spPr>
          <a:xfrm>
            <a:off x="838200" y="1771136"/>
            <a:ext cx="10515600" cy="4172700"/>
          </a:xfrm>
          <a:prstGeom prst="rect">
            <a:avLst/>
          </a:prstGeom>
          <a:noFill/>
          <a:ln>
            <a:noFill/>
          </a:ln>
          <a:effectLst>
            <a:outerShdw dist="12700" dir="16200000" rotWithShape="0">
              <a:srgbClr val="000000">
                <a:alpha val="18430"/>
              </a:srgbClr>
            </a:outerShdw>
          </a:effectLst>
        </p:spPr>
        <p:txBody>
          <a:bodyPr spcFirstLastPara="1" wrap="square" lIns="45700" tIns="45700" rIns="45700" bIns="45700" anchor="t" anchorCtr="0">
            <a:noAutofit/>
          </a:bodyPr>
          <a:lstStyle>
            <a:lvl1pPr marL="457200" lvl="0" indent="-228600" algn="l" rtl="0">
              <a:lnSpc>
                <a:spcPct val="90000"/>
              </a:lnSpc>
              <a:spcBef>
                <a:spcPts val="1000"/>
              </a:spcBef>
              <a:spcAft>
                <a:spcPts val="0"/>
              </a:spcAft>
              <a:buClr>
                <a:srgbClr val="373737"/>
              </a:buClr>
              <a:buSzPts val="1800"/>
              <a:buNone/>
              <a:defRPr>
                <a:uFillTx/>
              </a:defRPr>
            </a:lvl1pPr>
            <a:lvl2pPr marL="914400" lvl="1" indent="-342900" algn="l" rtl="0">
              <a:lnSpc>
                <a:spcPct val="90000"/>
              </a:lnSpc>
              <a:spcBef>
                <a:spcPts val="1000"/>
              </a:spcBef>
              <a:spcAft>
                <a:spcPts val="0"/>
              </a:spcAft>
              <a:buClr>
                <a:srgbClr val="373737"/>
              </a:buClr>
              <a:buSzPts val="1800"/>
              <a:buChar char="•"/>
              <a:defRPr>
                <a:uFillTx/>
              </a:defRPr>
            </a:lvl2pPr>
            <a:lvl3pPr marL="1371600" lvl="2" indent="-342900" algn="l" rtl="0">
              <a:lnSpc>
                <a:spcPct val="90000"/>
              </a:lnSpc>
              <a:spcBef>
                <a:spcPts val="1000"/>
              </a:spcBef>
              <a:spcAft>
                <a:spcPts val="0"/>
              </a:spcAft>
              <a:buClr>
                <a:srgbClr val="373737"/>
              </a:buClr>
              <a:buSzPts val="1800"/>
              <a:buChar char="-"/>
              <a:defRPr>
                <a:uFillTx/>
              </a:defRPr>
            </a:lvl3pPr>
            <a:lvl4pPr marL="1828800" lvl="3" indent="-342900" algn="l" rtl="0">
              <a:lnSpc>
                <a:spcPct val="90000"/>
              </a:lnSpc>
              <a:spcBef>
                <a:spcPts val="1000"/>
              </a:spcBef>
              <a:spcAft>
                <a:spcPts val="0"/>
              </a:spcAft>
              <a:buClr>
                <a:srgbClr val="373737"/>
              </a:buClr>
              <a:buSzPts val="1800"/>
              <a:buChar char="•"/>
              <a:defRPr>
                <a:uFillTx/>
              </a:defRPr>
            </a:lvl4pPr>
            <a:lvl5pPr marL="2286000" lvl="4" indent="-342900" algn="l" rtl="0">
              <a:lnSpc>
                <a:spcPct val="90000"/>
              </a:lnSpc>
              <a:spcBef>
                <a:spcPts val="1000"/>
              </a:spcBef>
              <a:spcAft>
                <a:spcPts val="0"/>
              </a:spcAft>
              <a:buClr>
                <a:srgbClr val="373737"/>
              </a:buClr>
              <a:buSzPts val="1800"/>
              <a:buChar char="•"/>
              <a:defRPr>
                <a:uFillTx/>
              </a:defRPr>
            </a:lvl5pPr>
            <a:lvl6pPr marL="2743200" lvl="5" indent="-342900" algn="l" rtl="0">
              <a:lnSpc>
                <a:spcPct val="90000"/>
              </a:lnSpc>
              <a:spcBef>
                <a:spcPts val="1000"/>
              </a:spcBef>
              <a:spcAft>
                <a:spcPts val="0"/>
              </a:spcAft>
              <a:buClr>
                <a:srgbClr val="373737"/>
              </a:buClr>
              <a:buSzPts val="1800"/>
              <a:buChar char="•"/>
              <a:defRPr>
                <a:uFillTx/>
              </a:defRPr>
            </a:lvl6pPr>
            <a:lvl7pPr marL="3200400" lvl="6" indent="-342900" algn="l" rtl="0">
              <a:lnSpc>
                <a:spcPct val="90000"/>
              </a:lnSpc>
              <a:spcBef>
                <a:spcPts val="1000"/>
              </a:spcBef>
              <a:spcAft>
                <a:spcPts val="0"/>
              </a:spcAft>
              <a:buClr>
                <a:srgbClr val="373737"/>
              </a:buClr>
              <a:buSzPts val="1800"/>
              <a:buChar char="•"/>
              <a:defRPr>
                <a:uFillTx/>
              </a:defRPr>
            </a:lvl7pPr>
            <a:lvl8pPr marL="3657600" lvl="7" indent="-342900" algn="l" rtl="0">
              <a:lnSpc>
                <a:spcPct val="90000"/>
              </a:lnSpc>
              <a:spcBef>
                <a:spcPts val="1000"/>
              </a:spcBef>
              <a:spcAft>
                <a:spcPts val="0"/>
              </a:spcAft>
              <a:buClr>
                <a:srgbClr val="373737"/>
              </a:buClr>
              <a:buSzPts val="1800"/>
              <a:buChar char="•"/>
              <a:defRPr>
                <a:uFillTx/>
              </a:defRPr>
            </a:lvl8pPr>
            <a:lvl9pPr marL="4114800" lvl="8" indent="-342900" algn="l" rtl="0">
              <a:lnSpc>
                <a:spcPct val="90000"/>
              </a:lnSpc>
              <a:spcBef>
                <a:spcPts val="1000"/>
              </a:spcBef>
              <a:spcAft>
                <a:spcPts val="0"/>
              </a:spcAft>
              <a:buClr>
                <a:srgbClr val="373737"/>
              </a:buClr>
              <a:buSzPts val="1800"/>
              <a:buChar char="•"/>
              <a:defRPr>
                <a:uFillTx/>
              </a:defRPr>
            </a:lvl9pPr>
          </a:lstStyle>
          <a:p>
            <a:endParaRPr/>
          </a:p>
        </p:txBody>
      </p:sp>
      <p:sp>
        <p:nvSpPr>
          <p:cNvPr id="68" name="Google Shape;68;p12"/>
          <p:cNvSpPr txBox="1">
            <a:spLocks noGrp="1"/>
          </p:cNvSpPr>
          <p:nvPr>
            <p:ph type="sldNum" idx="12"/>
          </p:nvPr>
        </p:nvSpPr>
        <p:spPr>
          <a:xfrm>
            <a:off x="11809807" y="6267760"/>
            <a:ext cx="245400" cy="227100"/>
          </a:xfrm>
          <a:prstGeom prst="rect">
            <a:avLst/>
          </a:prstGeom>
          <a:noFill/>
          <a:ln>
            <a:noFill/>
          </a:ln>
        </p:spPr>
        <p:txBody>
          <a:bodyPr spcFirstLastPara="1" wrap="square" lIns="45700" tIns="45700" rIns="45700" bIns="45700" anchor="ctr" anchorCtr="0">
            <a:noAutofit/>
          </a:bodyPr>
          <a:lstStyle>
            <a:lvl1pPr marL="0" marR="0" lvl="0" indent="0" algn="ctr" rtl="0">
              <a:lnSpc>
                <a:spcPct val="100000"/>
              </a:lnSpc>
              <a:spcBef>
                <a:spcPts val="0"/>
              </a:spcBef>
              <a:spcAft>
                <a:spcPts val="0"/>
              </a:spcAft>
              <a:buClr>
                <a:srgbClr val="D7D7D7"/>
              </a:buClr>
              <a:buSzPts val="1000"/>
              <a:buFont typeface="Arial"/>
              <a:buNone/>
              <a:defRPr sz="1000" b="0" i="0" u="none" strike="noStrike" cap="none">
                <a:solidFill>
                  <a:srgbClr val="D7D7D7"/>
                </a:solidFill>
                <a:uFillTx/>
                <a:latin typeface="Arial"/>
                <a:ea typeface="Arial"/>
                <a:cs typeface="Arial"/>
                <a:sym typeface="Arial"/>
              </a:defRPr>
            </a:lvl1pPr>
            <a:lvl2pPr marL="0" marR="0" lvl="1" indent="0" algn="ctr" rtl="0">
              <a:lnSpc>
                <a:spcPct val="100000"/>
              </a:lnSpc>
              <a:spcBef>
                <a:spcPts val="0"/>
              </a:spcBef>
              <a:spcAft>
                <a:spcPts val="0"/>
              </a:spcAft>
              <a:buClr>
                <a:srgbClr val="D7D7D7"/>
              </a:buClr>
              <a:buSzPts val="1000"/>
              <a:buFont typeface="Arial"/>
              <a:buNone/>
              <a:defRPr sz="1000" b="0" i="0" u="none" strike="noStrike" cap="none">
                <a:solidFill>
                  <a:srgbClr val="D7D7D7"/>
                </a:solidFill>
                <a:uFillTx/>
                <a:latin typeface="Arial"/>
                <a:ea typeface="Arial"/>
                <a:cs typeface="Arial"/>
                <a:sym typeface="Arial"/>
              </a:defRPr>
            </a:lvl2pPr>
            <a:lvl3pPr marL="0" marR="0" lvl="2" indent="0" algn="ctr" rtl="0">
              <a:lnSpc>
                <a:spcPct val="100000"/>
              </a:lnSpc>
              <a:spcBef>
                <a:spcPts val="0"/>
              </a:spcBef>
              <a:spcAft>
                <a:spcPts val="0"/>
              </a:spcAft>
              <a:buClr>
                <a:srgbClr val="D7D7D7"/>
              </a:buClr>
              <a:buSzPts val="1000"/>
              <a:buFont typeface="Arial"/>
              <a:buNone/>
              <a:defRPr sz="1000" b="0" i="0" u="none" strike="noStrike" cap="none">
                <a:solidFill>
                  <a:srgbClr val="D7D7D7"/>
                </a:solidFill>
                <a:uFillTx/>
                <a:latin typeface="Arial"/>
                <a:ea typeface="Arial"/>
                <a:cs typeface="Arial"/>
                <a:sym typeface="Arial"/>
              </a:defRPr>
            </a:lvl3pPr>
            <a:lvl4pPr marL="0" marR="0" lvl="3" indent="0" algn="ctr" rtl="0">
              <a:lnSpc>
                <a:spcPct val="100000"/>
              </a:lnSpc>
              <a:spcBef>
                <a:spcPts val="0"/>
              </a:spcBef>
              <a:spcAft>
                <a:spcPts val="0"/>
              </a:spcAft>
              <a:buClr>
                <a:srgbClr val="D7D7D7"/>
              </a:buClr>
              <a:buSzPts val="1000"/>
              <a:buFont typeface="Arial"/>
              <a:buNone/>
              <a:defRPr sz="1000" b="0" i="0" u="none" strike="noStrike" cap="none">
                <a:solidFill>
                  <a:srgbClr val="D7D7D7"/>
                </a:solidFill>
                <a:uFillTx/>
                <a:latin typeface="Arial"/>
                <a:ea typeface="Arial"/>
                <a:cs typeface="Arial"/>
                <a:sym typeface="Arial"/>
              </a:defRPr>
            </a:lvl4pPr>
            <a:lvl5pPr marL="0" marR="0" lvl="4" indent="0" algn="ctr" rtl="0">
              <a:lnSpc>
                <a:spcPct val="100000"/>
              </a:lnSpc>
              <a:spcBef>
                <a:spcPts val="0"/>
              </a:spcBef>
              <a:spcAft>
                <a:spcPts val="0"/>
              </a:spcAft>
              <a:buClr>
                <a:srgbClr val="D7D7D7"/>
              </a:buClr>
              <a:buSzPts val="1000"/>
              <a:buFont typeface="Arial"/>
              <a:buNone/>
              <a:defRPr sz="1000" b="0" i="0" u="none" strike="noStrike" cap="none">
                <a:solidFill>
                  <a:srgbClr val="D7D7D7"/>
                </a:solidFill>
                <a:uFillTx/>
                <a:latin typeface="Arial"/>
                <a:ea typeface="Arial"/>
                <a:cs typeface="Arial"/>
                <a:sym typeface="Arial"/>
              </a:defRPr>
            </a:lvl5pPr>
            <a:lvl6pPr marL="0" marR="0" lvl="5" indent="0" algn="ctr" rtl="0">
              <a:lnSpc>
                <a:spcPct val="100000"/>
              </a:lnSpc>
              <a:spcBef>
                <a:spcPts val="0"/>
              </a:spcBef>
              <a:spcAft>
                <a:spcPts val="0"/>
              </a:spcAft>
              <a:buClr>
                <a:srgbClr val="D7D7D7"/>
              </a:buClr>
              <a:buSzPts val="1000"/>
              <a:buFont typeface="Arial"/>
              <a:buNone/>
              <a:defRPr sz="1000" b="0" i="0" u="none" strike="noStrike" cap="none">
                <a:solidFill>
                  <a:srgbClr val="D7D7D7"/>
                </a:solidFill>
                <a:uFillTx/>
                <a:latin typeface="Arial"/>
                <a:ea typeface="Arial"/>
                <a:cs typeface="Arial"/>
                <a:sym typeface="Arial"/>
              </a:defRPr>
            </a:lvl6pPr>
            <a:lvl7pPr marL="0" marR="0" lvl="6" indent="0" algn="ctr" rtl="0">
              <a:lnSpc>
                <a:spcPct val="100000"/>
              </a:lnSpc>
              <a:spcBef>
                <a:spcPts val="0"/>
              </a:spcBef>
              <a:spcAft>
                <a:spcPts val="0"/>
              </a:spcAft>
              <a:buClr>
                <a:srgbClr val="D7D7D7"/>
              </a:buClr>
              <a:buSzPts val="1000"/>
              <a:buFont typeface="Arial"/>
              <a:buNone/>
              <a:defRPr sz="1000" b="0" i="0" u="none" strike="noStrike" cap="none">
                <a:solidFill>
                  <a:srgbClr val="D7D7D7"/>
                </a:solidFill>
                <a:uFillTx/>
                <a:latin typeface="Arial"/>
                <a:ea typeface="Arial"/>
                <a:cs typeface="Arial"/>
                <a:sym typeface="Arial"/>
              </a:defRPr>
            </a:lvl7pPr>
            <a:lvl8pPr marL="0" marR="0" lvl="7" indent="0" algn="ctr" rtl="0">
              <a:lnSpc>
                <a:spcPct val="100000"/>
              </a:lnSpc>
              <a:spcBef>
                <a:spcPts val="0"/>
              </a:spcBef>
              <a:spcAft>
                <a:spcPts val="0"/>
              </a:spcAft>
              <a:buClr>
                <a:srgbClr val="D7D7D7"/>
              </a:buClr>
              <a:buSzPts val="1000"/>
              <a:buFont typeface="Arial"/>
              <a:buNone/>
              <a:defRPr sz="1000" b="0" i="0" u="none" strike="noStrike" cap="none">
                <a:solidFill>
                  <a:srgbClr val="D7D7D7"/>
                </a:solidFill>
                <a:uFillTx/>
                <a:latin typeface="Arial"/>
                <a:ea typeface="Arial"/>
                <a:cs typeface="Arial"/>
                <a:sym typeface="Arial"/>
              </a:defRPr>
            </a:lvl8pPr>
            <a:lvl9pPr marL="0" marR="0" lvl="8" indent="0" algn="ctr" rtl="0">
              <a:lnSpc>
                <a:spcPct val="100000"/>
              </a:lnSpc>
              <a:spcBef>
                <a:spcPts val="0"/>
              </a:spcBef>
              <a:spcAft>
                <a:spcPts val="0"/>
              </a:spcAft>
              <a:buClr>
                <a:srgbClr val="D7D7D7"/>
              </a:buClr>
              <a:buSzPts val="1000"/>
              <a:buFont typeface="Arial"/>
              <a:buNone/>
              <a:defRPr sz="1000" b="0" i="0" u="none" strike="noStrike" cap="none">
                <a:solidFill>
                  <a:srgbClr val="D7D7D7"/>
                </a:solidFill>
                <a:uFillTx/>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74"/>
        <p:cNvGrpSpPr/>
        <p:nvPr/>
      </p:nvGrpSpPr>
      <p:grpSpPr>
        <a:xfrm>
          <a:off x="0" y="0"/>
          <a:ext cx="0" cy="0"/>
          <a:chOff x="0" y="0"/>
          <a:chExt cx="0" cy="0"/>
        </a:xfrm>
      </p:grpSpPr>
      <p:pic>
        <p:nvPicPr>
          <p:cNvPr id="75" name="Google Shape;75;p14" descr="plbg.png"/>
          <p:cNvPicPr preferRelativeResize="0"/>
          <p:nvPr/>
        </p:nvPicPr>
        <p:blipFill rotWithShape="1">
          <a:blip r:embed="rId2"/>
          <a:srcRect/>
          <a:stretch/>
        </p:blipFill>
        <p:spPr>
          <a:xfrm>
            <a:off x="0" y="0"/>
            <a:ext cx="12192000" cy="6858000"/>
          </a:xfrm>
          <a:prstGeom prst="rect">
            <a:avLst/>
          </a:prstGeom>
          <a:noFill/>
          <a:ln>
            <a:noFill/>
          </a:ln>
        </p:spPr>
      </p:pic>
      <p:sp>
        <p:nvSpPr>
          <p:cNvPr id="76" name="Google Shape;76;p14"/>
          <p:cNvSpPr txBox="1">
            <a:spLocks noGrp="1"/>
          </p:cNvSpPr>
          <p:nvPr>
            <p:ph type="ctrTitle"/>
          </p:nvPr>
        </p:nvSpPr>
        <p:spPr>
          <a:xfrm>
            <a:off x="390939" y="1087826"/>
            <a:ext cx="7490792" cy="2422136"/>
          </a:xfrm>
          <a:prstGeom prst="rect">
            <a:avLst/>
          </a:prstGeom>
          <a:noFill/>
          <a:ln>
            <a:noFill/>
          </a:ln>
        </p:spPr>
        <p:txBody>
          <a:bodyPr spcFirstLastPara="1" wrap="square" lIns="45700" tIns="22875" rIns="45700" bIns="22875" anchor="b" anchorCtr="0">
            <a:noAutofit/>
          </a:bodyPr>
          <a:lstStyle>
            <a:lvl1pPr lvl="0" algn="r">
              <a:lnSpc>
                <a:spcPct val="90000"/>
              </a:lnSpc>
              <a:spcBef>
                <a:spcPts val="0"/>
              </a:spcBef>
              <a:spcAft>
                <a:spcPts val="0"/>
              </a:spcAft>
              <a:buClr>
                <a:schemeClr val="accent4"/>
              </a:buClr>
              <a:buSzPts val="3100"/>
              <a:buFont typeface="Arial"/>
              <a:buNone/>
              <a:defRPr sz="3100">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77" name="Google Shape;77;p14"/>
          <p:cNvSpPr txBox="1">
            <a:spLocks noGrp="1"/>
          </p:cNvSpPr>
          <p:nvPr>
            <p:ph type="subTitle" idx="1"/>
          </p:nvPr>
        </p:nvSpPr>
        <p:spPr>
          <a:xfrm>
            <a:off x="390939" y="3476488"/>
            <a:ext cx="7490800" cy="1679600"/>
          </a:xfrm>
          <a:prstGeom prst="rect">
            <a:avLst/>
          </a:prstGeom>
          <a:noFill/>
          <a:ln>
            <a:noFill/>
          </a:ln>
        </p:spPr>
        <p:txBody>
          <a:bodyPr spcFirstLastPara="1" wrap="square" lIns="45700" tIns="22875" rIns="45700" bIns="22875" anchor="t" anchorCtr="0">
            <a:noAutofit/>
          </a:bodyPr>
          <a:lstStyle>
            <a:lvl1pPr lvl="0" algn="r">
              <a:lnSpc>
                <a:spcPct val="90000"/>
              </a:lnSpc>
              <a:spcBef>
                <a:spcPts val="500"/>
              </a:spcBef>
              <a:spcAft>
                <a:spcPts val="0"/>
              </a:spcAft>
              <a:buClr>
                <a:schemeClr val="dk2"/>
              </a:buClr>
              <a:buSzPts val="2000"/>
              <a:buNone/>
              <a:defRPr sz="2000">
                <a:solidFill>
                  <a:schemeClr val="dk2"/>
                </a:solidFill>
                <a:uFillTx/>
              </a:defRPr>
            </a:lvl1pPr>
            <a:lvl2pPr lvl="1" algn="ctr">
              <a:lnSpc>
                <a:spcPct val="90000"/>
              </a:lnSpc>
              <a:spcBef>
                <a:spcPts val="300"/>
              </a:spcBef>
              <a:spcAft>
                <a:spcPts val="0"/>
              </a:spcAft>
              <a:buClr>
                <a:schemeClr val="dk2"/>
              </a:buClr>
              <a:buSzPts val="1100"/>
              <a:buNone/>
              <a:defRPr sz="1100">
                <a:uFillTx/>
              </a:defRPr>
            </a:lvl2pPr>
            <a:lvl3pPr lvl="2" algn="ctr">
              <a:lnSpc>
                <a:spcPct val="90000"/>
              </a:lnSpc>
              <a:spcBef>
                <a:spcPts val="300"/>
              </a:spcBef>
              <a:spcAft>
                <a:spcPts val="0"/>
              </a:spcAft>
              <a:buClr>
                <a:schemeClr val="dk2"/>
              </a:buClr>
              <a:buSzPts val="900"/>
              <a:buNone/>
              <a:defRPr sz="900">
                <a:uFillTx/>
              </a:defRPr>
            </a:lvl3pPr>
            <a:lvl4pPr lvl="3" algn="ctr">
              <a:lnSpc>
                <a:spcPct val="90000"/>
              </a:lnSpc>
              <a:spcBef>
                <a:spcPts val="300"/>
              </a:spcBef>
              <a:spcAft>
                <a:spcPts val="0"/>
              </a:spcAft>
              <a:buClr>
                <a:schemeClr val="dk2"/>
              </a:buClr>
              <a:buSzPts val="800"/>
              <a:buNone/>
              <a:defRPr sz="800">
                <a:uFillTx/>
              </a:defRPr>
            </a:lvl4pPr>
            <a:lvl5pPr lvl="4" algn="ctr">
              <a:lnSpc>
                <a:spcPct val="90000"/>
              </a:lnSpc>
              <a:spcBef>
                <a:spcPts val="300"/>
              </a:spcBef>
              <a:spcAft>
                <a:spcPts val="0"/>
              </a:spcAft>
              <a:buClr>
                <a:schemeClr val="dk2"/>
              </a:buClr>
              <a:buSzPts val="800"/>
              <a:buNone/>
              <a:defRPr sz="800">
                <a:uFillTx/>
              </a:defRPr>
            </a:lvl5pPr>
            <a:lvl6pPr lvl="5" algn="ctr">
              <a:lnSpc>
                <a:spcPct val="90000"/>
              </a:lnSpc>
              <a:spcBef>
                <a:spcPts val="300"/>
              </a:spcBef>
              <a:spcAft>
                <a:spcPts val="0"/>
              </a:spcAft>
              <a:buClr>
                <a:schemeClr val="dk1"/>
              </a:buClr>
              <a:buSzPts val="800"/>
              <a:buNone/>
              <a:defRPr sz="800">
                <a:uFillTx/>
              </a:defRPr>
            </a:lvl6pPr>
            <a:lvl7pPr lvl="6" algn="ctr">
              <a:lnSpc>
                <a:spcPct val="90000"/>
              </a:lnSpc>
              <a:spcBef>
                <a:spcPts val="300"/>
              </a:spcBef>
              <a:spcAft>
                <a:spcPts val="0"/>
              </a:spcAft>
              <a:buClr>
                <a:schemeClr val="dk1"/>
              </a:buClr>
              <a:buSzPts val="800"/>
              <a:buNone/>
              <a:defRPr sz="800">
                <a:uFillTx/>
              </a:defRPr>
            </a:lvl7pPr>
            <a:lvl8pPr lvl="7" algn="ctr">
              <a:lnSpc>
                <a:spcPct val="90000"/>
              </a:lnSpc>
              <a:spcBef>
                <a:spcPts val="300"/>
              </a:spcBef>
              <a:spcAft>
                <a:spcPts val="0"/>
              </a:spcAft>
              <a:buClr>
                <a:schemeClr val="dk1"/>
              </a:buClr>
              <a:buSzPts val="800"/>
              <a:buNone/>
              <a:defRPr sz="800">
                <a:uFillTx/>
              </a:defRPr>
            </a:lvl8pPr>
            <a:lvl9pPr lvl="8" algn="ctr">
              <a:lnSpc>
                <a:spcPct val="90000"/>
              </a:lnSpc>
              <a:spcBef>
                <a:spcPts val="300"/>
              </a:spcBef>
              <a:spcAft>
                <a:spcPts val="0"/>
              </a:spcAft>
              <a:buClr>
                <a:schemeClr val="dk1"/>
              </a:buClr>
              <a:buSzPts val="800"/>
              <a:buNone/>
              <a:defRPr sz="800">
                <a:uFillTx/>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OBJECT">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838200" y="365125"/>
            <a:ext cx="10515600" cy="1325563"/>
          </a:xfrm>
          <a:prstGeom prst="rect">
            <a:avLst/>
          </a:prstGeom>
          <a:noFill/>
          <a:ln>
            <a:noFill/>
          </a:ln>
        </p:spPr>
        <p:txBody>
          <a:bodyPr spcFirstLastPara="1" wrap="square" lIns="45700" tIns="22875" rIns="45700" bIns="22875" anchor="ctr" anchorCtr="0">
            <a:noAutofit/>
          </a:bodyPr>
          <a:lstStyle>
            <a:lvl1pPr lvl="0" algn="l">
              <a:lnSpc>
                <a:spcPct val="90000"/>
              </a:lnSpc>
              <a:spcBef>
                <a:spcPts val="0"/>
              </a:spcBef>
              <a:spcAft>
                <a:spcPts val="0"/>
              </a:spcAft>
              <a:buClr>
                <a:schemeClr val="accent4"/>
              </a:buClr>
              <a:buSzPts val="4000"/>
              <a:buFont typeface="Arial"/>
              <a:buNone/>
              <a:defRPr>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80" name="Google Shape;80;p15"/>
          <p:cNvSpPr txBox="1">
            <a:spLocks noGrp="1"/>
          </p:cNvSpPr>
          <p:nvPr>
            <p:ph type="body" idx="1"/>
          </p:nvPr>
        </p:nvSpPr>
        <p:spPr>
          <a:xfrm>
            <a:off x="838200" y="1825625"/>
            <a:ext cx="10515600" cy="4351338"/>
          </a:xfrm>
          <a:prstGeom prst="rect">
            <a:avLst/>
          </a:prstGeom>
          <a:noFill/>
          <a:ln>
            <a:noFill/>
          </a:ln>
        </p:spPr>
        <p:txBody>
          <a:bodyPr spcFirstLastPara="1" wrap="square" lIns="45700" tIns="22875" rIns="45700" bIns="22875" anchor="t" anchorCtr="0">
            <a:noAutofit/>
          </a:bodyPr>
          <a:lstStyle>
            <a:lvl1pPr marL="457200" lvl="0" indent="-228600" algn="l">
              <a:lnSpc>
                <a:spcPct val="90000"/>
              </a:lnSpc>
              <a:spcBef>
                <a:spcPts val="500"/>
              </a:spcBef>
              <a:spcAft>
                <a:spcPts val="0"/>
              </a:spcAft>
              <a:buClr>
                <a:schemeClr val="dk2"/>
              </a:buClr>
              <a:buSzPts val="2400"/>
              <a:buNone/>
              <a:defRPr>
                <a:solidFill>
                  <a:schemeClr val="dk2"/>
                </a:solidFill>
                <a:uFillTx/>
              </a:defRPr>
            </a:lvl1pPr>
            <a:lvl2pPr marL="914400" lvl="1" indent="-355600" algn="l">
              <a:lnSpc>
                <a:spcPct val="90000"/>
              </a:lnSpc>
              <a:spcBef>
                <a:spcPts val="300"/>
              </a:spcBef>
              <a:spcAft>
                <a:spcPts val="0"/>
              </a:spcAft>
              <a:buClr>
                <a:schemeClr val="dk2"/>
              </a:buClr>
              <a:buSzPts val="2000"/>
              <a:buChar char="•"/>
              <a:defRPr>
                <a:solidFill>
                  <a:schemeClr val="dk2"/>
                </a:solidFill>
                <a:uFillTx/>
              </a:defRPr>
            </a:lvl2pPr>
            <a:lvl3pPr marL="1371600" lvl="2" indent="-349250" algn="l">
              <a:lnSpc>
                <a:spcPct val="90000"/>
              </a:lnSpc>
              <a:spcBef>
                <a:spcPts val="300"/>
              </a:spcBef>
              <a:spcAft>
                <a:spcPts val="0"/>
              </a:spcAft>
              <a:buClr>
                <a:schemeClr val="dk2"/>
              </a:buClr>
              <a:buSzPts val="1900"/>
              <a:buChar char="•"/>
              <a:defRPr>
                <a:solidFill>
                  <a:schemeClr val="dk2"/>
                </a:solidFill>
                <a:uFillTx/>
              </a:defRPr>
            </a:lvl3pPr>
            <a:lvl4pPr marL="1828800" lvl="3" indent="-330200" algn="l">
              <a:lnSpc>
                <a:spcPct val="90000"/>
              </a:lnSpc>
              <a:spcBef>
                <a:spcPts val="300"/>
              </a:spcBef>
              <a:spcAft>
                <a:spcPts val="0"/>
              </a:spcAft>
              <a:buClr>
                <a:schemeClr val="dk2"/>
              </a:buClr>
              <a:buSzPts val="1600"/>
              <a:buChar char="•"/>
              <a:defRPr>
                <a:solidFill>
                  <a:schemeClr val="dk2"/>
                </a:solidFill>
                <a:uFillTx/>
              </a:defRPr>
            </a:lvl4pPr>
            <a:lvl5pPr marL="2286000" lvl="4" indent="-330200" algn="l">
              <a:lnSpc>
                <a:spcPct val="90000"/>
              </a:lnSpc>
              <a:spcBef>
                <a:spcPts val="300"/>
              </a:spcBef>
              <a:spcAft>
                <a:spcPts val="0"/>
              </a:spcAft>
              <a:buClr>
                <a:schemeClr val="dk2"/>
              </a:buClr>
              <a:buSzPts val="1600"/>
              <a:buChar char="•"/>
              <a:defRPr>
                <a:solidFill>
                  <a:schemeClr val="dk2"/>
                </a:solidFill>
                <a:uFillTx/>
              </a:defRPr>
            </a:lvl5pPr>
            <a:lvl6pPr marL="2743200" lvl="5" indent="-285750" algn="l">
              <a:lnSpc>
                <a:spcPct val="90000"/>
              </a:lnSpc>
              <a:spcBef>
                <a:spcPts val="300"/>
              </a:spcBef>
              <a:spcAft>
                <a:spcPts val="0"/>
              </a:spcAft>
              <a:buClr>
                <a:schemeClr val="dk1"/>
              </a:buClr>
              <a:buSzPts val="900"/>
              <a:buChar char="•"/>
              <a:defRPr>
                <a:uFillTx/>
              </a:defRPr>
            </a:lvl6pPr>
            <a:lvl7pPr marL="3200400" lvl="6" indent="-285750" algn="l">
              <a:lnSpc>
                <a:spcPct val="90000"/>
              </a:lnSpc>
              <a:spcBef>
                <a:spcPts val="300"/>
              </a:spcBef>
              <a:spcAft>
                <a:spcPts val="0"/>
              </a:spcAft>
              <a:buClr>
                <a:schemeClr val="dk1"/>
              </a:buClr>
              <a:buSzPts val="900"/>
              <a:buChar char="•"/>
              <a:defRPr>
                <a:uFillTx/>
              </a:defRPr>
            </a:lvl7pPr>
            <a:lvl8pPr marL="3657600" lvl="7" indent="-285750" algn="l">
              <a:lnSpc>
                <a:spcPct val="90000"/>
              </a:lnSpc>
              <a:spcBef>
                <a:spcPts val="300"/>
              </a:spcBef>
              <a:spcAft>
                <a:spcPts val="0"/>
              </a:spcAft>
              <a:buClr>
                <a:schemeClr val="dk1"/>
              </a:buClr>
              <a:buSzPts val="900"/>
              <a:buChar char="•"/>
              <a:defRPr>
                <a:uFillTx/>
              </a:defRPr>
            </a:lvl8pPr>
            <a:lvl9pPr marL="4114800" lvl="8" indent="-285750" algn="l">
              <a:lnSpc>
                <a:spcPct val="90000"/>
              </a:lnSpc>
              <a:spcBef>
                <a:spcPts val="300"/>
              </a:spcBef>
              <a:spcAft>
                <a:spcPts val="0"/>
              </a:spcAft>
              <a:buClr>
                <a:schemeClr val="dk1"/>
              </a:buClr>
              <a:buSzPts val="900"/>
              <a:buChar char="•"/>
              <a:defRPr>
                <a:uFillTx/>
              </a:defRPr>
            </a:lvl9pPr>
          </a:lstStyle>
          <a:p>
            <a:endParaRPr/>
          </a:p>
        </p:txBody>
      </p:sp>
      <p:sp>
        <p:nvSpPr>
          <p:cNvPr id="81" name="Google Shape;81;p15"/>
          <p:cNvSpPr txBox="1">
            <a:spLocks noGrp="1"/>
          </p:cNvSpPr>
          <p:nvPr>
            <p:ph type="sldNum" idx="12"/>
          </p:nvPr>
        </p:nvSpPr>
        <p:spPr>
          <a:xfrm>
            <a:off x="11718234" y="6269703"/>
            <a:ext cx="333313" cy="365125"/>
          </a:xfrm>
          <a:prstGeom prst="rect">
            <a:avLst/>
          </a:prstGeom>
          <a:noFill/>
          <a:ln>
            <a:noFill/>
          </a:ln>
        </p:spPr>
        <p:txBody>
          <a:bodyPr spcFirstLastPara="1" wrap="square" lIns="45700" tIns="22875" rIns="45700" bIns="22875" anchor="ctr" anchorCtr="0">
            <a:noAutofit/>
          </a:bodyPr>
          <a:lstStyle>
            <a:lvl1pPr marL="0" lvl="0" indent="0" algn="ctr">
              <a:lnSpc>
                <a:spcPct val="100000"/>
              </a:lnSpc>
              <a:spcBef>
                <a:spcPts val="0"/>
              </a:spcBef>
              <a:spcAft>
                <a:spcPts val="0"/>
              </a:spcAft>
              <a:buClr>
                <a:schemeClr val="lt1"/>
              </a:buClr>
              <a:buSzPts val="1100"/>
              <a:buFont typeface="Arial"/>
              <a:buNone/>
              <a:defRPr>
                <a:uFillTx/>
              </a:defRPr>
            </a:lvl1pPr>
            <a:lvl2pPr marL="0" lvl="1" indent="0" algn="ctr">
              <a:lnSpc>
                <a:spcPct val="100000"/>
              </a:lnSpc>
              <a:spcBef>
                <a:spcPts val="0"/>
              </a:spcBef>
              <a:spcAft>
                <a:spcPts val="0"/>
              </a:spcAft>
              <a:buClr>
                <a:schemeClr val="lt1"/>
              </a:buClr>
              <a:buSzPts val="1100"/>
              <a:buFont typeface="Arial"/>
              <a:buNone/>
              <a:defRPr>
                <a:uFillTx/>
              </a:defRPr>
            </a:lvl2pPr>
            <a:lvl3pPr marL="0" lvl="2" indent="0" algn="ctr">
              <a:lnSpc>
                <a:spcPct val="100000"/>
              </a:lnSpc>
              <a:spcBef>
                <a:spcPts val="0"/>
              </a:spcBef>
              <a:spcAft>
                <a:spcPts val="0"/>
              </a:spcAft>
              <a:buClr>
                <a:schemeClr val="lt1"/>
              </a:buClr>
              <a:buSzPts val="1100"/>
              <a:buFont typeface="Arial"/>
              <a:buNone/>
              <a:defRPr>
                <a:uFillTx/>
              </a:defRPr>
            </a:lvl3pPr>
            <a:lvl4pPr marL="0" lvl="3" indent="0" algn="ctr">
              <a:lnSpc>
                <a:spcPct val="100000"/>
              </a:lnSpc>
              <a:spcBef>
                <a:spcPts val="0"/>
              </a:spcBef>
              <a:spcAft>
                <a:spcPts val="0"/>
              </a:spcAft>
              <a:buClr>
                <a:schemeClr val="lt1"/>
              </a:buClr>
              <a:buSzPts val="1100"/>
              <a:buFont typeface="Arial"/>
              <a:buNone/>
              <a:defRPr>
                <a:uFillTx/>
              </a:defRPr>
            </a:lvl4pPr>
            <a:lvl5pPr marL="0" lvl="4" indent="0" algn="ctr">
              <a:lnSpc>
                <a:spcPct val="100000"/>
              </a:lnSpc>
              <a:spcBef>
                <a:spcPts val="0"/>
              </a:spcBef>
              <a:spcAft>
                <a:spcPts val="0"/>
              </a:spcAft>
              <a:buClr>
                <a:schemeClr val="lt1"/>
              </a:buClr>
              <a:buSzPts val="1100"/>
              <a:buFont typeface="Arial"/>
              <a:buNone/>
              <a:defRPr>
                <a:uFillTx/>
              </a:defRPr>
            </a:lvl5pPr>
            <a:lvl6pPr marL="0" lvl="5" indent="0" algn="ctr">
              <a:lnSpc>
                <a:spcPct val="100000"/>
              </a:lnSpc>
              <a:spcBef>
                <a:spcPts val="0"/>
              </a:spcBef>
              <a:spcAft>
                <a:spcPts val="0"/>
              </a:spcAft>
              <a:buClr>
                <a:schemeClr val="lt1"/>
              </a:buClr>
              <a:buSzPts val="1100"/>
              <a:buFont typeface="Arial"/>
              <a:buNone/>
              <a:defRPr>
                <a:uFillTx/>
              </a:defRPr>
            </a:lvl6pPr>
            <a:lvl7pPr marL="0" lvl="6" indent="0" algn="ctr">
              <a:lnSpc>
                <a:spcPct val="100000"/>
              </a:lnSpc>
              <a:spcBef>
                <a:spcPts val="0"/>
              </a:spcBef>
              <a:spcAft>
                <a:spcPts val="0"/>
              </a:spcAft>
              <a:buClr>
                <a:schemeClr val="lt1"/>
              </a:buClr>
              <a:buSzPts val="1100"/>
              <a:buFont typeface="Arial"/>
              <a:buNone/>
              <a:defRPr>
                <a:uFillTx/>
              </a:defRPr>
            </a:lvl7pPr>
            <a:lvl8pPr marL="0" lvl="7" indent="0" algn="ctr">
              <a:lnSpc>
                <a:spcPct val="100000"/>
              </a:lnSpc>
              <a:spcBef>
                <a:spcPts val="0"/>
              </a:spcBef>
              <a:spcAft>
                <a:spcPts val="0"/>
              </a:spcAft>
              <a:buClr>
                <a:schemeClr val="lt1"/>
              </a:buClr>
              <a:buSzPts val="1100"/>
              <a:buFont typeface="Arial"/>
              <a:buNone/>
              <a:defRPr>
                <a:uFillTx/>
              </a:defRPr>
            </a:lvl8pPr>
            <a:lvl9pPr marL="0" lvl="8" indent="0" algn="ctr">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Shape 82"/>
        <p:cNvGrpSpPr/>
        <p:nvPr/>
      </p:nvGrpSpPr>
      <p:grpSpPr>
        <a:xfrm>
          <a:off x="0" y="0"/>
          <a:ext cx="0" cy="0"/>
          <a:chOff x="0" y="0"/>
          <a:chExt cx="0" cy="0"/>
        </a:xfrm>
      </p:grpSpPr>
      <p:pic>
        <p:nvPicPr>
          <p:cNvPr id="83" name="Google Shape;83;p16" descr="plbg2.png"/>
          <p:cNvPicPr preferRelativeResize="0"/>
          <p:nvPr/>
        </p:nvPicPr>
        <p:blipFill rotWithShape="1">
          <a:blip r:embed="rId2"/>
          <a:srcRect/>
          <a:stretch/>
        </p:blipFill>
        <p:spPr>
          <a:xfrm>
            <a:off x="0" y="0"/>
            <a:ext cx="12192000" cy="6858000"/>
          </a:xfrm>
          <a:prstGeom prst="rect">
            <a:avLst/>
          </a:prstGeom>
          <a:noFill/>
          <a:ln>
            <a:noFill/>
          </a:ln>
        </p:spPr>
      </p:pic>
      <p:sp>
        <p:nvSpPr>
          <p:cNvPr id="84" name="Google Shape;84;p16"/>
          <p:cNvSpPr>
            <a:spLocks/>
          </p:cNvSpPr>
          <p:nvPr/>
        </p:nvSpPr>
        <p:spPr>
          <a:xfrm>
            <a:off x="-3719" y="1857803"/>
            <a:ext cx="12199438" cy="3142395"/>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5F3E7"/>
              </a:buClr>
              <a:buSzPts val="1900"/>
              <a:buFont typeface="Exo 2"/>
              <a:buNone/>
            </a:pPr>
            <a:endParaRPr sz="1900" b="0" i="0" u="none" strike="noStrike" cap="none">
              <a:solidFill>
                <a:srgbClr val="373737"/>
              </a:solidFill>
              <a:uFillTx/>
              <a:latin typeface="Arial"/>
              <a:ea typeface="Arial"/>
              <a:cs typeface="Arial"/>
              <a:sym typeface="Arial"/>
            </a:endParaRPr>
          </a:p>
        </p:txBody>
      </p:sp>
      <p:sp>
        <p:nvSpPr>
          <p:cNvPr id="85" name="Google Shape;85;p16"/>
          <p:cNvSpPr txBox="1">
            <a:spLocks noGrp="1"/>
          </p:cNvSpPr>
          <p:nvPr>
            <p:ph type="sldNum" idx="12"/>
          </p:nvPr>
        </p:nvSpPr>
        <p:spPr>
          <a:xfrm>
            <a:off x="11718234" y="6269703"/>
            <a:ext cx="333200" cy="365200"/>
          </a:xfrm>
          <a:prstGeom prst="rect">
            <a:avLst/>
          </a:prstGeom>
          <a:noFill/>
          <a:ln>
            <a:noFill/>
          </a:ln>
        </p:spPr>
        <p:txBody>
          <a:bodyPr spcFirstLastPara="1" wrap="square" lIns="45700" tIns="22875" rIns="45700" bIns="22875" anchor="ctr" anchorCtr="0">
            <a:noAutofit/>
          </a:bodyPr>
          <a:lstStyle>
            <a:lvl1pPr marL="0" lvl="0" indent="0" algn="ctr" rtl="0">
              <a:lnSpc>
                <a:spcPct val="100000"/>
              </a:lnSpc>
              <a:spcBef>
                <a:spcPts val="0"/>
              </a:spcBef>
              <a:spcAft>
                <a:spcPts val="0"/>
              </a:spcAft>
              <a:buClr>
                <a:schemeClr val="lt1"/>
              </a:buClr>
              <a:buSzPts val="1100"/>
              <a:buFont typeface="Arial"/>
              <a:buNone/>
              <a:defRPr>
                <a:uFillTx/>
              </a:defRPr>
            </a:lvl1pPr>
            <a:lvl2pPr marL="0" lvl="1" indent="0" algn="ctr" rtl="0">
              <a:lnSpc>
                <a:spcPct val="100000"/>
              </a:lnSpc>
              <a:spcBef>
                <a:spcPts val="0"/>
              </a:spcBef>
              <a:spcAft>
                <a:spcPts val="0"/>
              </a:spcAft>
              <a:buClr>
                <a:schemeClr val="lt1"/>
              </a:buClr>
              <a:buSzPts val="1100"/>
              <a:buFont typeface="Arial"/>
              <a:buNone/>
              <a:defRPr>
                <a:uFillTx/>
              </a:defRPr>
            </a:lvl2pPr>
            <a:lvl3pPr marL="0" lvl="2" indent="0" algn="ctr" rtl="0">
              <a:lnSpc>
                <a:spcPct val="100000"/>
              </a:lnSpc>
              <a:spcBef>
                <a:spcPts val="0"/>
              </a:spcBef>
              <a:spcAft>
                <a:spcPts val="0"/>
              </a:spcAft>
              <a:buClr>
                <a:schemeClr val="lt1"/>
              </a:buClr>
              <a:buSzPts val="1100"/>
              <a:buFont typeface="Arial"/>
              <a:buNone/>
              <a:defRPr>
                <a:uFillTx/>
              </a:defRPr>
            </a:lvl3pPr>
            <a:lvl4pPr marL="0" lvl="3" indent="0" algn="ctr" rtl="0">
              <a:lnSpc>
                <a:spcPct val="100000"/>
              </a:lnSpc>
              <a:spcBef>
                <a:spcPts val="0"/>
              </a:spcBef>
              <a:spcAft>
                <a:spcPts val="0"/>
              </a:spcAft>
              <a:buClr>
                <a:schemeClr val="lt1"/>
              </a:buClr>
              <a:buSzPts val="1100"/>
              <a:buFont typeface="Arial"/>
              <a:buNone/>
              <a:defRPr>
                <a:uFillTx/>
              </a:defRPr>
            </a:lvl4pPr>
            <a:lvl5pPr marL="0" lvl="4" indent="0" algn="ctr" rtl="0">
              <a:lnSpc>
                <a:spcPct val="100000"/>
              </a:lnSpc>
              <a:spcBef>
                <a:spcPts val="0"/>
              </a:spcBef>
              <a:spcAft>
                <a:spcPts val="0"/>
              </a:spcAft>
              <a:buClr>
                <a:schemeClr val="lt1"/>
              </a:buClr>
              <a:buSzPts val="1100"/>
              <a:buFont typeface="Arial"/>
              <a:buNone/>
              <a:defRPr>
                <a:uFillTx/>
              </a:defRPr>
            </a:lvl5pPr>
            <a:lvl6pPr marL="0" lvl="5" indent="0" algn="ctr" rtl="0">
              <a:lnSpc>
                <a:spcPct val="100000"/>
              </a:lnSpc>
              <a:spcBef>
                <a:spcPts val="0"/>
              </a:spcBef>
              <a:spcAft>
                <a:spcPts val="0"/>
              </a:spcAft>
              <a:buClr>
                <a:schemeClr val="lt1"/>
              </a:buClr>
              <a:buSzPts val="1100"/>
              <a:buFont typeface="Arial"/>
              <a:buNone/>
              <a:defRPr>
                <a:uFillTx/>
              </a:defRPr>
            </a:lvl6pPr>
            <a:lvl7pPr marL="0" lvl="6" indent="0" algn="ctr" rtl="0">
              <a:lnSpc>
                <a:spcPct val="100000"/>
              </a:lnSpc>
              <a:spcBef>
                <a:spcPts val="0"/>
              </a:spcBef>
              <a:spcAft>
                <a:spcPts val="0"/>
              </a:spcAft>
              <a:buClr>
                <a:schemeClr val="lt1"/>
              </a:buClr>
              <a:buSzPts val="1100"/>
              <a:buFont typeface="Arial"/>
              <a:buNone/>
              <a:defRPr>
                <a:uFillTx/>
              </a:defRPr>
            </a:lvl7pPr>
            <a:lvl8pPr marL="0" lvl="7" indent="0" algn="ctr" rtl="0">
              <a:lnSpc>
                <a:spcPct val="100000"/>
              </a:lnSpc>
              <a:spcBef>
                <a:spcPts val="0"/>
              </a:spcBef>
              <a:spcAft>
                <a:spcPts val="0"/>
              </a:spcAft>
              <a:buClr>
                <a:schemeClr val="lt1"/>
              </a:buClr>
              <a:buSzPts val="1100"/>
              <a:buFont typeface="Arial"/>
              <a:buNone/>
              <a:defRPr>
                <a:uFillTx/>
              </a:defRPr>
            </a:lvl8pPr>
            <a:lvl9pPr marL="0" lvl="8" indent="0" algn="ctr" rtl="0">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cxnSp>
        <p:nvCxnSpPr>
          <p:cNvPr id="86" name="Google Shape;86;p16"/>
          <p:cNvCxnSpPr/>
          <p:nvPr/>
        </p:nvCxnSpPr>
        <p:spPr>
          <a:xfrm rot="10800000">
            <a:off x="934720" y="3811785"/>
            <a:ext cx="10342883" cy="0"/>
          </a:xfrm>
          <a:prstGeom prst="straightConnector1">
            <a:avLst/>
          </a:prstGeom>
          <a:noFill/>
          <a:ln w="9525" cap="flat" cmpd="sng">
            <a:solidFill>
              <a:srgbClr val="262F63"/>
            </a:solidFill>
            <a:prstDash val="dash"/>
            <a:miter lim="8000"/>
            <a:headEnd type="none" w="sm" len="sm"/>
            <a:tailEnd type="none" w="sm" len="sm"/>
          </a:ln>
        </p:spPr>
      </p:cxnSp>
      <p:sp>
        <p:nvSpPr>
          <p:cNvPr id="87" name="Google Shape;87;p16"/>
          <p:cNvSpPr txBox="1">
            <a:spLocks noGrp="1"/>
          </p:cNvSpPr>
          <p:nvPr>
            <p:ph type="title"/>
          </p:nvPr>
        </p:nvSpPr>
        <p:spPr>
          <a:xfrm>
            <a:off x="831850" y="971817"/>
            <a:ext cx="10515600" cy="2852737"/>
          </a:xfrm>
          <a:prstGeom prst="rect">
            <a:avLst/>
          </a:prstGeom>
          <a:noFill/>
          <a:ln>
            <a:noFill/>
          </a:ln>
        </p:spPr>
        <p:txBody>
          <a:bodyPr spcFirstLastPara="1" wrap="square" lIns="45700" tIns="22875" rIns="45700" bIns="22875" anchor="b" anchorCtr="0">
            <a:noAutofit/>
          </a:bodyPr>
          <a:lstStyle>
            <a:lvl1pPr lvl="0" algn="r">
              <a:lnSpc>
                <a:spcPct val="90000"/>
              </a:lnSpc>
              <a:spcBef>
                <a:spcPts val="0"/>
              </a:spcBef>
              <a:spcAft>
                <a:spcPts val="0"/>
              </a:spcAft>
              <a:buClr>
                <a:schemeClr val="accent4"/>
              </a:buClr>
              <a:buSzPts val="3100"/>
              <a:buFont typeface="Arial"/>
              <a:buNone/>
              <a:defRPr sz="3100">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88" name="Google Shape;88;p16"/>
          <p:cNvSpPr txBox="1">
            <a:spLocks noGrp="1"/>
          </p:cNvSpPr>
          <p:nvPr>
            <p:ph type="body" idx="1"/>
          </p:nvPr>
        </p:nvSpPr>
        <p:spPr>
          <a:xfrm>
            <a:off x="831850" y="3851541"/>
            <a:ext cx="10515600" cy="1500188"/>
          </a:xfrm>
          <a:prstGeom prst="rect">
            <a:avLst/>
          </a:prstGeom>
          <a:noFill/>
          <a:ln>
            <a:noFill/>
          </a:ln>
        </p:spPr>
        <p:txBody>
          <a:bodyPr spcFirstLastPara="1" wrap="square" lIns="45700" tIns="22875" rIns="45700" bIns="22875" anchor="t" anchorCtr="0">
            <a:noAutofit/>
          </a:bodyPr>
          <a:lstStyle>
            <a:lvl1pPr marL="457200" lvl="0" indent="-228600" algn="r">
              <a:lnSpc>
                <a:spcPct val="90000"/>
              </a:lnSpc>
              <a:spcBef>
                <a:spcPts val="500"/>
              </a:spcBef>
              <a:spcAft>
                <a:spcPts val="0"/>
              </a:spcAft>
              <a:buClr>
                <a:srgbClr val="000000"/>
              </a:buClr>
              <a:buSzPts val="2000"/>
              <a:buNone/>
              <a:defRPr sz="2000">
                <a:solidFill>
                  <a:srgbClr val="000000"/>
                </a:solidFill>
                <a:uFillTx/>
              </a:defRPr>
            </a:lvl1pPr>
            <a:lvl2pPr marL="914400" lvl="1" indent="-228600" algn="r">
              <a:lnSpc>
                <a:spcPct val="90000"/>
              </a:lnSpc>
              <a:spcBef>
                <a:spcPts val="300"/>
              </a:spcBef>
              <a:spcAft>
                <a:spcPts val="0"/>
              </a:spcAft>
              <a:buClr>
                <a:srgbClr val="000000"/>
              </a:buClr>
              <a:buSzPts val="2000"/>
              <a:buNone/>
              <a:defRPr>
                <a:solidFill>
                  <a:srgbClr val="000000"/>
                </a:solidFill>
                <a:uFillTx/>
              </a:defRPr>
            </a:lvl2pPr>
            <a:lvl3pPr marL="1371600" lvl="2" indent="-228600" algn="r">
              <a:lnSpc>
                <a:spcPct val="90000"/>
              </a:lnSpc>
              <a:spcBef>
                <a:spcPts val="300"/>
              </a:spcBef>
              <a:spcAft>
                <a:spcPts val="0"/>
              </a:spcAft>
              <a:buClr>
                <a:srgbClr val="000000"/>
              </a:buClr>
              <a:buSzPts val="2000"/>
              <a:buNone/>
              <a:defRPr sz="2000">
                <a:solidFill>
                  <a:srgbClr val="000000"/>
                </a:solidFill>
                <a:uFillTx/>
              </a:defRPr>
            </a:lvl3pPr>
            <a:lvl4pPr marL="1828800" lvl="3" indent="-228600" algn="r">
              <a:lnSpc>
                <a:spcPct val="90000"/>
              </a:lnSpc>
              <a:spcBef>
                <a:spcPts val="300"/>
              </a:spcBef>
              <a:spcAft>
                <a:spcPts val="0"/>
              </a:spcAft>
              <a:buClr>
                <a:srgbClr val="000000"/>
              </a:buClr>
              <a:buSzPts val="2000"/>
              <a:buNone/>
              <a:defRPr sz="2000">
                <a:solidFill>
                  <a:srgbClr val="000000"/>
                </a:solidFill>
                <a:uFillTx/>
              </a:defRPr>
            </a:lvl4pPr>
            <a:lvl5pPr marL="2286000" lvl="4" indent="-228600" algn="r">
              <a:lnSpc>
                <a:spcPct val="90000"/>
              </a:lnSpc>
              <a:spcBef>
                <a:spcPts val="300"/>
              </a:spcBef>
              <a:spcAft>
                <a:spcPts val="0"/>
              </a:spcAft>
              <a:buClr>
                <a:srgbClr val="000000"/>
              </a:buClr>
              <a:buSzPts val="2000"/>
              <a:buNone/>
              <a:defRPr sz="2000">
                <a:solidFill>
                  <a:srgbClr val="000000"/>
                </a:solidFill>
                <a:uFillTx/>
              </a:defRPr>
            </a:lvl5pPr>
            <a:lvl6pPr marL="2743200" lvl="5" indent="-228600" algn="r">
              <a:lnSpc>
                <a:spcPct val="90000"/>
              </a:lnSpc>
              <a:spcBef>
                <a:spcPts val="300"/>
              </a:spcBef>
              <a:spcAft>
                <a:spcPts val="0"/>
              </a:spcAft>
              <a:buClr>
                <a:srgbClr val="000000"/>
              </a:buClr>
              <a:buSzPts val="2000"/>
              <a:buNone/>
              <a:defRPr sz="2000">
                <a:solidFill>
                  <a:srgbClr val="000000"/>
                </a:solidFill>
                <a:uFillTx/>
              </a:defRPr>
            </a:lvl6pPr>
            <a:lvl7pPr marL="3200400" lvl="6" indent="-228600" algn="r">
              <a:lnSpc>
                <a:spcPct val="90000"/>
              </a:lnSpc>
              <a:spcBef>
                <a:spcPts val="300"/>
              </a:spcBef>
              <a:spcAft>
                <a:spcPts val="0"/>
              </a:spcAft>
              <a:buClr>
                <a:srgbClr val="000000"/>
              </a:buClr>
              <a:buSzPts val="2000"/>
              <a:buNone/>
              <a:defRPr sz="2000">
                <a:solidFill>
                  <a:srgbClr val="000000"/>
                </a:solidFill>
                <a:uFillTx/>
              </a:defRPr>
            </a:lvl7pPr>
            <a:lvl8pPr marL="3657600" lvl="7" indent="-228600" algn="r">
              <a:lnSpc>
                <a:spcPct val="90000"/>
              </a:lnSpc>
              <a:spcBef>
                <a:spcPts val="300"/>
              </a:spcBef>
              <a:spcAft>
                <a:spcPts val="0"/>
              </a:spcAft>
              <a:buClr>
                <a:srgbClr val="000000"/>
              </a:buClr>
              <a:buSzPts val="2000"/>
              <a:buNone/>
              <a:defRPr sz="2000">
                <a:solidFill>
                  <a:srgbClr val="000000"/>
                </a:solidFill>
                <a:uFillTx/>
              </a:defRPr>
            </a:lvl8pPr>
            <a:lvl9pPr marL="4114800" lvl="8" indent="-228600" algn="r">
              <a:lnSpc>
                <a:spcPct val="90000"/>
              </a:lnSpc>
              <a:spcBef>
                <a:spcPts val="300"/>
              </a:spcBef>
              <a:spcAft>
                <a:spcPts val="0"/>
              </a:spcAft>
              <a:buClr>
                <a:srgbClr val="000000"/>
              </a:buClr>
              <a:buSzPts val="2000"/>
              <a:buNone/>
              <a:defRPr sz="2000">
                <a:solidFill>
                  <a:srgbClr val="000000"/>
                </a:solidFill>
                <a:uFillTx/>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838200" y="365125"/>
            <a:ext cx="10515600" cy="1325563"/>
          </a:xfrm>
          <a:prstGeom prst="rect">
            <a:avLst/>
          </a:prstGeom>
          <a:noFill/>
          <a:ln>
            <a:noFill/>
          </a:ln>
        </p:spPr>
        <p:txBody>
          <a:bodyPr spcFirstLastPara="1" wrap="square" lIns="45700" tIns="22875" rIns="45700" bIns="22875" anchor="ctr" anchorCtr="0">
            <a:noAutofit/>
          </a:bodyPr>
          <a:lstStyle>
            <a:lvl1pPr lvl="0" algn="l">
              <a:lnSpc>
                <a:spcPct val="90000"/>
              </a:lnSpc>
              <a:spcBef>
                <a:spcPts val="0"/>
              </a:spcBef>
              <a:spcAft>
                <a:spcPts val="0"/>
              </a:spcAft>
              <a:buClr>
                <a:schemeClr val="accent4"/>
              </a:buClr>
              <a:buSzPts val="4000"/>
              <a:buFont typeface="Arial"/>
              <a:buNone/>
              <a:defRPr>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91" name="Google Shape;91;p17"/>
          <p:cNvSpPr txBox="1">
            <a:spLocks noGrp="1"/>
          </p:cNvSpPr>
          <p:nvPr>
            <p:ph type="body" idx="1"/>
          </p:nvPr>
        </p:nvSpPr>
        <p:spPr>
          <a:xfrm>
            <a:off x="838200" y="1825625"/>
            <a:ext cx="5219700" cy="4351338"/>
          </a:xfrm>
          <a:prstGeom prst="rect">
            <a:avLst/>
          </a:prstGeom>
          <a:noFill/>
          <a:ln>
            <a:noFill/>
          </a:ln>
        </p:spPr>
        <p:txBody>
          <a:bodyPr spcFirstLastPara="1" wrap="square" lIns="45700" tIns="22875" rIns="45700" bIns="22875" anchor="t" anchorCtr="0">
            <a:noAutofit/>
          </a:bodyPr>
          <a:lstStyle>
            <a:lvl1pPr marL="457200" lvl="0" indent="-228600" algn="l">
              <a:lnSpc>
                <a:spcPct val="90000"/>
              </a:lnSpc>
              <a:spcBef>
                <a:spcPts val="500"/>
              </a:spcBef>
              <a:spcAft>
                <a:spcPts val="0"/>
              </a:spcAft>
              <a:buClr>
                <a:schemeClr val="dk2"/>
              </a:buClr>
              <a:buSzPts val="2400"/>
              <a:buNone/>
              <a:defRPr>
                <a:solidFill>
                  <a:schemeClr val="dk2"/>
                </a:solidFill>
                <a:uFillTx/>
              </a:defRPr>
            </a:lvl1pPr>
            <a:lvl2pPr marL="914400" lvl="1" indent="-355600" algn="l">
              <a:lnSpc>
                <a:spcPct val="90000"/>
              </a:lnSpc>
              <a:spcBef>
                <a:spcPts val="300"/>
              </a:spcBef>
              <a:spcAft>
                <a:spcPts val="0"/>
              </a:spcAft>
              <a:buClr>
                <a:schemeClr val="dk2"/>
              </a:buClr>
              <a:buSzPts val="2000"/>
              <a:buChar char="•"/>
              <a:defRPr>
                <a:solidFill>
                  <a:schemeClr val="dk2"/>
                </a:solidFill>
                <a:uFillTx/>
              </a:defRPr>
            </a:lvl2pPr>
            <a:lvl3pPr marL="1371600" lvl="2" indent="-349250" algn="l">
              <a:lnSpc>
                <a:spcPct val="90000"/>
              </a:lnSpc>
              <a:spcBef>
                <a:spcPts val="300"/>
              </a:spcBef>
              <a:spcAft>
                <a:spcPts val="0"/>
              </a:spcAft>
              <a:buClr>
                <a:schemeClr val="dk2"/>
              </a:buClr>
              <a:buSzPts val="1900"/>
              <a:buChar char="•"/>
              <a:defRPr>
                <a:solidFill>
                  <a:schemeClr val="dk2"/>
                </a:solidFill>
                <a:uFillTx/>
              </a:defRPr>
            </a:lvl3pPr>
            <a:lvl4pPr marL="1828800" lvl="3" indent="-330200" algn="l">
              <a:lnSpc>
                <a:spcPct val="90000"/>
              </a:lnSpc>
              <a:spcBef>
                <a:spcPts val="300"/>
              </a:spcBef>
              <a:spcAft>
                <a:spcPts val="0"/>
              </a:spcAft>
              <a:buClr>
                <a:schemeClr val="dk2"/>
              </a:buClr>
              <a:buSzPts val="1600"/>
              <a:buChar char="•"/>
              <a:defRPr>
                <a:solidFill>
                  <a:schemeClr val="dk2"/>
                </a:solidFill>
                <a:uFillTx/>
              </a:defRPr>
            </a:lvl4pPr>
            <a:lvl5pPr marL="2286000" lvl="4" indent="-330200" algn="l">
              <a:lnSpc>
                <a:spcPct val="90000"/>
              </a:lnSpc>
              <a:spcBef>
                <a:spcPts val="300"/>
              </a:spcBef>
              <a:spcAft>
                <a:spcPts val="0"/>
              </a:spcAft>
              <a:buClr>
                <a:schemeClr val="dk2"/>
              </a:buClr>
              <a:buSzPts val="1600"/>
              <a:buChar char="•"/>
              <a:defRPr>
                <a:solidFill>
                  <a:schemeClr val="dk2"/>
                </a:solidFill>
                <a:uFillTx/>
              </a:defRPr>
            </a:lvl5pPr>
            <a:lvl6pPr marL="2743200" lvl="5" indent="-285750" algn="l">
              <a:lnSpc>
                <a:spcPct val="90000"/>
              </a:lnSpc>
              <a:spcBef>
                <a:spcPts val="300"/>
              </a:spcBef>
              <a:spcAft>
                <a:spcPts val="0"/>
              </a:spcAft>
              <a:buClr>
                <a:schemeClr val="dk1"/>
              </a:buClr>
              <a:buSzPts val="900"/>
              <a:buChar char="•"/>
              <a:defRPr>
                <a:uFillTx/>
              </a:defRPr>
            </a:lvl6pPr>
            <a:lvl7pPr marL="3200400" lvl="6" indent="-285750" algn="l">
              <a:lnSpc>
                <a:spcPct val="90000"/>
              </a:lnSpc>
              <a:spcBef>
                <a:spcPts val="300"/>
              </a:spcBef>
              <a:spcAft>
                <a:spcPts val="0"/>
              </a:spcAft>
              <a:buClr>
                <a:schemeClr val="dk1"/>
              </a:buClr>
              <a:buSzPts val="900"/>
              <a:buChar char="•"/>
              <a:defRPr>
                <a:uFillTx/>
              </a:defRPr>
            </a:lvl7pPr>
            <a:lvl8pPr marL="3657600" lvl="7" indent="-285750" algn="l">
              <a:lnSpc>
                <a:spcPct val="90000"/>
              </a:lnSpc>
              <a:spcBef>
                <a:spcPts val="300"/>
              </a:spcBef>
              <a:spcAft>
                <a:spcPts val="0"/>
              </a:spcAft>
              <a:buClr>
                <a:schemeClr val="dk1"/>
              </a:buClr>
              <a:buSzPts val="900"/>
              <a:buChar char="•"/>
              <a:defRPr>
                <a:uFillTx/>
              </a:defRPr>
            </a:lvl8pPr>
            <a:lvl9pPr marL="4114800" lvl="8" indent="-285750" algn="l">
              <a:lnSpc>
                <a:spcPct val="90000"/>
              </a:lnSpc>
              <a:spcBef>
                <a:spcPts val="300"/>
              </a:spcBef>
              <a:spcAft>
                <a:spcPts val="0"/>
              </a:spcAft>
              <a:buClr>
                <a:schemeClr val="dk1"/>
              </a:buClr>
              <a:buSzPts val="900"/>
              <a:buChar char="•"/>
              <a:defRPr>
                <a:uFillTx/>
              </a:defRPr>
            </a:lvl9pPr>
          </a:lstStyle>
          <a:p>
            <a:endParaRPr/>
          </a:p>
        </p:txBody>
      </p:sp>
      <p:sp>
        <p:nvSpPr>
          <p:cNvPr id="92" name="Google Shape;92;p17"/>
          <p:cNvSpPr txBox="1">
            <a:spLocks noGrp="1"/>
          </p:cNvSpPr>
          <p:nvPr>
            <p:ph type="body" idx="2"/>
          </p:nvPr>
        </p:nvSpPr>
        <p:spPr>
          <a:xfrm>
            <a:off x="6134100" y="1825625"/>
            <a:ext cx="5219700" cy="4351338"/>
          </a:xfrm>
          <a:prstGeom prst="rect">
            <a:avLst/>
          </a:prstGeom>
          <a:noFill/>
          <a:ln>
            <a:noFill/>
          </a:ln>
        </p:spPr>
        <p:txBody>
          <a:bodyPr spcFirstLastPara="1" wrap="square" lIns="45700" tIns="22875" rIns="45700" bIns="22875" anchor="t" anchorCtr="0">
            <a:noAutofit/>
          </a:bodyPr>
          <a:lstStyle>
            <a:lvl1pPr marL="457200" lvl="0" indent="-228600" algn="l">
              <a:lnSpc>
                <a:spcPct val="90000"/>
              </a:lnSpc>
              <a:spcBef>
                <a:spcPts val="500"/>
              </a:spcBef>
              <a:spcAft>
                <a:spcPts val="0"/>
              </a:spcAft>
              <a:buClr>
                <a:schemeClr val="dk2"/>
              </a:buClr>
              <a:buSzPts val="2400"/>
              <a:buNone/>
              <a:defRPr>
                <a:solidFill>
                  <a:schemeClr val="dk2"/>
                </a:solidFill>
                <a:uFillTx/>
              </a:defRPr>
            </a:lvl1pPr>
            <a:lvl2pPr marL="914400" lvl="1" indent="-355600" algn="l">
              <a:lnSpc>
                <a:spcPct val="90000"/>
              </a:lnSpc>
              <a:spcBef>
                <a:spcPts val="300"/>
              </a:spcBef>
              <a:spcAft>
                <a:spcPts val="0"/>
              </a:spcAft>
              <a:buClr>
                <a:schemeClr val="dk2"/>
              </a:buClr>
              <a:buSzPts val="2000"/>
              <a:buChar char="•"/>
              <a:defRPr>
                <a:solidFill>
                  <a:schemeClr val="dk2"/>
                </a:solidFill>
                <a:uFillTx/>
              </a:defRPr>
            </a:lvl2pPr>
            <a:lvl3pPr marL="1371600" lvl="2" indent="-349250" algn="l">
              <a:lnSpc>
                <a:spcPct val="90000"/>
              </a:lnSpc>
              <a:spcBef>
                <a:spcPts val="300"/>
              </a:spcBef>
              <a:spcAft>
                <a:spcPts val="0"/>
              </a:spcAft>
              <a:buClr>
                <a:schemeClr val="dk2"/>
              </a:buClr>
              <a:buSzPts val="1900"/>
              <a:buChar char="•"/>
              <a:defRPr>
                <a:solidFill>
                  <a:schemeClr val="dk2"/>
                </a:solidFill>
                <a:uFillTx/>
              </a:defRPr>
            </a:lvl3pPr>
            <a:lvl4pPr marL="1828800" lvl="3" indent="-330200" algn="l">
              <a:lnSpc>
                <a:spcPct val="90000"/>
              </a:lnSpc>
              <a:spcBef>
                <a:spcPts val="300"/>
              </a:spcBef>
              <a:spcAft>
                <a:spcPts val="0"/>
              </a:spcAft>
              <a:buClr>
                <a:schemeClr val="dk2"/>
              </a:buClr>
              <a:buSzPts val="1600"/>
              <a:buChar char="•"/>
              <a:defRPr>
                <a:solidFill>
                  <a:schemeClr val="dk2"/>
                </a:solidFill>
                <a:uFillTx/>
              </a:defRPr>
            </a:lvl4pPr>
            <a:lvl5pPr marL="2286000" lvl="4" indent="-330200" algn="l">
              <a:lnSpc>
                <a:spcPct val="90000"/>
              </a:lnSpc>
              <a:spcBef>
                <a:spcPts val="300"/>
              </a:spcBef>
              <a:spcAft>
                <a:spcPts val="0"/>
              </a:spcAft>
              <a:buClr>
                <a:schemeClr val="dk2"/>
              </a:buClr>
              <a:buSzPts val="1600"/>
              <a:buChar char="•"/>
              <a:defRPr>
                <a:solidFill>
                  <a:schemeClr val="dk2"/>
                </a:solidFill>
                <a:uFillTx/>
              </a:defRPr>
            </a:lvl5pPr>
            <a:lvl6pPr marL="2743200" lvl="5" indent="-285750" algn="l">
              <a:lnSpc>
                <a:spcPct val="90000"/>
              </a:lnSpc>
              <a:spcBef>
                <a:spcPts val="300"/>
              </a:spcBef>
              <a:spcAft>
                <a:spcPts val="0"/>
              </a:spcAft>
              <a:buClr>
                <a:schemeClr val="dk1"/>
              </a:buClr>
              <a:buSzPts val="900"/>
              <a:buChar char="•"/>
              <a:defRPr>
                <a:uFillTx/>
              </a:defRPr>
            </a:lvl6pPr>
            <a:lvl7pPr marL="3200400" lvl="6" indent="-285750" algn="l">
              <a:lnSpc>
                <a:spcPct val="90000"/>
              </a:lnSpc>
              <a:spcBef>
                <a:spcPts val="300"/>
              </a:spcBef>
              <a:spcAft>
                <a:spcPts val="0"/>
              </a:spcAft>
              <a:buClr>
                <a:schemeClr val="dk1"/>
              </a:buClr>
              <a:buSzPts val="900"/>
              <a:buChar char="•"/>
              <a:defRPr>
                <a:uFillTx/>
              </a:defRPr>
            </a:lvl7pPr>
            <a:lvl8pPr marL="3657600" lvl="7" indent="-285750" algn="l">
              <a:lnSpc>
                <a:spcPct val="90000"/>
              </a:lnSpc>
              <a:spcBef>
                <a:spcPts val="300"/>
              </a:spcBef>
              <a:spcAft>
                <a:spcPts val="0"/>
              </a:spcAft>
              <a:buClr>
                <a:schemeClr val="dk1"/>
              </a:buClr>
              <a:buSzPts val="900"/>
              <a:buChar char="•"/>
              <a:defRPr>
                <a:uFillTx/>
              </a:defRPr>
            </a:lvl8pPr>
            <a:lvl9pPr marL="4114800" lvl="8" indent="-285750" algn="l">
              <a:lnSpc>
                <a:spcPct val="90000"/>
              </a:lnSpc>
              <a:spcBef>
                <a:spcPts val="300"/>
              </a:spcBef>
              <a:spcAft>
                <a:spcPts val="0"/>
              </a:spcAft>
              <a:buClr>
                <a:schemeClr val="dk1"/>
              </a:buClr>
              <a:buSzPts val="900"/>
              <a:buChar char="•"/>
              <a:defRPr>
                <a:uFillTx/>
              </a:defRPr>
            </a:lvl9pPr>
          </a:lstStyle>
          <a:p>
            <a:endParaRPr/>
          </a:p>
        </p:txBody>
      </p:sp>
      <p:sp>
        <p:nvSpPr>
          <p:cNvPr id="93" name="Google Shape;93;p17"/>
          <p:cNvSpPr txBox="1">
            <a:spLocks noGrp="1"/>
          </p:cNvSpPr>
          <p:nvPr>
            <p:ph type="sldNum" idx="12"/>
          </p:nvPr>
        </p:nvSpPr>
        <p:spPr>
          <a:xfrm>
            <a:off x="11718234" y="6269703"/>
            <a:ext cx="333313" cy="365125"/>
          </a:xfrm>
          <a:prstGeom prst="rect">
            <a:avLst/>
          </a:prstGeom>
          <a:noFill/>
          <a:ln>
            <a:noFill/>
          </a:ln>
        </p:spPr>
        <p:txBody>
          <a:bodyPr spcFirstLastPara="1" wrap="square" lIns="45700" tIns="22875" rIns="45700" bIns="22875" anchor="ctr" anchorCtr="0">
            <a:noAutofit/>
          </a:bodyPr>
          <a:lstStyle>
            <a:lvl1pPr marL="0" lvl="0" indent="0" algn="ctr">
              <a:lnSpc>
                <a:spcPct val="100000"/>
              </a:lnSpc>
              <a:spcBef>
                <a:spcPts val="0"/>
              </a:spcBef>
              <a:spcAft>
                <a:spcPts val="0"/>
              </a:spcAft>
              <a:buClr>
                <a:schemeClr val="lt1"/>
              </a:buClr>
              <a:buSzPts val="1100"/>
              <a:buFont typeface="Arial"/>
              <a:buNone/>
              <a:defRPr>
                <a:uFillTx/>
              </a:defRPr>
            </a:lvl1pPr>
            <a:lvl2pPr marL="0" lvl="1" indent="0" algn="ctr">
              <a:lnSpc>
                <a:spcPct val="100000"/>
              </a:lnSpc>
              <a:spcBef>
                <a:spcPts val="0"/>
              </a:spcBef>
              <a:spcAft>
                <a:spcPts val="0"/>
              </a:spcAft>
              <a:buClr>
                <a:schemeClr val="lt1"/>
              </a:buClr>
              <a:buSzPts val="1100"/>
              <a:buFont typeface="Arial"/>
              <a:buNone/>
              <a:defRPr>
                <a:uFillTx/>
              </a:defRPr>
            </a:lvl2pPr>
            <a:lvl3pPr marL="0" lvl="2" indent="0" algn="ctr">
              <a:lnSpc>
                <a:spcPct val="100000"/>
              </a:lnSpc>
              <a:spcBef>
                <a:spcPts val="0"/>
              </a:spcBef>
              <a:spcAft>
                <a:spcPts val="0"/>
              </a:spcAft>
              <a:buClr>
                <a:schemeClr val="lt1"/>
              </a:buClr>
              <a:buSzPts val="1100"/>
              <a:buFont typeface="Arial"/>
              <a:buNone/>
              <a:defRPr>
                <a:uFillTx/>
              </a:defRPr>
            </a:lvl3pPr>
            <a:lvl4pPr marL="0" lvl="3" indent="0" algn="ctr">
              <a:lnSpc>
                <a:spcPct val="100000"/>
              </a:lnSpc>
              <a:spcBef>
                <a:spcPts val="0"/>
              </a:spcBef>
              <a:spcAft>
                <a:spcPts val="0"/>
              </a:spcAft>
              <a:buClr>
                <a:schemeClr val="lt1"/>
              </a:buClr>
              <a:buSzPts val="1100"/>
              <a:buFont typeface="Arial"/>
              <a:buNone/>
              <a:defRPr>
                <a:uFillTx/>
              </a:defRPr>
            </a:lvl4pPr>
            <a:lvl5pPr marL="0" lvl="4" indent="0" algn="ctr">
              <a:lnSpc>
                <a:spcPct val="100000"/>
              </a:lnSpc>
              <a:spcBef>
                <a:spcPts val="0"/>
              </a:spcBef>
              <a:spcAft>
                <a:spcPts val="0"/>
              </a:spcAft>
              <a:buClr>
                <a:schemeClr val="lt1"/>
              </a:buClr>
              <a:buSzPts val="1100"/>
              <a:buFont typeface="Arial"/>
              <a:buNone/>
              <a:defRPr>
                <a:uFillTx/>
              </a:defRPr>
            </a:lvl5pPr>
            <a:lvl6pPr marL="0" lvl="5" indent="0" algn="ctr">
              <a:lnSpc>
                <a:spcPct val="100000"/>
              </a:lnSpc>
              <a:spcBef>
                <a:spcPts val="0"/>
              </a:spcBef>
              <a:spcAft>
                <a:spcPts val="0"/>
              </a:spcAft>
              <a:buClr>
                <a:schemeClr val="lt1"/>
              </a:buClr>
              <a:buSzPts val="1100"/>
              <a:buFont typeface="Arial"/>
              <a:buNone/>
              <a:defRPr>
                <a:uFillTx/>
              </a:defRPr>
            </a:lvl6pPr>
            <a:lvl7pPr marL="0" lvl="6" indent="0" algn="ctr">
              <a:lnSpc>
                <a:spcPct val="100000"/>
              </a:lnSpc>
              <a:spcBef>
                <a:spcPts val="0"/>
              </a:spcBef>
              <a:spcAft>
                <a:spcPts val="0"/>
              </a:spcAft>
              <a:buClr>
                <a:schemeClr val="lt1"/>
              </a:buClr>
              <a:buSzPts val="1100"/>
              <a:buFont typeface="Arial"/>
              <a:buNone/>
              <a:defRPr>
                <a:uFillTx/>
              </a:defRPr>
            </a:lvl7pPr>
            <a:lvl8pPr marL="0" lvl="7" indent="0" algn="ctr">
              <a:lnSpc>
                <a:spcPct val="100000"/>
              </a:lnSpc>
              <a:spcBef>
                <a:spcPts val="0"/>
              </a:spcBef>
              <a:spcAft>
                <a:spcPts val="0"/>
              </a:spcAft>
              <a:buClr>
                <a:schemeClr val="lt1"/>
              </a:buClr>
              <a:buSzPts val="1100"/>
              <a:buFont typeface="Arial"/>
              <a:buNone/>
              <a:defRPr>
                <a:uFillTx/>
              </a:defRPr>
            </a:lvl8pPr>
            <a:lvl9pPr marL="0" lvl="8" indent="0" algn="ctr">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One Content">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838200" y="365125"/>
            <a:ext cx="10515600" cy="1325563"/>
          </a:xfrm>
          <a:prstGeom prst="rect">
            <a:avLst/>
          </a:prstGeom>
          <a:noFill/>
          <a:ln>
            <a:noFill/>
          </a:ln>
        </p:spPr>
        <p:txBody>
          <a:bodyPr spcFirstLastPara="1" wrap="square" lIns="45700" tIns="22875" rIns="45700" bIns="22875" anchor="ctr" anchorCtr="0">
            <a:noAutofit/>
          </a:bodyPr>
          <a:lstStyle>
            <a:lvl1pPr lvl="0" algn="l">
              <a:lnSpc>
                <a:spcPct val="90000"/>
              </a:lnSpc>
              <a:spcBef>
                <a:spcPts val="0"/>
              </a:spcBef>
              <a:spcAft>
                <a:spcPts val="0"/>
              </a:spcAft>
              <a:buClr>
                <a:schemeClr val="accent4"/>
              </a:buClr>
              <a:buSzPts val="4000"/>
              <a:buFont typeface="Arial"/>
              <a:buNone/>
              <a:defRPr>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96" name="Google Shape;96;p18"/>
          <p:cNvSpPr txBox="1">
            <a:spLocks noGrp="1"/>
          </p:cNvSpPr>
          <p:nvPr>
            <p:ph type="body" idx="1"/>
          </p:nvPr>
        </p:nvSpPr>
        <p:spPr>
          <a:xfrm>
            <a:off x="838200" y="1825625"/>
            <a:ext cx="5219700" cy="4351338"/>
          </a:xfrm>
          <a:prstGeom prst="rect">
            <a:avLst/>
          </a:prstGeom>
          <a:noFill/>
          <a:ln>
            <a:noFill/>
          </a:ln>
        </p:spPr>
        <p:txBody>
          <a:bodyPr spcFirstLastPara="1" wrap="square" lIns="45700" tIns="22875" rIns="45700" bIns="22875" anchor="t" anchorCtr="0">
            <a:noAutofit/>
          </a:bodyPr>
          <a:lstStyle>
            <a:lvl1pPr marL="457200" lvl="0" indent="-228600" algn="l">
              <a:lnSpc>
                <a:spcPct val="90000"/>
              </a:lnSpc>
              <a:spcBef>
                <a:spcPts val="500"/>
              </a:spcBef>
              <a:spcAft>
                <a:spcPts val="0"/>
              </a:spcAft>
              <a:buClr>
                <a:schemeClr val="dk2"/>
              </a:buClr>
              <a:buSzPts val="2400"/>
              <a:buNone/>
              <a:defRPr>
                <a:solidFill>
                  <a:schemeClr val="dk2"/>
                </a:solidFill>
                <a:uFillTx/>
              </a:defRPr>
            </a:lvl1pPr>
            <a:lvl2pPr marL="914400" lvl="1" indent="-355600" algn="l">
              <a:lnSpc>
                <a:spcPct val="90000"/>
              </a:lnSpc>
              <a:spcBef>
                <a:spcPts val="300"/>
              </a:spcBef>
              <a:spcAft>
                <a:spcPts val="0"/>
              </a:spcAft>
              <a:buClr>
                <a:schemeClr val="dk2"/>
              </a:buClr>
              <a:buSzPts val="2000"/>
              <a:buChar char="•"/>
              <a:defRPr>
                <a:solidFill>
                  <a:schemeClr val="dk2"/>
                </a:solidFill>
                <a:uFillTx/>
              </a:defRPr>
            </a:lvl2pPr>
            <a:lvl3pPr marL="1371600" lvl="2" indent="-349250" algn="l">
              <a:lnSpc>
                <a:spcPct val="90000"/>
              </a:lnSpc>
              <a:spcBef>
                <a:spcPts val="300"/>
              </a:spcBef>
              <a:spcAft>
                <a:spcPts val="0"/>
              </a:spcAft>
              <a:buClr>
                <a:schemeClr val="dk2"/>
              </a:buClr>
              <a:buSzPts val="1900"/>
              <a:buChar char="•"/>
              <a:defRPr>
                <a:solidFill>
                  <a:schemeClr val="dk2"/>
                </a:solidFill>
                <a:uFillTx/>
              </a:defRPr>
            </a:lvl3pPr>
            <a:lvl4pPr marL="1828800" lvl="3" indent="-330200" algn="l">
              <a:lnSpc>
                <a:spcPct val="90000"/>
              </a:lnSpc>
              <a:spcBef>
                <a:spcPts val="300"/>
              </a:spcBef>
              <a:spcAft>
                <a:spcPts val="0"/>
              </a:spcAft>
              <a:buClr>
                <a:schemeClr val="dk2"/>
              </a:buClr>
              <a:buSzPts val="1600"/>
              <a:buChar char="•"/>
              <a:defRPr>
                <a:solidFill>
                  <a:schemeClr val="dk2"/>
                </a:solidFill>
                <a:uFillTx/>
              </a:defRPr>
            </a:lvl4pPr>
            <a:lvl5pPr marL="2286000" lvl="4" indent="-330200" algn="l">
              <a:lnSpc>
                <a:spcPct val="90000"/>
              </a:lnSpc>
              <a:spcBef>
                <a:spcPts val="300"/>
              </a:spcBef>
              <a:spcAft>
                <a:spcPts val="0"/>
              </a:spcAft>
              <a:buClr>
                <a:schemeClr val="dk2"/>
              </a:buClr>
              <a:buSzPts val="1600"/>
              <a:buChar char="•"/>
              <a:defRPr>
                <a:solidFill>
                  <a:schemeClr val="dk2"/>
                </a:solidFill>
                <a:uFillTx/>
              </a:defRPr>
            </a:lvl5pPr>
            <a:lvl6pPr marL="2743200" lvl="5" indent="-285750" algn="l">
              <a:lnSpc>
                <a:spcPct val="90000"/>
              </a:lnSpc>
              <a:spcBef>
                <a:spcPts val="300"/>
              </a:spcBef>
              <a:spcAft>
                <a:spcPts val="0"/>
              </a:spcAft>
              <a:buClr>
                <a:schemeClr val="dk1"/>
              </a:buClr>
              <a:buSzPts val="900"/>
              <a:buChar char="•"/>
              <a:defRPr>
                <a:uFillTx/>
              </a:defRPr>
            </a:lvl6pPr>
            <a:lvl7pPr marL="3200400" lvl="6" indent="-285750" algn="l">
              <a:lnSpc>
                <a:spcPct val="90000"/>
              </a:lnSpc>
              <a:spcBef>
                <a:spcPts val="300"/>
              </a:spcBef>
              <a:spcAft>
                <a:spcPts val="0"/>
              </a:spcAft>
              <a:buClr>
                <a:schemeClr val="dk1"/>
              </a:buClr>
              <a:buSzPts val="900"/>
              <a:buChar char="•"/>
              <a:defRPr>
                <a:uFillTx/>
              </a:defRPr>
            </a:lvl7pPr>
            <a:lvl8pPr marL="3657600" lvl="7" indent="-285750" algn="l">
              <a:lnSpc>
                <a:spcPct val="90000"/>
              </a:lnSpc>
              <a:spcBef>
                <a:spcPts val="300"/>
              </a:spcBef>
              <a:spcAft>
                <a:spcPts val="0"/>
              </a:spcAft>
              <a:buClr>
                <a:schemeClr val="dk1"/>
              </a:buClr>
              <a:buSzPts val="900"/>
              <a:buChar char="•"/>
              <a:defRPr>
                <a:uFillTx/>
              </a:defRPr>
            </a:lvl8pPr>
            <a:lvl9pPr marL="4114800" lvl="8" indent="-285750" algn="l">
              <a:lnSpc>
                <a:spcPct val="90000"/>
              </a:lnSpc>
              <a:spcBef>
                <a:spcPts val="300"/>
              </a:spcBef>
              <a:spcAft>
                <a:spcPts val="0"/>
              </a:spcAft>
              <a:buClr>
                <a:schemeClr val="dk1"/>
              </a:buClr>
              <a:buSzPts val="900"/>
              <a:buChar char="•"/>
              <a:defRPr>
                <a:uFillTx/>
              </a:defRPr>
            </a:lvl9pPr>
          </a:lstStyle>
          <a:p>
            <a:endParaRPr/>
          </a:p>
        </p:txBody>
      </p:sp>
      <p:sp>
        <p:nvSpPr>
          <p:cNvPr id="97" name="Google Shape;97;p18"/>
          <p:cNvSpPr txBox="1">
            <a:spLocks noGrp="1"/>
          </p:cNvSpPr>
          <p:nvPr>
            <p:ph type="sldNum" idx="12"/>
          </p:nvPr>
        </p:nvSpPr>
        <p:spPr>
          <a:xfrm>
            <a:off x="11718234" y="6269703"/>
            <a:ext cx="333313" cy="365125"/>
          </a:xfrm>
          <a:prstGeom prst="rect">
            <a:avLst/>
          </a:prstGeom>
          <a:noFill/>
          <a:ln>
            <a:noFill/>
          </a:ln>
        </p:spPr>
        <p:txBody>
          <a:bodyPr spcFirstLastPara="1" wrap="square" lIns="45700" tIns="22875" rIns="45700" bIns="22875" anchor="ctr" anchorCtr="0">
            <a:noAutofit/>
          </a:bodyPr>
          <a:lstStyle>
            <a:lvl1pPr marL="0" lvl="0" indent="0" algn="ctr">
              <a:lnSpc>
                <a:spcPct val="100000"/>
              </a:lnSpc>
              <a:spcBef>
                <a:spcPts val="0"/>
              </a:spcBef>
              <a:spcAft>
                <a:spcPts val="0"/>
              </a:spcAft>
              <a:buClr>
                <a:schemeClr val="lt1"/>
              </a:buClr>
              <a:buSzPts val="1100"/>
              <a:buFont typeface="Arial"/>
              <a:buNone/>
              <a:defRPr>
                <a:uFillTx/>
              </a:defRPr>
            </a:lvl1pPr>
            <a:lvl2pPr marL="0" lvl="1" indent="0" algn="ctr">
              <a:lnSpc>
                <a:spcPct val="100000"/>
              </a:lnSpc>
              <a:spcBef>
                <a:spcPts val="0"/>
              </a:spcBef>
              <a:spcAft>
                <a:spcPts val="0"/>
              </a:spcAft>
              <a:buClr>
                <a:schemeClr val="lt1"/>
              </a:buClr>
              <a:buSzPts val="1100"/>
              <a:buFont typeface="Arial"/>
              <a:buNone/>
              <a:defRPr>
                <a:uFillTx/>
              </a:defRPr>
            </a:lvl2pPr>
            <a:lvl3pPr marL="0" lvl="2" indent="0" algn="ctr">
              <a:lnSpc>
                <a:spcPct val="100000"/>
              </a:lnSpc>
              <a:spcBef>
                <a:spcPts val="0"/>
              </a:spcBef>
              <a:spcAft>
                <a:spcPts val="0"/>
              </a:spcAft>
              <a:buClr>
                <a:schemeClr val="lt1"/>
              </a:buClr>
              <a:buSzPts val="1100"/>
              <a:buFont typeface="Arial"/>
              <a:buNone/>
              <a:defRPr>
                <a:uFillTx/>
              </a:defRPr>
            </a:lvl3pPr>
            <a:lvl4pPr marL="0" lvl="3" indent="0" algn="ctr">
              <a:lnSpc>
                <a:spcPct val="100000"/>
              </a:lnSpc>
              <a:spcBef>
                <a:spcPts val="0"/>
              </a:spcBef>
              <a:spcAft>
                <a:spcPts val="0"/>
              </a:spcAft>
              <a:buClr>
                <a:schemeClr val="lt1"/>
              </a:buClr>
              <a:buSzPts val="1100"/>
              <a:buFont typeface="Arial"/>
              <a:buNone/>
              <a:defRPr>
                <a:uFillTx/>
              </a:defRPr>
            </a:lvl4pPr>
            <a:lvl5pPr marL="0" lvl="4" indent="0" algn="ctr">
              <a:lnSpc>
                <a:spcPct val="100000"/>
              </a:lnSpc>
              <a:spcBef>
                <a:spcPts val="0"/>
              </a:spcBef>
              <a:spcAft>
                <a:spcPts val="0"/>
              </a:spcAft>
              <a:buClr>
                <a:schemeClr val="lt1"/>
              </a:buClr>
              <a:buSzPts val="1100"/>
              <a:buFont typeface="Arial"/>
              <a:buNone/>
              <a:defRPr>
                <a:uFillTx/>
              </a:defRPr>
            </a:lvl5pPr>
            <a:lvl6pPr marL="0" lvl="5" indent="0" algn="ctr">
              <a:lnSpc>
                <a:spcPct val="100000"/>
              </a:lnSpc>
              <a:spcBef>
                <a:spcPts val="0"/>
              </a:spcBef>
              <a:spcAft>
                <a:spcPts val="0"/>
              </a:spcAft>
              <a:buClr>
                <a:schemeClr val="lt1"/>
              </a:buClr>
              <a:buSzPts val="1100"/>
              <a:buFont typeface="Arial"/>
              <a:buNone/>
              <a:defRPr>
                <a:uFillTx/>
              </a:defRPr>
            </a:lvl6pPr>
            <a:lvl7pPr marL="0" lvl="6" indent="0" algn="ctr">
              <a:lnSpc>
                <a:spcPct val="100000"/>
              </a:lnSpc>
              <a:spcBef>
                <a:spcPts val="0"/>
              </a:spcBef>
              <a:spcAft>
                <a:spcPts val="0"/>
              </a:spcAft>
              <a:buClr>
                <a:schemeClr val="lt1"/>
              </a:buClr>
              <a:buSzPts val="1100"/>
              <a:buFont typeface="Arial"/>
              <a:buNone/>
              <a:defRPr>
                <a:uFillTx/>
              </a:defRPr>
            </a:lvl7pPr>
            <a:lvl8pPr marL="0" lvl="7" indent="0" algn="ctr">
              <a:lnSpc>
                <a:spcPct val="100000"/>
              </a:lnSpc>
              <a:spcBef>
                <a:spcPts val="0"/>
              </a:spcBef>
              <a:spcAft>
                <a:spcPts val="0"/>
              </a:spcAft>
              <a:buClr>
                <a:schemeClr val="lt1"/>
              </a:buClr>
              <a:buSzPts val="1100"/>
              <a:buFont typeface="Arial"/>
              <a:buNone/>
              <a:defRPr>
                <a:uFillTx/>
              </a:defRPr>
            </a:lvl8pPr>
            <a:lvl9pPr marL="0" lvl="8" indent="0" algn="ctr">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838200" y="365125"/>
            <a:ext cx="10515600" cy="1325563"/>
          </a:xfrm>
          <a:prstGeom prst="rect">
            <a:avLst/>
          </a:prstGeom>
          <a:noFill/>
          <a:ln>
            <a:noFill/>
          </a:ln>
        </p:spPr>
        <p:txBody>
          <a:bodyPr spcFirstLastPara="1" wrap="square" lIns="45700" tIns="22875" rIns="45700" bIns="22875" anchor="ctr" anchorCtr="0">
            <a:noAutofit/>
          </a:bodyPr>
          <a:lstStyle>
            <a:lvl1pPr lvl="0" algn="l">
              <a:lnSpc>
                <a:spcPct val="90000"/>
              </a:lnSpc>
              <a:spcBef>
                <a:spcPts val="0"/>
              </a:spcBef>
              <a:spcAft>
                <a:spcPts val="0"/>
              </a:spcAft>
              <a:buClr>
                <a:schemeClr val="accent4"/>
              </a:buClr>
              <a:buSzPts val="4000"/>
              <a:buFont typeface="Arial"/>
              <a:buNone/>
              <a:defRPr>
                <a:solidFill>
                  <a:schemeClr val="accent4"/>
                </a:solidFill>
                <a:uFillTx/>
              </a:defRPr>
            </a:lvl1pPr>
            <a:lvl2pPr lvl="1">
              <a:spcBef>
                <a:spcPts val="0"/>
              </a:spcBef>
              <a:spcAft>
                <a:spcPts val="0"/>
              </a:spcAft>
              <a:buSzPts val="700"/>
              <a:buNone/>
              <a:defRPr>
                <a:uFillTx/>
              </a:defRPr>
            </a:lvl2pPr>
            <a:lvl3pPr lvl="2">
              <a:spcBef>
                <a:spcPts val="0"/>
              </a:spcBef>
              <a:spcAft>
                <a:spcPts val="0"/>
              </a:spcAft>
              <a:buSzPts val="700"/>
              <a:buNone/>
              <a:defRPr>
                <a:uFillTx/>
              </a:defRPr>
            </a:lvl3pPr>
            <a:lvl4pPr lvl="3">
              <a:spcBef>
                <a:spcPts val="0"/>
              </a:spcBef>
              <a:spcAft>
                <a:spcPts val="0"/>
              </a:spcAft>
              <a:buSzPts val="700"/>
              <a:buNone/>
              <a:defRPr>
                <a:uFillTx/>
              </a:defRPr>
            </a:lvl4pPr>
            <a:lvl5pPr lvl="4">
              <a:spcBef>
                <a:spcPts val="0"/>
              </a:spcBef>
              <a:spcAft>
                <a:spcPts val="0"/>
              </a:spcAft>
              <a:buSzPts val="700"/>
              <a:buNone/>
              <a:defRPr>
                <a:uFillTx/>
              </a:defRPr>
            </a:lvl5pPr>
            <a:lvl6pPr lvl="5">
              <a:spcBef>
                <a:spcPts val="0"/>
              </a:spcBef>
              <a:spcAft>
                <a:spcPts val="0"/>
              </a:spcAft>
              <a:buSzPts val="700"/>
              <a:buNone/>
              <a:defRPr>
                <a:uFillTx/>
              </a:defRPr>
            </a:lvl6pPr>
            <a:lvl7pPr lvl="6">
              <a:spcBef>
                <a:spcPts val="0"/>
              </a:spcBef>
              <a:spcAft>
                <a:spcPts val="0"/>
              </a:spcAft>
              <a:buSzPts val="700"/>
              <a:buNone/>
              <a:defRPr>
                <a:uFillTx/>
              </a:defRPr>
            </a:lvl7pPr>
            <a:lvl8pPr lvl="7">
              <a:spcBef>
                <a:spcPts val="0"/>
              </a:spcBef>
              <a:spcAft>
                <a:spcPts val="0"/>
              </a:spcAft>
              <a:buSzPts val="700"/>
              <a:buNone/>
              <a:defRPr>
                <a:uFillTx/>
              </a:defRPr>
            </a:lvl8pPr>
            <a:lvl9pPr lvl="8">
              <a:spcBef>
                <a:spcPts val="0"/>
              </a:spcBef>
              <a:spcAft>
                <a:spcPts val="0"/>
              </a:spcAft>
              <a:buSzPts val="700"/>
              <a:buNone/>
              <a:defRPr>
                <a:uFillTx/>
              </a:defRPr>
            </a:lvl9pPr>
          </a:lstStyle>
          <a:p>
            <a:endParaRPr/>
          </a:p>
        </p:txBody>
      </p:sp>
      <p:sp>
        <p:nvSpPr>
          <p:cNvPr id="100" name="Google Shape;100;p19"/>
          <p:cNvSpPr txBox="1">
            <a:spLocks noGrp="1"/>
          </p:cNvSpPr>
          <p:nvPr>
            <p:ph type="sldNum" idx="12"/>
          </p:nvPr>
        </p:nvSpPr>
        <p:spPr>
          <a:xfrm>
            <a:off x="11718234" y="6269703"/>
            <a:ext cx="333313" cy="365125"/>
          </a:xfrm>
          <a:prstGeom prst="rect">
            <a:avLst/>
          </a:prstGeom>
          <a:noFill/>
          <a:ln>
            <a:noFill/>
          </a:ln>
        </p:spPr>
        <p:txBody>
          <a:bodyPr spcFirstLastPara="1" wrap="square" lIns="45700" tIns="22875" rIns="45700" bIns="22875" anchor="ctr" anchorCtr="0">
            <a:noAutofit/>
          </a:bodyPr>
          <a:lstStyle>
            <a:lvl1pPr marL="0" lvl="0" indent="0" algn="ctr">
              <a:lnSpc>
                <a:spcPct val="100000"/>
              </a:lnSpc>
              <a:spcBef>
                <a:spcPts val="0"/>
              </a:spcBef>
              <a:spcAft>
                <a:spcPts val="0"/>
              </a:spcAft>
              <a:buClr>
                <a:schemeClr val="lt1"/>
              </a:buClr>
              <a:buSzPts val="1100"/>
              <a:buFont typeface="Arial"/>
              <a:buNone/>
              <a:defRPr>
                <a:uFillTx/>
              </a:defRPr>
            </a:lvl1pPr>
            <a:lvl2pPr marL="0" lvl="1" indent="0" algn="ctr">
              <a:lnSpc>
                <a:spcPct val="100000"/>
              </a:lnSpc>
              <a:spcBef>
                <a:spcPts val="0"/>
              </a:spcBef>
              <a:spcAft>
                <a:spcPts val="0"/>
              </a:spcAft>
              <a:buClr>
                <a:schemeClr val="lt1"/>
              </a:buClr>
              <a:buSzPts val="1100"/>
              <a:buFont typeface="Arial"/>
              <a:buNone/>
              <a:defRPr>
                <a:uFillTx/>
              </a:defRPr>
            </a:lvl2pPr>
            <a:lvl3pPr marL="0" lvl="2" indent="0" algn="ctr">
              <a:lnSpc>
                <a:spcPct val="100000"/>
              </a:lnSpc>
              <a:spcBef>
                <a:spcPts val="0"/>
              </a:spcBef>
              <a:spcAft>
                <a:spcPts val="0"/>
              </a:spcAft>
              <a:buClr>
                <a:schemeClr val="lt1"/>
              </a:buClr>
              <a:buSzPts val="1100"/>
              <a:buFont typeface="Arial"/>
              <a:buNone/>
              <a:defRPr>
                <a:uFillTx/>
              </a:defRPr>
            </a:lvl3pPr>
            <a:lvl4pPr marL="0" lvl="3" indent="0" algn="ctr">
              <a:lnSpc>
                <a:spcPct val="100000"/>
              </a:lnSpc>
              <a:spcBef>
                <a:spcPts val="0"/>
              </a:spcBef>
              <a:spcAft>
                <a:spcPts val="0"/>
              </a:spcAft>
              <a:buClr>
                <a:schemeClr val="lt1"/>
              </a:buClr>
              <a:buSzPts val="1100"/>
              <a:buFont typeface="Arial"/>
              <a:buNone/>
              <a:defRPr>
                <a:uFillTx/>
              </a:defRPr>
            </a:lvl4pPr>
            <a:lvl5pPr marL="0" lvl="4" indent="0" algn="ctr">
              <a:lnSpc>
                <a:spcPct val="100000"/>
              </a:lnSpc>
              <a:spcBef>
                <a:spcPts val="0"/>
              </a:spcBef>
              <a:spcAft>
                <a:spcPts val="0"/>
              </a:spcAft>
              <a:buClr>
                <a:schemeClr val="lt1"/>
              </a:buClr>
              <a:buSzPts val="1100"/>
              <a:buFont typeface="Arial"/>
              <a:buNone/>
              <a:defRPr>
                <a:uFillTx/>
              </a:defRPr>
            </a:lvl5pPr>
            <a:lvl6pPr marL="0" lvl="5" indent="0" algn="ctr">
              <a:lnSpc>
                <a:spcPct val="100000"/>
              </a:lnSpc>
              <a:spcBef>
                <a:spcPts val="0"/>
              </a:spcBef>
              <a:spcAft>
                <a:spcPts val="0"/>
              </a:spcAft>
              <a:buClr>
                <a:schemeClr val="lt1"/>
              </a:buClr>
              <a:buSzPts val="1100"/>
              <a:buFont typeface="Arial"/>
              <a:buNone/>
              <a:defRPr>
                <a:uFillTx/>
              </a:defRPr>
            </a:lvl6pPr>
            <a:lvl7pPr marL="0" lvl="6" indent="0" algn="ctr">
              <a:lnSpc>
                <a:spcPct val="100000"/>
              </a:lnSpc>
              <a:spcBef>
                <a:spcPts val="0"/>
              </a:spcBef>
              <a:spcAft>
                <a:spcPts val="0"/>
              </a:spcAft>
              <a:buClr>
                <a:schemeClr val="lt1"/>
              </a:buClr>
              <a:buSzPts val="1100"/>
              <a:buFont typeface="Arial"/>
              <a:buNone/>
              <a:defRPr>
                <a:uFillTx/>
              </a:defRPr>
            </a:lvl7pPr>
            <a:lvl8pPr marL="0" lvl="7" indent="0" algn="ctr">
              <a:lnSpc>
                <a:spcPct val="100000"/>
              </a:lnSpc>
              <a:spcBef>
                <a:spcPts val="0"/>
              </a:spcBef>
              <a:spcAft>
                <a:spcPts val="0"/>
              </a:spcAft>
              <a:buClr>
                <a:schemeClr val="lt1"/>
              </a:buClr>
              <a:buSzPts val="1100"/>
              <a:buFont typeface="Arial"/>
              <a:buNone/>
              <a:defRPr>
                <a:uFillTx/>
              </a:defRPr>
            </a:lvl8pPr>
            <a:lvl9pPr marL="0" lvl="8" indent="0" algn="ctr">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_ONLY_1">
    <p:spTree>
      <p:nvGrpSpPr>
        <p:cNvPr id="1" name="Shape 101"/>
        <p:cNvGrpSpPr/>
        <p:nvPr/>
      </p:nvGrpSpPr>
      <p:grpSpPr>
        <a:xfrm>
          <a:off x="0" y="0"/>
          <a:ext cx="0" cy="0"/>
          <a:chOff x="0" y="0"/>
          <a:chExt cx="0" cy="0"/>
        </a:xfrm>
      </p:grpSpPr>
      <p:sp>
        <p:nvSpPr>
          <p:cNvPr id="102" name="Google Shape;102;p20"/>
          <p:cNvSpPr txBox="1">
            <a:spLocks noGrp="1"/>
          </p:cNvSpPr>
          <p:nvPr>
            <p:ph type="sldNum" idx="12"/>
          </p:nvPr>
        </p:nvSpPr>
        <p:spPr>
          <a:xfrm>
            <a:off x="11718234" y="6269703"/>
            <a:ext cx="333200" cy="365200"/>
          </a:xfrm>
          <a:prstGeom prst="rect">
            <a:avLst/>
          </a:prstGeom>
          <a:noFill/>
          <a:ln>
            <a:noFill/>
          </a:ln>
        </p:spPr>
        <p:txBody>
          <a:bodyPr spcFirstLastPara="1" wrap="square" lIns="45700" tIns="22875" rIns="45700" bIns="22875" anchor="ctr" anchorCtr="0">
            <a:noAutofit/>
          </a:bodyPr>
          <a:lstStyle>
            <a:lvl1pPr marL="0" lvl="0" indent="0" algn="ctr" rtl="0">
              <a:lnSpc>
                <a:spcPct val="100000"/>
              </a:lnSpc>
              <a:spcBef>
                <a:spcPts val="0"/>
              </a:spcBef>
              <a:spcAft>
                <a:spcPts val="0"/>
              </a:spcAft>
              <a:buClr>
                <a:schemeClr val="lt1"/>
              </a:buClr>
              <a:buSzPts val="1100"/>
              <a:buFont typeface="Arial"/>
              <a:buNone/>
              <a:defRPr>
                <a:uFillTx/>
              </a:defRPr>
            </a:lvl1pPr>
            <a:lvl2pPr marL="0" lvl="1" indent="0" algn="ctr" rtl="0">
              <a:lnSpc>
                <a:spcPct val="100000"/>
              </a:lnSpc>
              <a:spcBef>
                <a:spcPts val="0"/>
              </a:spcBef>
              <a:spcAft>
                <a:spcPts val="0"/>
              </a:spcAft>
              <a:buClr>
                <a:schemeClr val="lt1"/>
              </a:buClr>
              <a:buSzPts val="1100"/>
              <a:buFont typeface="Arial"/>
              <a:buNone/>
              <a:defRPr>
                <a:uFillTx/>
              </a:defRPr>
            </a:lvl2pPr>
            <a:lvl3pPr marL="0" lvl="2" indent="0" algn="ctr" rtl="0">
              <a:lnSpc>
                <a:spcPct val="100000"/>
              </a:lnSpc>
              <a:spcBef>
                <a:spcPts val="0"/>
              </a:spcBef>
              <a:spcAft>
                <a:spcPts val="0"/>
              </a:spcAft>
              <a:buClr>
                <a:schemeClr val="lt1"/>
              </a:buClr>
              <a:buSzPts val="1100"/>
              <a:buFont typeface="Arial"/>
              <a:buNone/>
              <a:defRPr>
                <a:uFillTx/>
              </a:defRPr>
            </a:lvl3pPr>
            <a:lvl4pPr marL="0" lvl="3" indent="0" algn="ctr" rtl="0">
              <a:lnSpc>
                <a:spcPct val="100000"/>
              </a:lnSpc>
              <a:spcBef>
                <a:spcPts val="0"/>
              </a:spcBef>
              <a:spcAft>
                <a:spcPts val="0"/>
              </a:spcAft>
              <a:buClr>
                <a:schemeClr val="lt1"/>
              </a:buClr>
              <a:buSzPts val="1100"/>
              <a:buFont typeface="Arial"/>
              <a:buNone/>
              <a:defRPr>
                <a:uFillTx/>
              </a:defRPr>
            </a:lvl4pPr>
            <a:lvl5pPr marL="0" lvl="4" indent="0" algn="ctr" rtl="0">
              <a:lnSpc>
                <a:spcPct val="100000"/>
              </a:lnSpc>
              <a:spcBef>
                <a:spcPts val="0"/>
              </a:spcBef>
              <a:spcAft>
                <a:spcPts val="0"/>
              </a:spcAft>
              <a:buClr>
                <a:schemeClr val="lt1"/>
              </a:buClr>
              <a:buSzPts val="1100"/>
              <a:buFont typeface="Arial"/>
              <a:buNone/>
              <a:defRPr>
                <a:uFillTx/>
              </a:defRPr>
            </a:lvl5pPr>
            <a:lvl6pPr marL="0" lvl="5" indent="0" algn="ctr" rtl="0">
              <a:lnSpc>
                <a:spcPct val="100000"/>
              </a:lnSpc>
              <a:spcBef>
                <a:spcPts val="0"/>
              </a:spcBef>
              <a:spcAft>
                <a:spcPts val="0"/>
              </a:spcAft>
              <a:buClr>
                <a:schemeClr val="lt1"/>
              </a:buClr>
              <a:buSzPts val="1100"/>
              <a:buFont typeface="Arial"/>
              <a:buNone/>
              <a:defRPr>
                <a:uFillTx/>
              </a:defRPr>
            </a:lvl6pPr>
            <a:lvl7pPr marL="0" lvl="6" indent="0" algn="ctr" rtl="0">
              <a:lnSpc>
                <a:spcPct val="100000"/>
              </a:lnSpc>
              <a:spcBef>
                <a:spcPts val="0"/>
              </a:spcBef>
              <a:spcAft>
                <a:spcPts val="0"/>
              </a:spcAft>
              <a:buClr>
                <a:schemeClr val="lt1"/>
              </a:buClr>
              <a:buSzPts val="1100"/>
              <a:buFont typeface="Arial"/>
              <a:buNone/>
              <a:defRPr>
                <a:uFillTx/>
              </a:defRPr>
            </a:lvl7pPr>
            <a:lvl8pPr marL="0" lvl="7" indent="0" algn="ctr" rtl="0">
              <a:lnSpc>
                <a:spcPct val="100000"/>
              </a:lnSpc>
              <a:spcBef>
                <a:spcPts val="0"/>
              </a:spcBef>
              <a:spcAft>
                <a:spcPts val="0"/>
              </a:spcAft>
              <a:buClr>
                <a:schemeClr val="lt1"/>
              </a:buClr>
              <a:buSzPts val="1100"/>
              <a:buFont typeface="Arial"/>
              <a:buNone/>
              <a:defRPr>
                <a:uFillTx/>
              </a:defRPr>
            </a:lvl8pPr>
            <a:lvl9pPr marL="0" lvl="8" indent="0" algn="ctr" rtl="0">
              <a:lnSpc>
                <a:spcPct val="100000"/>
              </a:lnSpc>
              <a:spcBef>
                <a:spcPts val="0"/>
              </a:spcBef>
              <a:spcAft>
                <a:spcPts val="0"/>
              </a:spcAft>
              <a:buClr>
                <a:schemeClr val="lt1"/>
              </a:buClr>
              <a:buSzPts val="1100"/>
              <a:buFont typeface="Arial"/>
              <a:buNone/>
              <a:defRPr>
                <a:uFillTx/>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838200" y="1825625"/>
            <a:ext cx="10515600" cy="4351200"/>
          </a:xfrm>
          <a:prstGeom prst="rect">
            <a:avLst/>
          </a:prstGeom>
          <a:noFill/>
          <a:ln>
            <a:noFill/>
          </a:ln>
        </p:spPr>
        <p:txBody>
          <a:bodyPr spcFirstLastPara="1" wrap="square" lIns="45700" tIns="22875" rIns="45700" bIns="22875" anchor="t" anchorCtr="0">
            <a:noAutofit/>
          </a:bodyPr>
          <a:lstStyle>
            <a:lvl1pPr marL="457200" marR="0" lvl="0" indent="-381000" algn="l" rtl="0">
              <a:lnSpc>
                <a:spcPct val="90000"/>
              </a:lnSpc>
              <a:spcBef>
                <a:spcPts val="500"/>
              </a:spcBef>
              <a:spcAft>
                <a:spcPts val="0"/>
              </a:spcAft>
              <a:buSzPts val="2400"/>
              <a:buFont typeface="Arial"/>
              <a:buChar char="•"/>
              <a:defRPr sz="2400" b="0" i="0" u="none" strike="noStrike" cap="none">
                <a:uFillTx/>
                <a:latin typeface="Arial"/>
                <a:ea typeface="Arial"/>
                <a:cs typeface="Arial"/>
                <a:sym typeface="Arial"/>
              </a:defRPr>
            </a:lvl1pPr>
            <a:lvl2pPr marL="914400" marR="0" lvl="1" indent="-355600" algn="l" rtl="0">
              <a:lnSpc>
                <a:spcPct val="90000"/>
              </a:lnSpc>
              <a:spcBef>
                <a:spcPts val="300"/>
              </a:spcBef>
              <a:spcAft>
                <a:spcPts val="0"/>
              </a:spcAft>
              <a:buSzPts val="2000"/>
              <a:buFont typeface="Arial"/>
              <a:buChar char="•"/>
              <a:defRPr sz="2000" b="0" i="0" u="none" strike="noStrike" cap="none">
                <a:uFillTx/>
                <a:latin typeface="Arial"/>
                <a:ea typeface="Arial"/>
                <a:cs typeface="Arial"/>
                <a:sym typeface="Arial"/>
              </a:defRPr>
            </a:lvl2pPr>
            <a:lvl3pPr marL="1371600" marR="0" lvl="2" indent="-349250" algn="l" rtl="0">
              <a:lnSpc>
                <a:spcPct val="90000"/>
              </a:lnSpc>
              <a:spcBef>
                <a:spcPts val="300"/>
              </a:spcBef>
              <a:spcAft>
                <a:spcPts val="0"/>
              </a:spcAft>
              <a:buSzPts val="1900"/>
              <a:buFont typeface="Arial"/>
              <a:buChar char="•"/>
              <a:defRPr sz="1900" b="0" i="0" u="none" strike="noStrike" cap="none">
                <a:uFillTx/>
                <a:latin typeface="Arial"/>
                <a:ea typeface="Arial"/>
                <a:cs typeface="Arial"/>
                <a:sym typeface="Arial"/>
              </a:defRPr>
            </a:lvl3pPr>
            <a:lvl4pPr marL="1828800" marR="0" lvl="3" indent="-330200" algn="l" rtl="0">
              <a:lnSpc>
                <a:spcPct val="90000"/>
              </a:lnSpc>
              <a:spcBef>
                <a:spcPts val="300"/>
              </a:spcBef>
              <a:spcAft>
                <a:spcPts val="0"/>
              </a:spcAft>
              <a:buSzPts val="1600"/>
              <a:buFont typeface="Arial"/>
              <a:buChar char="•"/>
              <a:defRPr sz="1600" b="0" i="0" u="none" strike="noStrike" cap="none">
                <a:uFillTx/>
                <a:latin typeface="Arial"/>
                <a:ea typeface="Arial"/>
                <a:cs typeface="Arial"/>
                <a:sym typeface="Arial"/>
              </a:defRPr>
            </a:lvl4pPr>
            <a:lvl5pPr marL="2286000" marR="0" lvl="4" indent="-330200" algn="l" rtl="0">
              <a:lnSpc>
                <a:spcPct val="90000"/>
              </a:lnSpc>
              <a:spcBef>
                <a:spcPts val="300"/>
              </a:spcBef>
              <a:spcAft>
                <a:spcPts val="0"/>
              </a:spcAft>
              <a:buSzPts val="1600"/>
              <a:buFont typeface="Arial"/>
              <a:buChar char="•"/>
              <a:defRPr sz="1600" b="0" i="0" u="none" strike="noStrike" cap="none">
                <a:uFillTx/>
                <a:latin typeface="Arial"/>
                <a:ea typeface="Arial"/>
                <a:cs typeface="Arial"/>
                <a:sym typeface="Arial"/>
              </a:defRPr>
            </a:lvl5pPr>
            <a:lvl6pPr marL="2743200" marR="0" lvl="5" indent="-285750" algn="l" rtl="0">
              <a:lnSpc>
                <a:spcPct val="90000"/>
              </a:lnSpc>
              <a:spcBef>
                <a:spcPts val="300"/>
              </a:spcBef>
              <a:spcAft>
                <a:spcPts val="0"/>
              </a:spcAft>
              <a:buSzPts val="900"/>
              <a:buFont typeface="Arial"/>
              <a:buChar char="•"/>
              <a:defRPr sz="900" b="0" i="0" u="none" strike="noStrike" cap="none">
                <a:uFillTx/>
                <a:latin typeface="Arial"/>
                <a:ea typeface="Arial"/>
                <a:cs typeface="Arial"/>
                <a:sym typeface="Arial"/>
              </a:defRPr>
            </a:lvl6pPr>
            <a:lvl7pPr marL="3200400" marR="0" lvl="6" indent="-285750" algn="l" rtl="0">
              <a:lnSpc>
                <a:spcPct val="90000"/>
              </a:lnSpc>
              <a:spcBef>
                <a:spcPts val="300"/>
              </a:spcBef>
              <a:spcAft>
                <a:spcPts val="0"/>
              </a:spcAft>
              <a:buSzPts val="900"/>
              <a:buFont typeface="Arial"/>
              <a:buChar char="•"/>
              <a:defRPr sz="900" b="0" i="0" u="none" strike="noStrike" cap="none">
                <a:uFillTx/>
                <a:latin typeface="Arial"/>
                <a:ea typeface="Arial"/>
                <a:cs typeface="Arial"/>
                <a:sym typeface="Arial"/>
              </a:defRPr>
            </a:lvl7pPr>
            <a:lvl8pPr marL="3657600" marR="0" lvl="7" indent="-285750" algn="l" rtl="0">
              <a:lnSpc>
                <a:spcPct val="90000"/>
              </a:lnSpc>
              <a:spcBef>
                <a:spcPts val="300"/>
              </a:spcBef>
              <a:spcAft>
                <a:spcPts val="0"/>
              </a:spcAft>
              <a:buSzPts val="900"/>
              <a:buFont typeface="Arial"/>
              <a:buChar char="•"/>
              <a:defRPr sz="900" b="0" i="0" u="none" strike="noStrike" cap="none">
                <a:uFillTx/>
                <a:latin typeface="Arial"/>
                <a:ea typeface="Arial"/>
                <a:cs typeface="Arial"/>
                <a:sym typeface="Arial"/>
              </a:defRPr>
            </a:lvl8pPr>
            <a:lvl9pPr marL="4114800" marR="0" lvl="8" indent="-285750" algn="l" rtl="0">
              <a:lnSpc>
                <a:spcPct val="90000"/>
              </a:lnSpc>
              <a:spcBef>
                <a:spcPts val="300"/>
              </a:spcBef>
              <a:spcAft>
                <a:spcPts val="0"/>
              </a:spcAft>
              <a:buSzPts val="900"/>
              <a:buFont typeface="Arial"/>
              <a:buChar char="•"/>
              <a:defRPr sz="900" b="0" i="0" u="none" strike="noStrike" cap="none">
                <a:uFillTx/>
                <a:latin typeface="Arial"/>
                <a:ea typeface="Arial"/>
                <a:cs typeface="Arial"/>
                <a:sym typeface="Arial"/>
              </a:defRPr>
            </a:lvl9pPr>
          </a:lstStyle>
          <a:p>
            <a:endParaRPr/>
          </a:p>
        </p:txBody>
      </p:sp>
      <p:sp>
        <p:nvSpPr>
          <p:cNvPr id="11" name="Google Shape;11;p1"/>
          <p:cNvSpPr txBox="1">
            <a:spLocks noGrp="1"/>
          </p:cNvSpPr>
          <p:nvPr>
            <p:ph type="title"/>
          </p:nvPr>
        </p:nvSpPr>
        <p:spPr>
          <a:xfrm>
            <a:off x="838200" y="365125"/>
            <a:ext cx="10515600" cy="1325700"/>
          </a:xfrm>
          <a:prstGeom prst="rect">
            <a:avLst/>
          </a:prstGeom>
          <a:noFill/>
          <a:ln>
            <a:noFill/>
          </a:ln>
        </p:spPr>
        <p:txBody>
          <a:bodyPr spcFirstLastPara="1" wrap="square" lIns="45700" tIns="22875" rIns="45700" bIns="22875" anchor="ctr" anchorCtr="0">
            <a:noAutofit/>
          </a:bodyPr>
          <a:lstStyle>
            <a:lvl1pPr marR="0" lvl="0" algn="l" rtl="0">
              <a:lnSpc>
                <a:spcPct val="90000"/>
              </a:lnSpc>
              <a:spcBef>
                <a:spcPts val="0"/>
              </a:spcBef>
              <a:spcAft>
                <a:spcPts val="0"/>
              </a:spcAft>
              <a:buClr>
                <a:schemeClr val="accent4"/>
              </a:buClr>
              <a:buSzPts val="4000"/>
              <a:buFont typeface="Arial"/>
              <a:buNone/>
              <a:defRPr sz="4000" b="1" i="0" u="none" strike="noStrike" cap="none">
                <a:solidFill>
                  <a:schemeClr val="accent4"/>
                </a:solidFill>
                <a:uFillTx/>
                <a:latin typeface="Arial"/>
                <a:ea typeface="Arial"/>
                <a:cs typeface="Arial"/>
                <a:sym typeface="Arial"/>
              </a:defRPr>
            </a:lvl1pPr>
            <a:lvl2pPr lvl="1">
              <a:spcBef>
                <a:spcPts val="0"/>
              </a:spcBef>
              <a:spcAft>
                <a:spcPts val="0"/>
              </a:spcAft>
              <a:buSzPts val="700"/>
              <a:buNone/>
              <a:defRPr sz="900">
                <a:uFillTx/>
              </a:defRPr>
            </a:lvl2pPr>
            <a:lvl3pPr lvl="2">
              <a:spcBef>
                <a:spcPts val="0"/>
              </a:spcBef>
              <a:spcAft>
                <a:spcPts val="0"/>
              </a:spcAft>
              <a:buSzPts val="700"/>
              <a:buNone/>
              <a:defRPr sz="900">
                <a:uFillTx/>
              </a:defRPr>
            </a:lvl3pPr>
            <a:lvl4pPr lvl="3">
              <a:spcBef>
                <a:spcPts val="0"/>
              </a:spcBef>
              <a:spcAft>
                <a:spcPts val="0"/>
              </a:spcAft>
              <a:buSzPts val="700"/>
              <a:buNone/>
              <a:defRPr sz="900">
                <a:uFillTx/>
              </a:defRPr>
            </a:lvl4pPr>
            <a:lvl5pPr lvl="4">
              <a:spcBef>
                <a:spcPts val="0"/>
              </a:spcBef>
              <a:spcAft>
                <a:spcPts val="0"/>
              </a:spcAft>
              <a:buSzPts val="700"/>
              <a:buNone/>
              <a:defRPr sz="900">
                <a:uFillTx/>
              </a:defRPr>
            </a:lvl5pPr>
            <a:lvl6pPr lvl="5">
              <a:spcBef>
                <a:spcPts val="0"/>
              </a:spcBef>
              <a:spcAft>
                <a:spcPts val="0"/>
              </a:spcAft>
              <a:buSzPts val="700"/>
              <a:buNone/>
              <a:defRPr sz="900">
                <a:uFillTx/>
              </a:defRPr>
            </a:lvl6pPr>
            <a:lvl7pPr lvl="6">
              <a:spcBef>
                <a:spcPts val="0"/>
              </a:spcBef>
              <a:spcAft>
                <a:spcPts val="0"/>
              </a:spcAft>
              <a:buSzPts val="700"/>
              <a:buNone/>
              <a:defRPr sz="900">
                <a:uFillTx/>
              </a:defRPr>
            </a:lvl7pPr>
            <a:lvl8pPr lvl="7">
              <a:spcBef>
                <a:spcPts val="0"/>
              </a:spcBef>
              <a:spcAft>
                <a:spcPts val="0"/>
              </a:spcAft>
              <a:buSzPts val="700"/>
              <a:buNone/>
              <a:defRPr sz="900">
                <a:uFillTx/>
              </a:defRPr>
            </a:lvl8pPr>
            <a:lvl9pPr lvl="8">
              <a:spcBef>
                <a:spcPts val="0"/>
              </a:spcBef>
              <a:spcAft>
                <a:spcPts val="0"/>
              </a:spcAft>
              <a:buSzPts val="700"/>
              <a:buNone/>
              <a:defRPr sz="900">
                <a:uFillTx/>
              </a:defRPr>
            </a:lvl9pPr>
          </a:lstStyle>
          <a:p>
            <a:endParaRPr/>
          </a:p>
        </p:txBody>
      </p:sp>
      <p:pic>
        <p:nvPicPr>
          <p:cNvPr id="12" name="Google Shape;12;p1" descr="Imagen"/>
          <p:cNvPicPr preferRelativeResize="0"/>
          <p:nvPr/>
        </p:nvPicPr>
        <p:blipFill rotWithShape="1">
          <a:blip r:embed="rId13"/>
          <a:srcRect/>
          <a:stretch/>
        </p:blipFill>
        <p:spPr>
          <a:xfrm>
            <a:off x="10540800" y="6290821"/>
            <a:ext cx="1651201" cy="352924"/>
          </a:xfrm>
          <a:prstGeom prst="rect">
            <a:avLst/>
          </a:prstGeom>
          <a:noFill/>
          <a:ln>
            <a:noFill/>
          </a:ln>
        </p:spPr>
      </p:pic>
      <p:sp>
        <p:nvSpPr>
          <p:cNvPr id="13" name="Google Shape;13;p1"/>
          <p:cNvSpPr txBox="1">
            <a:spLocks noGrp="1"/>
          </p:cNvSpPr>
          <p:nvPr>
            <p:ph type="sldNum" idx="12"/>
          </p:nvPr>
        </p:nvSpPr>
        <p:spPr>
          <a:xfrm>
            <a:off x="11718234" y="6269703"/>
            <a:ext cx="333300" cy="365100"/>
          </a:xfrm>
          <a:prstGeom prst="rect">
            <a:avLst/>
          </a:prstGeom>
          <a:noFill/>
          <a:ln>
            <a:noFill/>
          </a:ln>
        </p:spPr>
        <p:txBody>
          <a:bodyPr spcFirstLastPara="1" wrap="square" lIns="45700" tIns="22875" rIns="45700" bIns="22875" anchor="ctr" anchorCtr="0">
            <a:noAutofit/>
          </a:bodyPr>
          <a:lstStyle>
            <a:lvl1pPr marL="0" marR="0" lvl="0"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1pPr>
            <a:lvl2pPr marL="0" marR="0" lvl="1"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2pPr>
            <a:lvl3pPr marL="0" marR="0" lvl="2"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3pPr>
            <a:lvl4pPr marL="0" marR="0" lvl="3"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4pPr>
            <a:lvl5pPr marL="0" marR="0" lvl="4"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5pPr>
            <a:lvl6pPr marL="0" marR="0" lvl="5"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6pPr>
            <a:lvl7pPr marL="0" marR="0" lvl="6"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7pPr>
            <a:lvl8pPr marL="0" marR="0" lvl="7"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8pPr>
            <a:lvl9pPr marL="0" marR="0" lvl="8"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
        <p:cNvGrpSpPr/>
        <p:nvPr/>
      </p:nvGrpSpPr>
      <p:grpSpPr>
        <a:xfrm>
          <a:off x="0" y="0"/>
          <a:ext cx="0" cy="0"/>
          <a:chOff x="0" y="0"/>
          <a:chExt cx="0" cy="0"/>
        </a:xfrm>
      </p:grpSpPr>
      <p:sp>
        <p:nvSpPr>
          <p:cNvPr id="70" name="Google Shape;70;p13"/>
          <p:cNvSpPr txBox="1">
            <a:spLocks noGrp="1"/>
          </p:cNvSpPr>
          <p:nvPr>
            <p:ph type="body" idx="1"/>
          </p:nvPr>
        </p:nvSpPr>
        <p:spPr>
          <a:xfrm>
            <a:off x="838200" y="1825625"/>
            <a:ext cx="10515600" cy="4351338"/>
          </a:xfrm>
          <a:prstGeom prst="rect">
            <a:avLst/>
          </a:prstGeom>
          <a:noFill/>
          <a:ln>
            <a:noFill/>
          </a:ln>
        </p:spPr>
        <p:txBody>
          <a:bodyPr spcFirstLastPara="1" wrap="square" lIns="45700" tIns="22875" rIns="45700" bIns="22875" anchor="t" anchorCtr="0">
            <a:noAutofit/>
          </a:bodyPr>
          <a:lstStyle>
            <a:lvl1pPr marL="457200" marR="0" lvl="0" indent="-381000" algn="l" rtl="0">
              <a:lnSpc>
                <a:spcPct val="90000"/>
              </a:lnSpc>
              <a:spcBef>
                <a:spcPts val="500"/>
              </a:spcBef>
              <a:spcAft>
                <a:spcPts val="0"/>
              </a:spcAft>
              <a:buSzPts val="2400"/>
              <a:buFont typeface="Arial"/>
              <a:buChar char="•"/>
              <a:defRPr sz="2400" b="0" i="0" u="none" strike="noStrike" cap="none">
                <a:uFillTx/>
                <a:latin typeface="Arial"/>
                <a:ea typeface="Arial"/>
                <a:cs typeface="Arial"/>
                <a:sym typeface="Arial"/>
              </a:defRPr>
            </a:lvl1pPr>
            <a:lvl2pPr marL="914400" marR="0" lvl="1" indent="-355600" algn="l" rtl="0">
              <a:lnSpc>
                <a:spcPct val="90000"/>
              </a:lnSpc>
              <a:spcBef>
                <a:spcPts val="300"/>
              </a:spcBef>
              <a:spcAft>
                <a:spcPts val="0"/>
              </a:spcAft>
              <a:buSzPts val="2000"/>
              <a:buFont typeface="Arial"/>
              <a:buChar char="•"/>
              <a:defRPr sz="2000" b="0" i="0" u="none" strike="noStrike" cap="none">
                <a:uFillTx/>
                <a:latin typeface="Arial"/>
                <a:ea typeface="Arial"/>
                <a:cs typeface="Arial"/>
                <a:sym typeface="Arial"/>
              </a:defRPr>
            </a:lvl2pPr>
            <a:lvl3pPr marL="1371600" marR="0" lvl="2" indent="-349250" algn="l" rtl="0">
              <a:lnSpc>
                <a:spcPct val="90000"/>
              </a:lnSpc>
              <a:spcBef>
                <a:spcPts val="300"/>
              </a:spcBef>
              <a:spcAft>
                <a:spcPts val="0"/>
              </a:spcAft>
              <a:buSzPts val="1900"/>
              <a:buFont typeface="Arial"/>
              <a:buChar char="•"/>
              <a:defRPr sz="1900" b="0" i="0" u="none" strike="noStrike" cap="none">
                <a:uFillTx/>
                <a:latin typeface="Arial"/>
                <a:ea typeface="Arial"/>
                <a:cs typeface="Arial"/>
                <a:sym typeface="Arial"/>
              </a:defRPr>
            </a:lvl3pPr>
            <a:lvl4pPr marL="1828800" marR="0" lvl="3" indent="-330200" algn="l" rtl="0">
              <a:lnSpc>
                <a:spcPct val="90000"/>
              </a:lnSpc>
              <a:spcBef>
                <a:spcPts val="300"/>
              </a:spcBef>
              <a:spcAft>
                <a:spcPts val="0"/>
              </a:spcAft>
              <a:buSzPts val="1600"/>
              <a:buFont typeface="Arial"/>
              <a:buChar char="•"/>
              <a:defRPr sz="1600" b="0" i="0" u="none" strike="noStrike" cap="none">
                <a:uFillTx/>
                <a:latin typeface="Arial"/>
                <a:ea typeface="Arial"/>
                <a:cs typeface="Arial"/>
                <a:sym typeface="Arial"/>
              </a:defRPr>
            </a:lvl4pPr>
            <a:lvl5pPr marL="2286000" marR="0" lvl="4" indent="-330200" algn="l" rtl="0">
              <a:lnSpc>
                <a:spcPct val="90000"/>
              </a:lnSpc>
              <a:spcBef>
                <a:spcPts val="300"/>
              </a:spcBef>
              <a:spcAft>
                <a:spcPts val="0"/>
              </a:spcAft>
              <a:buSzPts val="1600"/>
              <a:buFont typeface="Arial"/>
              <a:buChar char="•"/>
              <a:defRPr sz="1600" b="0" i="0" u="none" strike="noStrike" cap="none">
                <a:uFillTx/>
                <a:latin typeface="Arial"/>
                <a:ea typeface="Arial"/>
                <a:cs typeface="Arial"/>
                <a:sym typeface="Arial"/>
              </a:defRPr>
            </a:lvl5pPr>
            <a:lvl6pPr marL="2743200" marR="0" lvl="5" indent="-285750" algn="l" rtl="0">
              <a:lnSpc>
                <a:spcPct val="90000"/>
              </a:lnSpc>
              <a:spcBef>
                <a:spcPts val="300"/>
              </a:spcBef>
              <a:spcAft>
                <a:spcPts val="0"/>
              </a:spcAft>
              <a:buSzPts val="900"/>
              <a:buFont typeface="Arial"/>
              <a:buChar char="•"/>
              <a:defRPr sz="900" b="0" i="0" u="none" strike="noStrike" cap="none">
                <a:uFillTx/>
                <a:latin typeface="Arial"/>
                <a:ea typeface="Arial"/>
                <a:cs typeface="Arial"/>
                <a:sym typeface="Arial"/>
              </a:defRPr>
            </a:lvl6pPr>
            <a:lvl7pPr marL="3200400" marR="0" lvl="6" indent="-285750" algn="l" rtl="0">
              <a:lnSpc>
                <a:spcPct val="90000"/>
              </a:lnSpc>
              <a:spcBef>
                <a:spcPts val="300"/>
              </a:spcBef>
              <a:spcAft>
                <a:spcPts val="0"/>
              </a:spcAft>
              <a:buSzPts val="900"/>
              <a:buFont typeface="Arial"/>
              <a:buChar char="•"/>
              <a:defRPr sz="900" b="0" i="0" u="none" strike="noStrike" cap="none">
                <a:uFillTx/>
                <a:latin typeface="Arial"/>
                <a:ea typeface="Arial"/>
                <a:cs typeface="Arial"/>
                <a:sym typeface="Arial"/>
              </a:defRPr>
            </a:lvl7pPr>
            <a:lvl8pPr marL="3657600" marR="0" lvl="7" indent="-285750" algn="l" rtl="0">
              <a:lnSpc>
                <a:spcPct val="90000"/>
              </a:lnSpc>
              <a:spcBef>
                <a:spcPts val="300"/>
              </a:spcBef>
              <a:spcAft>
                <a:spcPts val="0"/>
              </a:spcAft>
              <a:buSzPts val="900"/>
              <a:buFont typeface="Arial"/>
              <a:buChar char="•"/>
              <a:defRPr sz="900" b="0" i="0" u="none" strike="noStrike" cap="none">
                <a:uFillTx/>
                <a:latin typeface="Arial"/>
                <a:ea typeface="Arial"/>
                <a:cs typeface="Arial"/>
                <a:sym typeface="Arial"/>
              </a:defRPr>
            </a:lvl8pPr>
            <a:lvl9pPr marL="4114800" marR="0" lvl="8" indent="-285750" algn="l" rtl="0">
              <a:lnSpc>
                <a:spcPct val="90000"/>
              </a:lnSpc>
              <a:spcBef>
                <a:spcPts val="300"/>
              </a:spcBef>
              <a:spcAft>
                <a:spcPts val="0"/>
              </a:spcAft>
              <a:buSzPts val="900"/>
              <a:buFont typeface="Arial"/>
              <a:buChar char="•"/>
              <a:defRPr sz="900" b="0" i="0" u="none" strike="noStrike" cap="none">
                <a:uFillTx/>
                <a:latin typeface="Arial"/>
                <a:ea typeface="Arial"/>
                <a:cs typeface="Arial"/>
                <a:sym typeface="Arial"/>
              </a:defRPr>
            </a:lvl9pPr>
          </a:lstStyle>
          <a:p>
            <a:endParaRPr/>
          </a:p>
        </p:txBody>
      </p:sp>
      <p:sp>
        <p:nvSpPr>
          <p:cNvPr id="71" name="Google Shape;71;p13"/>
          <p:cNvSpPr txBox="1">
            <a:spLocks noGrp="1"/>
          </p:cNvSpPr>
          <p:nvPr>
            <p:ph type="title"/>
          </p:nvPr>
        </p:nvSpPr>
        <p:spPr>
          <a:xfrm>
            <a:off x="838200" y="365125"/>
            <a:ext cx="10515600" cy="1325563"/>
          </a:xfrm>
          <a:prstGeom prst="rect">
            <a:avLst/>
          </a:prstGeom>
          <a:noFill/>
          <a:ln>
            <a:noFill/>
          </a:ln>
        </p:spPr>
        <p:txBody>
          <a:bodyPr spcFirstLastPara="1" wrap="square" lIns="45700" tIns="22875" rIns="45700" bIns="22875" anchor="ctr" anchorCtr="0">
            <a:noAutofit/>
          </a:bodyPr>
          <a:lstStyle>
            <a:lvl1pPr marR="0" lvl="0" algn="l" rtl="0">
              <a:lnSpc>
                <a:spcPct val="90000"/>
              </a:lnSpc>
              <a:spcBef>
                <a:spcPts val="0"/>
              </a:spcBef>
              <a:spcAft>
                <a:spcPts val="0"/>
              </a:spcAft>
              <a:buClr>
                <a:schemeClr val="accent4"/>
              </a:buClr>
              <a:buSzPts val="4000"/>
              <a:buFont typeface="Arial"/>
              <a:buNone/>
              <a:defRPr sz="4000" b="1" i="0" u="none" strike="noStrike" cap="none">
                <a:solidFill>
                  <a:schemeClr val="accent4"/>
                </a:solidFill>
                <a:uFillTx/>
                <a:latin typeface="Arial"/>
                <a:ea typeface="Arial"/>
                <a:cs typeface="Arial"/>
                <a:sym typeface="Arial"/>
              </a:defRPr>
            </a:lvl1pPr>
            <a:lvl2pPr lvl="1">
              <a:spcBef>
                <a:spcPts val="0"/>
              </a:spcBef>
              <a:spcAft>
                <a:spcPts val="0"/>
              </a:spcAft>
              <a:buSzPts val="700"/>
              <a:buNone/>
              <a:defRPr sz="900">
                <a:uFillTx/>
              </a:defRPr>
            </a:lvl2pPr>
            <a:lvl3pPr lvl="2">
              <a:spcBef>
                <a:spcPts val="0"/>
              </a:spcBef>
              <a:spcAft>
                <a:spcPts val="0"/>
              </a:spcAft>
              <a:buSzPts val="700"/>
              <a:buNone/>
              <a:defRPr sz="900">
                <a:uFillTx/>
              </a:defRPr>
            </a:lvl3pPr>
            <a:lvl4pPr lvl="3">
              <a:spcBef>
                <a:spcPts val="0"/>
              </a:spcBef>
              <a:spcAft>
                <a:spcPts val="0"/>
              </a:spcAft>
              <a:buSzPts val="700"/>
              <a:buNone/>
              <a:defRPr sz="900">
                <a:uFillTx/>
              </a:defRPr>
            </a:lvl4pPr>
            <a:lvl5pPr lvl="4">
              <a:spcBef>
                <a:spcPts val="0"/>
              </a:spcBef>
              <a:spcAft>
                <a:spcPts val="0"/>
              </a:spcAft>
              <a:buSzPts val="700"/>
              <a:buNone/>
              <a:defRPr sz="900">
                <a:uFillTx/>
              </a:defRPr>
            </a:lvl5pPr>
            <a:lvl6pPr lvl="5">
              <a:spcBef>
                <a:spcPts val="0"/>
              </a:spcBef>
              <a:spcAft>
                <a:spcPts val="0"/>
              </a:spcAft>
              <a:buSzPts val="700"/>
              <a:buNone/>
              <a:defRPr sz="900">
                <a:uFillTx/>
              </a:defRPr>
            </a:lvl6pPr>
            <a:lvl7pPr lvl="6">
              <a:spcBef>
                <a:spcPts val="0"/>
              </a:spcBef>
              <a:spcAft>
                <a:spcPts val="0"/>
              </a:spcAft>
              <a:buSzPts val="700"/>
              <a:buNone/>
              <a:defRPr sz="900">
                <a:uFillTx/>
              </a:defRPr>
            </a:lvl7pPr>
            <a:lvl8pPr lvl="7">
              <a:spcBef>
                <a:spcPts val="0"/>
              </a:spcBef>
              <a:spcAft>
                <a:spcPts val="0"/>
              </a:spcAft>
              <a:buSzPts val="700"/>
              <a:buNone/>
              <a:defRPr sz="900">
                <a:uFillTx/>
              </a:defRPr>
            </a:lvl8pPr>
            <a:lvl9pPr lvl="8">
              <a:spcBef>
                <a:spcPts val="0"/>
              </a:spcBef>
              <a:spcAft>
                <a:spcPts val="0"/>
              </a:spcAft>
              <a:buSzPts val="700"/>
              <a:buNone/>
              <a:defRPr sz="900">
                <a:uFillTx/>
              </a:defRPr>
            </a:lvl9pPr>
          </a:lstStyle>
          <a:p>
            <a:endParaRPr/>
          </a:p>
        </p:txBody>
      </p:sp>
      <p:pic>
        <p:nvPicPr>
          <p:cNvPr id="72" name="Google Shape;72;p13" descr="Imagen"/>
          <p:cNvPicPr preferRelativeResize="0"/>
          <p:nvPr/>
        </p:nvPicPr>
        <p:blipFill rotWithShape="1">
          <a:blip r:embed="rId9"/>
          <a:srcRect/>
          <a:stretch/>
        </p:blipFill>
        <p:spPr>
          <a:xfrm>
            <a:off x="10540800" y="6290821"/>
            <a:ext cx="1651200" cy="352924"/>
          </a:xfrm>
          <a:prstGeom prst="rect">
            <a:avLst/>
          </a:prstGeom>
          <a:noFill/>
          <a:ln>
            <a:noFill/>
          </a:ln>
        </p:spPr>
      </p:pic>
      <p:sp>
        <p:nvSpPr>
          <p:cNvPr id="73" name="Google Shape;73;p13"/>
          <p:cNvSpPr txBox="1">
            <a:spLocks noGrp="1"/>
          </p:cNvSpPr>
          <p:nvPr>
            <p:ph type="sldNum" idx="12"/>
          </p:nvPr>
        </p:nvSpPr>
        <p:spPr>
          <a:xfrm>
            <a:off x="11718234" y="6269703"/>
            <a:ext cx="333313" cy="365125"/>
          </a:xfrm>
          <a:prstGeom prst="rect">
            <a:avLst/>
          </a:prstGeom>
          <a:noFill/>
          <a:ln>
            <a:noFill/>
          </a:ln>
        </p:spPr>
        <p:txBody>
          <a:bodyPr spcFirstLastPara="1" wrap="square" lIns="45700" tIns="22875" rIns="45700" bIns="22875" anchor="ctr" anchorCtr="0">
            <a:noAutofit/>
          </a:bodyPr>
          <a:lstStyle>
            <a:lvl1pPr marL="0" marR="0" lvl="0"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1pPr>
            <a:lvl2pPr marL="0" marR="0" lvl="1"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2pPr>
            <a:lvl3pPr marL="0" marR="0" lvl="2"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3pPr>
            <a:lvl4pPr marL="0" marR="0" lvl="3"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4pPr>
            <a:lvl5pPr marL="0" marR="0" lvl="4"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5pPr>
            <a:lvl6pPr marL="0" marR="0" lvl="5"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6pPr>
            <a:lvl7pPr marL="0" marR="0" lvl="6"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7pPr>
            <a:lvl8pPr marL="0" marR="0" lvl="7"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8pPr>
            <a:lvl9pPr marL="0" marR="0" lvl="8" indent="0" algn="ctr" rtl="0">
              <a:lnSpc>
                <a:spcPct val="100000"/>
              </a:lnSpc>
              <a:spcBef>
                <a:spcPts val="0"/>
              </a:spcBef>
              <a:spcAft>
                <a:spcPts val="0"/>
              </a:spcAft>
              <a:buClr>
                <a:schemeClr val="lt1"/>
              </a:buClr>
              <a:buSzPts val="1100"/>
              <a:buFont typeface="Arial"/>
              <a:buNone/>
              <a:defRPr sz="1100" b="0" i="0" u="none" strike="noStrike" cap="none">
                <a:solidFill>
                  <a:schemeClr val="lt1"/>
                </a:solidFill>
                <a:uFillTx/>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uFillTx/>
              </a:rPr>
              <a:t>‹#›</a:t>
            </a:fld>
            <a:endParaRPr>
              <a:uFillTx/>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hyperlink" Target="https://www.percona.com/blog/2013/10/10/mysql-ssl-performance-overhead/" TargetMode="External"/><Relationship Id="rId13" Type="http://schemas.openxmlformats.org/officeDocument/2006/relationships/hyperlink" Target="https://dev.mysql.com/doc/refman/8.0/en/roles.html" TargetMode="External"/><Relationship Id="rId18" Type="http://schemas.openxmlformats.org/officeDocument/2006/relationships/hyperlink" Target="https://www.percona.com/blog/2018/09/27/announcement-alpha-build-of-percona-server-8-0/" TargetMode="External"/><Relationship Id="rId3" Type="http://schemas.openxmlformats.org/officeDocument/2006/relationships/hyperlink" Target="https://docs.aws.amazon.com/AmazonRDS/latest/UserGuide/UsingWithRDS.html" TargetMode="External"/><Relationship Id="rId7" Type="http://schemas.openxmlformats.org/officeDocument/2006/relationships/hyperlink" Target="https://www.percona.com/blog/2013/06/22/setting-up-mysql-ssl-and-secure-connections/#setup" TargetMode="External"/><Relationship Id="rId12" Type="http://schemas.openxmlformats.org/officeDocument/2006/relationships/hyperlink" Target="https://dev.mysql.com/doc/refman/8.0/en/server-system-variables.html#sysvar_activate_all_roles_on_login" TargetMode="External"/><Relationship Id="rId17" Type="http://schemas.openxmlformats.org/officeDocument/2006/relationships/hyperlink" Target="https://dev.mysql.com/doc/refman/8.0/en/fips-mode.html" TargetMode="External"/><Relationship Id="rId2" Type="http://schemas.openxmlformats.org/officeDocument/2006/relationships/notesSlide" Target="../notesSlides/notesSlide64.xml"/><Relationship Id="rId16" Type="http://schemas.openxmlformats.org/officeDocument/2006/relationships/hyperlink" Target="https://dev.mysql.com/doc/refman/5.7/en/validate-password-options-variables.html" TargetMode="External"/><Relationship Id="rId1" Type="http://schemas.openxmlformats.org/officeDocument/2006/relationships/slideLayout" Target="../slideLayouts/slideLayout2.xml"/><Relationship Id="rId6" Type="http://schemas.openxmlformats.org/officeDocument/2006/relationships/hyperlink" Target="https://dev.mysql.com/doc/refman/5.7/en/caching-sha2-pluggable-authentication.html" TargetMode="External"/><Relationship Id="rId11" Type="http://schemas.openxmlformats.org/officeDocument/2006/relationships/hyperlink" Target="https://dev.mysql.com/doc/refman/5.7/en/keyring-file-plugin.html" TargetMode="External"/><Relationship Id="rId5" Type="http://schemas.openxmlformats.org/officeDocument/2006/relationships/hyperlink" Target="https://www.percona.com/blog/2015/09/10/percona-server-audit-log-plugin-best-practices/" TargetMode="External"/><Relationship Id="rId15" Type="http://schemas.openxmlformats.org/officeDocument/2006/relationships/hyperlink" Target="https://dev.mysql.com/doc/refman/5.7/en/validate-password-installation.html" TargetMode="External"/><Relationship Id="rId10" Type="http://schemas.openxmlformats.org/officeDocument/2006/relationships/hyperlink" Target="https://www.percona.com/doc/percona-server/LATEST/management/data_at_rest_encryption.html#usage" TargetMode="External"/><Relationship Id="rId19" Type="http://schemas.openxmlformats.org/officeDocument/2006/relationships/hyperlink" Target="https://dev.mysql.com/doc/refman/8.0/en/innodb-tablespace-encryption.html#innodb-tablespace-encryption-about" TargetMode="External"/><Relationship Id="rId4" Type="http://schemas.openxmlformats.org/officeDocument/2006/relationships/hyperlink" Target="https://docs.aws.amazon.com/vpc/latest/userguide/VPC_SecurityGroups.html" TargetMode="External"/><Relationship Id="rId9" Type="http://schemas.openxmlformats.org/officeDocument/2006/relationships/hyperlink" Target="https://www.percona.com/doc/percona-server/LATEST/management/data_at_rest_encryption.html" TargetMode="External"/><Relationship Id="rId14" Type="http://schemas.openxmlformats.org/officeDocument/2006/relationships/hyperlink" Target="https://dev.mysql.com/doc/refman/5.7/en/password-management.html" TargetMode="Externa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ctrTitle"/>
          </p:nvPr>
        </p:nvSpPr>
        <p:spPr>
          <a:xfrm>
            <a:off x="390939" y="1997501"/>
            <a:ext cx="7490700" cy="24222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lt2"/>
              </a:buClr>
              <a:buSzPts val="4000"/>
              <a:buFont typeface="Arial"/>
              <a:buNone/>
            </a:pPr>
            <a:r>
              <a:rPr lang="en-US" sz="3800">
                <a:uFillTx/>
              </a:rPr>
              <a:t>MySQL e LGPD</a:t>
            </a:r>
            <a:endParaRPr sz="3800">
              <a:uFillTx/>
            </a:endParaRPr>
          </a:p>
        </p:txBody>
      </p:sp>
      <p:sp>
        <p:nvSpPr>
          <p:cNvPr id="108" name="Google Shape;108;p21"/>
          <p:cNvSpPr txBox="1">
            <a:spLocks noGrp="1"/>
          </p:cNvSpPr>
          <p:nvPr>
            <p:ph type="subTitle" idx="1"/>
          </p:nvPr>
        </p:nvSpPr>
        <p:spPr>
          <a:xfrm>
            <a:off x="390939" y="3476488"/>
            <a:ext cx="7490700" cy="1679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accent2"/>
              </a:buClr>
              <a:buSzPts val="1800"/>
              <a:buFont typeface="Arial"/>
              <a:buNone/>
            </a:pPr>
            <a:r>
              <a:rPr lang="en-US">
                <a:solidFill>
                  <a:srgbClr val="000000"/>
                </a:solidFill>
                <a:uFillTx/>
              </a:rPr>
              <a:t>Vinicius M. Grippa</a:t>
            </a:r>
            <a:br>
              <a:rPr lang="en-US">
                <a:solidFill>
                  <a:srgbClr val="000000"/>
                </a:solidFill>
                <a:uFillTx/>
              </a:rPr>
            </a:br>
            <a:r>
              <a:rPr lang="en-US">
                <a:solidFill>
                  <a:srgbClr val="000000"/>
                </a:solidFill>
                <a:uFillTx/>
              </a:rPr>
              <a:t>Senior Support Engineer for MySQL/MongoDB</a:t>
            </a:r>
            <a:endParaRPr>
              <a:solidFill>
                <a:srgbClr val="000000"/>
              </a:solidFill>
              <a:uFillTx/>
            </a:endParaRPr>
          </a:p>
          <a:p>
            <a:pPr marL="0" lvl="0" indent="0" algn="r" rtl="0">
              <a:lnSpc>
                <a:spcPct val="90000"/>
              </a:lnSpc>
              <a:spcBef>
                <a:spcPts val="0"/>
              </a:spcBef>
              <a:spcAft>
                <a:spcPts val="0"/>
              </a:spcAft>
              <a:buClr>
                <a:schemeClr val="accent2"/>
              </a:buClr>
              <a:buSzPts val="1800"/>
              <a:buFont typeface="Arial"/>
              <a:buNone/>
            </a:pPr>
            <a:r>
              <a:rPr lang="en-US">
                <a:solidFill>
                  <a:srgbClr val="000000"/>
                </a:solidFill>
                <a:uFillTx/>
              </a:rPr>
              <a:t>vinicius.grippa@percona.com</a:t>
            </a:r>
            <a:endParaRPr>
              <a:solidFill>
                <a:srgbClr val="000000"/>
              </a:solidFill>
              <a:uFillTx/>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body" idx="1"/>
          </p:nvPr>
        </p:nvSpPr>
        <p:spPr>
          <a:xfrm>
            <a:off x="852238" y="1728788"/>
            <a:ext cx="11344500" cy="4425900"/>
          </a:xfrm>
          <a:prstGeom prst="rect">
            <a:avLst/>
          </a:prstGeom>
          <a:noFill/>
          <a:ln>
            <a:noFill/>
          </a:ln>
        </p:spPr>
        <p:txBody>
          <a:bodyPr spcFirstLastPara="1" wrap="square" lIns="91425" tIns="45700" rIns="91425" bIns="45700" anchor="t" anchorCtr="0">
            <a:noAutofit/>
          </a:bodyPr>
          <a:lstStyle/>
          <a:p>
            <a:pPr marL="241300" lvl="1" indent="-279400" algn="l" rtl="0">
              <a:lnSpc>
                <a:spcPct val="115000"/>
              </a:lnSpc>
              <a:spcBef>
                <a:spcPts val="500"/>
              </a:spcBef>
              <a:spcAft>
                <a:spcPts val="0"/>
              </a:spcAft>
              <a:buSzPts val="2400"/>
              <a:buChar char="•"/>
            </a:pPr>
            <a:r>
              <a:rPr lang="en-US" sz="2400">
                <a:uFillTx/>
              </a:rPr>
              <a:t>Support Engineer at Percona since 2017.</a:t>
            </a:r>
            <a:endParaRPr>
              <a:uFillTx/>
            </a:endParaRPr>
          </a:p>
          <a:p>
            <a:pPr marL="241300" lvl="1" indent="-279400" algn="l" rtl="0">
              <a:lnSpc>
                <a:spcPct val="115000"/>
              </a:lnSpc>
              <a:spcBef>
                <a:spcPts val="500"/>
              </a:spcBef>
              <a:spcAft>
                <a:spcPts val="0"/>
              </a:spcAft>
              <a:buSzPts val="2400"/>
              <a:buChar char="•"/>
            </a:pPr>
            <a:r>
              <a:rPr lang="en-US" sz="2400">
                <a:uFillTx/>
              </a:rPr>
              <a:t>Working with MySQL for over six years.</a:t>
            </a:r>
            <a:endParaRPr>
              <a:uFillTx/>
            </a:endParaRPr>
          </a:p>
          <a:p>
            <a:pPr marL="241300" lvl="1" indent="-279400" algn="l" rtl="0">
              <a:lnSpc>
                <a:spcPct val="115000"/>
              </a:lnSpc>
              <a:spcBef>
                <a:spcPts val="500"/>
              </a:spcBef>
              <a:spcAft>
                <a:spcPts val="0"/>
              </a:spcAft>
              <a:buSzPts val="2400"/>
              <a:buChar char="•"/>
            </a:pPr>
            <a:r>
              <a:rPr lang="en-US" sz="2400">
                <a:uFillTx/>
              </a:rPr>
              <a:t>Working with databases for over nine years.</a:t>
            </a:r>
            <a:endParaRPr>
              <a:uFillTx/>
            </a:endParaRPr>
          </a:p>
          <a:p>
            <a:pPr marL="241300" lvl="1" indent="-279400" algn="l" rtl="0">
              <a:lnSpc>
                <a:spcPct val="115000"/>
              </a:lnSpc>
              <a:spcBef>
                <a:spcPts val="500"/>
              </a:spcBef>
              <a:spcAft>
                <a:spcPts val="300"/>
              </a:spcAft>
              <a:buSzPts val="2400"/>
              <a:buChar char="•"/>
            </a:pPr>
            <a:r>
              <a:rPr lang="en-US" sz="2400">
                <a:uFillTx/>
              </a:rPr>
              <a:t>Speaker at PL 2018 and meetups about MySQL/MongoDB.</a:t>
            </a:r>
            <a:endParaRPr sz="2400">
              <a:uFillTx/>
            </a:endParaRPr>
          </a:p>
        </p:txBody>
      </p:sp>
      <p:sp>
        <p:nvSpPr>
          <p:cNvPr id="114" name="Google Shape;114;p22"/>
          <p:cNvSpPr txBox="1">
            <a:spLocks noGrp="1"/>
          </p:cNvSpPr>
          <p:nvPr>
            <p:ph type="title"/>
          </p:nvPr>
        </p:nvSpPr>
        <p:spPr>
          <a:xfrm>
            <a:off x="828387" y="161640"/>
            <a:ext cx="11344500" cy="1166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4000"/>
              <a:buFont typeface="Arial"/>
              <a:buNone/>
            </a:pPr>
            <a:r>
              <a:rPr lang="en-US">
                <a:uFillTx/>
              </a:rPr>
              <a:t>About Me</a:t>
            </a:r>
            <a:endParaRPr>
              <a:uFillTx/>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800350" y="7927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Basic Principles</a:t>
            </a:r>
            <a:endParaRPr>
              <a:uFillTx/>
            </a:endParaRPr>
          </a:p>
        </p:txBody>
      </p:sp>
      <p:sp>
        <p:nvSpPr>
          <p:cNvPr id="120" name="Google Shape;120;p2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p>
            <a:pPr marL="342900" lvl="0" indent="-342900" algn="l" rtl="0">
              <a:lnSpc>
                <a:spcPct val="115000"/>
              </a:lnSpc>
              <a:spcBef>
                <a:spcPts val="0"/>
              </a:spcBef>
              <a:spcAft>
                <a:spcPts val="0"/>
              </a:spcAft>
              <a:buClr>
                <a:schemeClr val="dk1"/>
              </a:buClr>
              <a:buSzPts val="2400"/>
              <a:buFont typeface="Arial"/>
              <a:buChar char="•"/>
            </a:pPr>
            <a:r>
              <a:rPr lang="en-US">
                <a:uFillTx/>
              </a:rPr>
              <a:t>Minimum access</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Isolate</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Audit</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Avoid spying</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Default firewall</a:t>
            </a:r>
            <a:endParaRPr>
              <a:uFillTx/>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a:off x="838200" y="52465"/>
            <a:ext cx="10515600" cy="1373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Agenda</a:t>
            </a:r>
            <a:endParaRPr>
              <a:uFillTx/>
            </a:endParaRPr>
          </a:p>
        </p:txBody>
      </p:sp>
      <p:sp>
        <p:nvSpPr>
          <p:cNvPr id="126" name="Google Shape;126;p24"/>
          <p:cNvSpPr txBox="1">
            <a:spLocks noGrp="1"/>
          </p:cNvSpPr>
          <p:nvPr>
            <p:ph type="body" idx="1"/>
          </p:nvPr>
        </p:nvSpPr>
        <p:spPr>
          <a:xfrm>
            <a:off x="609600" y="1771136"/>
            <a:ext cx="10515600" cy="4172700"/>
          </a:xfrm>
          <a:prstGeom prst="rect">
            <a:avLst/>
          </a:prstGeom>
          <a:noFill/>
          <a:ln>
            <a:noFill/>
          </a:ln>
        </p:spPr>
        <p:txBody>
          <a:bodyPr spcFirstLastPara="1" wrap="square" lIns="91425" tIns="45700" rIns="91425" bIns="45700" anchor="t" anchorCtr="0">
            <a:noAutofit/>
          </a:bodyPr>
          <a:lstStyle/>
          <a:p>
            <a:pPr marL="457200" lvl="1" indent="-254000" algn="l" rtl="0">
              <a:lnSpc>
                <a:spcPct val="115000"/>
              </a:lnSpc>
              <a:spcBef>
                <a:spcPts val="0"/>
              </a:spcBef>
              <a:spcAft>
                <a:spcPts val="0"/>
              </a:spcAft>
              <a:buClr>
                <a:srgbClr val="000000"/>
              </a:buClr>
              <a:buSzPts val="2400"/>
              <a:buChar char="•"/>
            </a:pPr>
            <a:r>
              <a:rPr lang="en-US" sz="2400">
                <a:solidFill>
                  <a:srgbClr val="000000"/>
                </a:solidFill>
                <a:uFillTx/>
              </a:rPr>
              <a:t>SO/Cloud security</a:t>
            </a:r>
            <a:endParaRPr sz="2400">
              <a:solidFill>
                <a:srgbClr val="000000"/>
              </a:solidFill>
              <a:uFillTx/>
            </a:endParaRPr>
          </a:p>
          <a:p>
            <a:pPr marL="457200" lvl="1" indent="-254000" algn="l" rtl="0">
              <a:lnSpc>
                <a:spcPct val="115000"/>
              </a:lnSpc>
              <a:spcBef>
                <a:spcPts val="500"/>
              </a:spcBef>
              <a:spcAft>
                <a:spcPts val="0"/>
              </a:spcAft>
              <a:buClr>
                <a:srgbClr val="000000"/>
              </a:buClr>
              <a:buSzPts val="2400"/>
              <a:buChar char="•"/>
            </a:pPr>
            <a:r>
              <a:rPr lang="en-US" sz="2400">
                <a:solidFill>
                  <a:srgbClr val="000000"/>
                </a:solidFill>
                <a:uFillTx/>
              </a:rPr>
              <a:t>SSL</a:t>
            </a:r>
            <a:endParaRPr sz="2400">
              <a:solidFill>
                <a:srgbClr val="000000"/>
              </a:solidFill>
              <a:uFillTx/>
            </a:endParaRPr>
          </a:p>
          <a:p>
            <a:pPr marL="457200" lvl="1" indent="-254000" algn="l" rtl="0">
              <a:lnSpc>
                <a:spcPct val="115000"/>
              </a:lnSpc>
              <a:spcBef>
                <a:spcPts val="500"/>
              </a:spcBef>
              <a:spcAft>
                <a:spcPts val="0"/>
              </a:spcAft>
              <a:buClr>
                <a:srgbClr val="000000"/>
              </a:buClr>
              <a:buSzPts val="2400"/>
              <a:buChar char="•"/>
            </a:pPr>
            <a:r>
              <a:rPr lang="en-US" sz="2400">
                <a:solidFill>
                  <a:srgbClr val="000000"/>
                </a:solidFill>
                <a:uFillTx/>
              </a:rPr>
              <a:t>Password management</a:t>
            </a:r>
            <a:endParaRPr sz="2400">
              <a:solidFill>
                <a:srgbClr val="000000"/>
              </a:solidFill>
              <a:uFillTx/>
            </a:endParaRPr>
          </a:p>
          <a:p>
            <a:pPr marL="457200" lvl="1" indent="-254000" algn="l" rtl="0">
              <a:lnSpc>
                <a:spcPct val="115000"/>
              </a:lnSpc>
              <a:spcBef>
                <a:spcPts val="500"/>
              </a:spcBef>
              <a:spcAft>
                <a:spcPts val="0"/>
              </a:spcAft>
              <a:buClr>
                <a:srgbClr val="000000"/>
              </a:buClr>
              <a:buSzPts val="2400"/>
              <a:buChar char="•"/>
            </a:pPr>
            <a:r>
              <a:rPr lang="en-US" sz="2400">
                <a:solidFill>
                  <a:srgbClr val="000000"/>
                </a:solidFill>
                <a:uFillTx/>
              </a:rPr>
              <a:t>Audit plugin</a:t>
            </a:r>
            <a:endParaRPr sz="2400">
              <a:solidFill>
                <a:srgbClr val="000000"/>
              </a:solidFill>
              <a:uFillTx/>
            </a:endParaRPr>
          </a:p>
          <a:p>
            <a:pPr marL="457200" lvl="1" indent="-254000" algn="l" rtl="0">
              <a:lnSpc>
                <a:spcPct val="115000"/>
              </a:lnSpc>
              <a:spcBef>
                <a:spcPts val="500"/>
              </a:spcBef>
              <a:spcAft>
                <a:spcPts val="0"/>
              </a:spcAft>
              <a:buClr>
                <a:srgbClr val="000000"/>
              </a:buClr>
              <a:buSzPts val="2400"/>
              <a:buChar char="•"/>
            </a:pPr>
            <a:r>
              <a:rPr lang="en-US" sz="2400">
                <a:solidFill>
                  <a:srgbClr val="000000"/>
                </a:solidFill>
                <a:uFillTx/>
              </a:rPr>
              <a:t>Percona Server encryption features</a:t>
            </a:r>
            <a:endParaRPr sz="2400">
              <a:solidFill>
                <a:srgbClr val="000000"/>
              </a:solidFill>
              <a:uFillTx/>
            </a:endParaRPr>
          </a:p>
          <a:p>
            <a:pPr marL="457200" lvl="1" indent="-254000" algn="l" rtl="0">
              <a:lnSpc>
                <a:spcPct val="115000"/>
              </a:lnSpc>
              <a:spcBef>
                <a:spcPts val="500"/>
              </a:spcBef>
              <a:spcAft>
                <a:spcPts val="0"/>
              </a:spcAft>
              <a:buClr>
                <a:srgbClr val="000000"/>
              </a:buClr>
              <a:buSzPts val="2400"/>
              <a:buChar char="•"/>
            </a:pPr>
            <a:r>
              <a:rPr lang="en-US" sz="2400">
                <a:solidFill>
                  <a:srgbClr val="000000"/>
                </a:solidFill>
                <a:uFillTx/>
              </a:rPr>
              <a:t>MySQL 8 features (undo, redo encryption)</a:t>
            </a:r>
            <a:endParaRPr sz="2400">
              <a:solidFill>
                <a:srgbClr val="000000"/>
              </a:solidFill>
              <a:uFillTx/>
            </a:endParaRPr>
          </a:p>
          <a:p>
            <a:pPr marL="457200" lvl="1" indent="-254000" algn="l" rtl="0">
              <a:lnSpc>
                <a:spcPct val="115000"/>
              </a:lnSpc>
              <a:spcBef>
                <a:spcPts val="500"/>
              </a:spcBef>
              <a:spcAft>
                <a:spcPts val="0"/>
              </a:spcAft>
              <a:buClr>
                <a:srgbClr val="000000"/>
              </a:buClr>
              <a:buSzPts val="2400"/>
              <a:buChar char="•"/>
            </a:pPr>
            <a:r>
              <a:rPr lang="en-US" sz="2400">
                <a:solidFill>
                  <a:srgbClr val="000000"/>
                </a:solidFill>
                <a:uFillTx/>
              </a:rPr>
              <a:t>TDE</a:t>
            </a:r>
            <a:endParaRPr sz="2400">
              <a:solidFill>
                <a:srgbClr val="000000"/>
              </a:solidFill>
              <a:uFillTx/>
            </a:endParaRPr>
          </a:p>
          <a:p>
            <a:pPr marL="457200" lvl="1" indent="-254000" algn="l" rtl="0">
              <a:lnSpc>
                <a:spcPct val="115000"/>
              </a:lnSpc>
              <a:spcBef>
                <a:spcPts val="500"/>
              </a:spcBef>
              <a:spcAft>
                <a:spcPts val="0"/>
              </a:spcAft>
              <a:buClr>
                <a:srgbClr val="000000"/>
              </a:buClr>
              <a:buSzPts val="2400"/>
              <a:buChar char="•"/>
            </a:pPr>
            <a:r>
              <a:rPr lang="en-US" sz="2400">
                <a:solidFill>
                  <a:srgbClr val="000000"/>
                </a:solidFill>
                <a:uFillTx/>
              </a:rPr>
              <a:t>New caching_sha2_password</a:t>
            </a:r>
            <a:endParaRPr sz="2400">
              <a:solidFill>
                <a:srgbClr val="000000"/>
              </a:solidFill>
              <a:uFillTx/>
            </a:endParaRPr>
          </a:p>
          <a:p>
            <a:pPr marL="457200" lvl="1" indent="-254000" algn="l" rtl="0">
              <a:lnSpc>
                <a:spcPct val="115000"/>
              </a:lnSpc>
              <a:spcBef>
                <a:spcPts val="500"/>
              </a:spcBef>
              <a:spcAft>
                <a:spcPts val="0"/>
              </a:spcAft>
              <a:buClr>
                <a:srgbClr val="000000"/>
              </a:buClr>
              <a:buSzPts val="2400"/>
              <a:buChar char="•"/>
            </a:pPr>
            <a:r>
              <a:rPr lang="en-US" sz="2400">
                <a:solidFill>
                  <a:srgbClr val="000000"/>
                </a:solidFill>
                <a:uFillTx/>
              </a:rPr>
              <a:t>FIPS mode</a:t>
            </a:r>
            <a:endParaRPr sz="2400">
              <a:solidFill>
                <a:srgbClr val="000000"/>
              </a:solidFill>
              <a:uFillTx/>
            </a:endParaRPr>
          </a:p>
          <a:p>
            <a:pPr marL="457200" lvl="1" indent="-254000" algn="l" rtl="0">
              <a:lnSpc>
                <a:spcPct val="115000"/>
              </a:lnSpc>
              <a:spcBef>
                <a:spcPts val="500"/>
              </a:spcBef>
              <a:spcAft>
                <a:spcPts val="0"/>
              </a:spcAft>
              <a:buClr>
                <a:srgbClr val="000000"/>
              </a:buClr>
              <a:buSzPts val="2400"/>
              <a:buChar char="•"/>
            </a:pPr>
            <a:r>
              <a:rPr lang="en-US" sz="2400">
                <a:solidFill>
                  <a:srgbClr val="000000"/>
                </a:solidFill>
                <a:uFillTx/>
              </a:rPr>
              <a:t>Roles</a:t>
            </a:r>
            <a:endParaRPr sz="2400">
              <a:solidFill>
                <a:srgbClr val="000000"/>
              </a:solidFill>
              <a:uFillT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OS/Cloud Security</a:t>
            </a:r>
            <a:endParaRPr>
              <a:uFillTx/>
            </a:endParaRPr>
          </a:p>
        </p:txBody>
      </p:sp>
      <p:sp>
        <p:nvSpPr>
          <p:cNvPr id="132" name="Google Shape;132;p25"/>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5</a:t>
            </a:fld>
            <a:endParaRPr>
              <a:uFillTx/>
            </a:endParaRPr>
          </a:p>
        </p:txBody>
      </p:sp>
      <p:sp>
        <p:nvSpPr>
          <p:cNvPr id="133" name="Google Shape;133;p25"/>
          <p:cNvSpPr txBox="1">
            <a:spLocks noGrp="1"/>
          </p:cNvSpPr>
          <p:nvPr>
            <p:ph type="body" idx="1"/>
          </p:nvPr>
        </p:nvSpPr>
        <p:spPr>
          <a:xfrm>
            <a:off x="831850" y="3851541"/>
            <a:ext cx="10515600" cy="1500300"/>
          </a:xfrm>
          <a:prstGeom prst="rect">
            <a:avLst/>
          </a:prstGeom>
        </p:spPr>
        <p:txBody>
          <a:bodyPr spcFirstLastPara="1" wrap="square" lIns="45700" tIns="22875" rIns="45700" bIns="22875" anchor="t" anchorCtr="0">
            <a:noAutofit/>
          </a:bodyPr>
          <a:lstStyle/>
          <a:p>
            <a:pPr marL="0" lvl="0" indent="0" algn="r" rtl="0">
              <a:spcBef>
                <a:spcPts val="500"/>
              </a:spcBef>
              <a:spcAft>
                <a:spcPts val="0"/>
              </a:spcAft>
              <a:buNone/>
            </a:pPr>
            <a:endParaRPr>
              <a:uFillTx/>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6"/>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OS/Cloud Security</a:t>
            </a:r>
            <a:endParaRPr>
              <a:uFillTx/>
            </a:endParaRPr>
          </a:p>
        </p:txBody>
      </p:sp>
      <p:sp>
        <p:nvSpPr>
          <p:cNvPr id="139" name="Google Shape;139;p26"/>
          <p:cNvSpPr txBox="1">
            <a:spLocks noGrp="1"/>
          </p:cNvSpPr>
          <p:nvPr>
            <p:ph type="body" idx="1"/>
          </p:nvPr>
        </p:nvSpPr>
        <p:spPr>
          <a:xfrm>
            <a:off x="762000" y="1749425"/>
            <a:ext cx="10515600" cy="4351200"/>
          </a:xfrm>
          <a:prstGeom prst="rect">
            <a:avLst/>
          </a:prstGeom>
          <a:noFill/>
          <a:ln>
            <a:noFill/>
          </a:ln>
        </p:spPr>
        <p:txBody>
          <a:bodyPr spcFirstLastPara="1" wrap="square" lIns="91425" tIns="45700" rIns="91425" bIns="45700" anchor="t" anchorCtr="0">
            <a:noAutofit/>
          </a:bodyPr>
          <a:lstStyle/>
          <a:p>
            <a:pPr marL="342900" lvl="0" indent="-342900" algn="l" rtl="0">
              <a:lnSpc>
                <a:spcPct val="115000"/>
              </a:lnSpc>
              <a:spcBef>
                <a:spcPts val="0"/>
              </a:spcBef>
              <a:spcAft>
                <a:spcPts val="0"/>
              </a:spcAft>
              <a:buClr>
                <a:schemeClr val="dk1"/>
              </a:buClr>
              <a:buSzPts val="2400"/>
              <a:buFont typeface="Arial"/>
              <a:buChar char="•"/>
            </a:pPr>
            <a:r>
              <a:rPr lang="en-US">
                <a:uFillTx/>
              </a:rPr>
              <a:t>Uninstall services that are not used</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Do not run compilers</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Firewalls</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Block internet access</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Disable remote root login</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Use of SSH Key</a:t>
            </a:r>
            <a:endParaRPr>
              <a:uFillTx/>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OS/Cloud Security</a:t>
            </a:r>
            <a:endParaRPr>
              <a:uFillTx/>
            </a:endParaRPr>
          </a:p>
        </p:txBody>
      </p:sp>
      <p:sp>
        <p:nvSpPr>
          <p:cNvPr id="145" name="Google Shape;145;p27"/>
          <p:cNvSpPr txBox="1">
            <a:spLocks noGrp="1"/>
          </p:cNvSpPr>
          <p:nvPr>
            <p:ph type="body" idx="1"/>
          </p:nvPr>
        </p:nvSpPr>
        <p:spPr>
          <a:xfrm>
            <a:off x="762000" y="1749425"/>
            <a:ext cx="10515600" cy="4351200"/>
          </a:xfrm>
          <a:prstGeom prst="rect">
            <a:avLst/>
          </a:prstGeom>
          <a:noFill/>
          <a:ln>
            <a:noFill/>
          </a:ln>
        </p:spPr>
        <p:txBody>
          <a:bodyPr spcFirstLastPara="1" wrap="square" lIns="91425" tIns="45700" rIns="91425" bIns="45700" anchor="t" anchorCtr="0">
            <a:noAutofit/>
          </a:bodyPr>
          <a:lstStyle/>
          <a:p>
            <a:pPr marL="342900" lvl="0" indent="-342900" algn="l" rtl="0">
              <a:lnSpc>
                <a:spcPct val="115000"/>
              </a:lnSpc>
              <a:spcBef>
                <a:spcPts val="0"/>
              </a:spcBef>
              <a:spcAft>
                <a:spcPts val="0"/>
              </a:spcAft>
              <a:buClr>
                <a:schemeClr val="dk1"/>
              </a:buClr>
              <a:buSzPts val="2400"/>
              <a:buFont typeface="Arial"/>
              <a:buChar char="•"/>
            </a:pPr>
            <a:r>
              <a:rPr lang="en-US">
                <a:uFillTx/>
              </a:rPr>
              <a:t>Use of Amazon Virtual Private Cloud (VPC)</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Use AWS Identity and Access Management (IAM) policies</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Use security groups</a:t>
            </a:r>
            <a:endParaRPr>
              <a:uFillTx/>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8"/>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OS/Cloud Security</a:t>
            </a:r>
            <a:endParaRPr>
              <a:uFillTx/>
            </a:endParaRPr>
          </a:p>
        </p:txBody>
      </p:sp>
      <p:pic>
        <p:nvPicPr>
          <p:cNvPr id="151" name="Google Shape;151;p28"/>
          <p:cNvPicPr preferRelativeResize="0"/>
          <p:nvPr/>
        </p:nvPicPr>
        <p:blipFill>
          <a:blip r:embed="rId3"/>
          <a:stretch>
            <a:fillRect/>
          </a:stretch>
        </p:blipFill>
        <p:spPr>
          <a:xfrm>
            <a:off x="396864" y="1730675"/>
            <a:ext cx="11795137" cy="4516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OS/Cloud Security</a:t>
            </a:r>
            <a:endParaRPr>
              <a:uFillTx/>
            </a:endParaRPr>
          </a:p>
        </p:txBody>
      </p:sp>
      <p:pic>
        <p:nvPicPr>
          <p:cNvPr id="157" name="Google Shape;157;p29"/>
          <p:cNvPicPr preferRelativeResize="0"/>
          <p:nvPr/>
        </p:nvPicPr>
        <p:blipFill>
          <a:blip r:embed="rId3"/>
          <a:stretch>
            <a:fillRect/>
          </a:stretch>
        </p:blipFill>
        <p:spPr>
          <a:xfrm>
            <a:off x="775450" y="1113590"/>
            <a:ext cx="10279438" cy="512733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OS/Cloud Security</a:t>
            </a:r>
            <a:endParaRPr>
              <a:uFillTx/>
            </a:endParaRPr>
          </a:p>
        </p:txBody>
      </p:sp>
      <p:pic>
        <p:nvPicPr>
          <p:cNvPr id="163" name="Google Shape;163;p30"/>
          <p:cNvPicPr preferRelativeResize="0"/>
          <p:nvPr/>
        </p:nvPicPr>
        <p:blipFill>
          <a:blip r:embed="rId3"/>
          <a:stretch>
            <a:fillRect/>
          </a:stretch>
        </p:blipFill>
        <p:spPr>
          <a:xfrm>
            <a:off x="152400" y="1806865"/>
            <a:ext cx="11887199" cy="26636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1"/>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SSL</a:t>
            </a:r>
            <a:endParaRPr>
              <a:uFillTx/>
            </a:endParaRPr>
          </a:p>
        </p:txBody>
      </p:sp>
      <p:sp>
        <p:nvSpPr>
          <p:cNvPr id="169" name="Google Shape;169;p31"/>
          <p:cNvSpPr txBox="1">
            <a:spLocks noGrp="1"/>
          </p:cNvSpPr>
          <p:nvPr>
            <p:ph type="body" idx="1"/>
          </p:nvPr>
        </p:nvSpPr>
        <p:spPr>
          <a:xfrm>
            <a:off x="831850" y="3851541"/>
            <a:ext cx="10515600" cy="1500300"/>
          </a:xfrm>
          <a:prstGeom prst="rect">
            <a:avLst/>
          </a:prstGeom>
          <a:noFill/>
          <a:ln>
            <a:noFill/>
          </a:ln>
          <a:effectLst>
            <a:outerShdw dist="12700" dir="16200000" algn="tl" rotWithShape="0">
              <a:srgbClr val="000000">
                <a:alpha val="18823"/>
              </a:srgbClr>
            </a:outerShdw>
          </a:effectLst>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dk1"/>
              </a:buClr>
              <a:buSzPts val="1800"/>
              <a:buFont typeface="Arial"/>
              <a:buNone/>
            </a:pPr>
            <a:endParaRPr>
              <a:uFillTx/>
            </a:endParaRPr>
          </a:p>
        </p:txBody>
      </p:sp>
      <p:sp>
        <p:nvSpPr>
          <p:cNvPr id="170" name="Google Shape;170;p31"/>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11</a:t>
            </a:fld>
            <a:endParaRPr>
              <a:uFillTx/>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2"/>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SSL</a:t>
            </a:r>
            <a:endParaRPr>
              <a:uFillTx/>
              <a:latin typeface="Arial"/>
              <a:ea typeface="Arial"/>
              <a:cs typeface="Arial"/>
              <a:sym typeface="Arial"/>
            </a:endParaRPr>
          </a:p>
        </p:txBody>
      </p:sp>
      <p:sp>
        <p:nvSpPr>
          <p:cNvPr id="176" name="Google Shape;176;p32"/>
          <p:cNvSpPr txBox="1">
            <a:spLocks noGrp="1"/>
          </p:cNvSpPr>
          <p:nvPr>
            <p:ph type="body" idx="1"/>
          </p:nvPr>
        </p:nvSpPr>
        <p:spPr>
          <a:xfrm>
            <a:off x="762000" y="1749425"/>
            <a:ext cx="10515600" cy="43512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rgbClr val="000000"/>
              </a:buClr>
              <a:buSzPts val="2400"/>
              <a:buChar char="•"/>
            </a:pPr>
            <a:r>
              <a:rPr lang="en-US" b="0">
                <a:solidFill>
                  <a:srgbClr val="000000"/>
                </a:solidFill>
                <a:uFillTx/>
                <a:latin typeface="Arial"/>
                <a:ea typeface="Arial"/>
                <a:cs typeface="Arial"/>
                <a:sym typeface="Arial"/>
              </a:rPr>
              <a:t>Move information over a network in a secure fashion</a:t>
            </a:r>
            <a:endParaRPr b="0">
              <a:solidFill>
                <a:srgbClr val="000000"/>
              </a:solidFill>
              <a:uFillTx/>
              <a:latin typeface="Arial"/>
              <a:ea typeface="Arial"/>
              <a:cs typeface="Arial"/>
              <a:sym typeface="Arial"/>
            </a:endParaRPr>
          </a:p>
          <a:p>
            <a:pPr marL="342900" lvl="0" indent="-342900" algn="l" rtl="0">
              <a:lnSpc>
                <a:spcPct val="90000"/>
              </a:lnSpc>
              <a:spcBef>
                <a:spcPts val="1100"/>
              </a:spcBef>
              <a:spcAft>
                <a:spcPts val="0"/>
              </a:spcAft>
              <a:buClr>
                <a:srgbClr val="000000"/>
              </a:buClr>
              <a:buSzPts val="2400"/>
              <a:buChar char="•"/>
            </a:pPr>
            <a:r>
              <a:rPr lang="en-US" b="0">
                <a:solidFill>
                  <a:srgbClr val="000000"/>
                </a:solidFill>
                <a:uFillTx/>
                <a:latin typeface="Arial"/>
                <a:ea typeface="Arial"/>
                <a:cs typeface="Arial"/>
                <a:sym typeface="Arial"/>
              </a:rPr>
              <a:t>SSL provides an way to cryptograph the data</a:t>
            </a:r>
            <a:endParaRPr b="0">
              <a:solidFill>
                <a:srgbClr val="000000"/>
              </a:solidFill>
              <a:uFillTx/>
              <a:latin typeface="Arial"/>
              <a:ea typeface="Arial"/>
              <a:cs typeface="Arial"/>
              <a:sym typeface="Arial"/>
            </a:endParaRPr>
          </a:p>
          <a:p>
            <a:pPr marL="342900" lvl="0" indent="-342900" algn="l" rtl="0">
              <a:lnSpc>
                <a:spcPct val="90000"/>
              </a:lnSpc>
              <a:spcBef>
                <a:spcPts val="1100"/>
              </a:spcBef>
              <a:spcAft>
                <a:spcPts val="0"/>
              </a:spcAft>
              <a:buClr>
                <a:srgbClr val="000000"/>
              </a:buClr>
              <a:buSzPts val="2400"/>
              <a:buChar char="•"/>
            </a:pPr>
            <a:r>
              <a:rPr lang="en-US" b="0">
                <a:solidFill>
                  <a:srgbClr val="000000"/>
                </a:solidFill>
                <a:uFillTx/>
                <a:latin typeface="Arial"/>
                <a:ea typeface="Arial"/>
                <a:cs typeface="Arial"/>
                <a:sym typeface="Arial"/>
              </a:rPr>
              <a:t>Default for MySQL 5.7 or higher</a:t>
            </a:r>
            <a:endParaRPr b="0">
              <a:solidFill>
                <a:srgbClr val="000000"/>
              </a:solidFill>
              <a:uFillTx/>
              <a:latin typeface="Arial"/>
              <a:ea typeface="Arial"/>
              <a:cs typeface="Arial"/>
              <a:sym typeface="Arial"/>
            </a:endParaRPr>
          </a:p>
          <a:p>
            <a:pPr marL="342900" lvl="0" indent="-342900" algn="l" rtl="0">
              <a:lnSpc>
                <a:spcPct val="90000"/>
              </a:lnSpc>
              <a:spcBef>
                <a:spcPts val="1100"/>
              </a:spcBef>
              <a:spcAft>
                <a:spcPts val="0"/>
              </a:spcAft>
              <a:buClr>
                <a:srgbClr val="000000"/>
              </a:buClr>
              <a:buSzPts val="2400"/>
              <a:buChar char="•"/>
            </a:pPr>
            <a:r>
              <a:rPr lang="en-US" b="0">
                <a:solidFill>
                  <a:srgbClr val="000000"/>
                </a:solidFill>
                <a:uFillTx/>
                <a:latin typeface="Arial"/>
                <a:ea typeface="Arial"/>
                <a:cs typeface="Arial"/>
                <a:sym typeface="Arial"/>
              </a:rPr>
              <a:t>Certificates</a:t>
            </a:r>
            <a:endParaRPr b="0">
              <a:solidFill>
                <a:srgbClr val="000000"/>
              </a:solidFill>
              <a:uFillTx/>
              <a:latin typeface="Arial"/>
              <a:ea typeface="Arial"/>
              <a:cs typeface="Arial"/>
              <a:sym typeface="Arial"/>
            </a:endParaRPr>
          </a:p>
          <a:p>
            <a:pPr marL="800100" lvl="1" indent="-355600" algn="l" rtl="0">
              <a:lnSpc>
                <a:spcPct val="90000"/>
              </a:lnSpc>
              <a:spcBef>
                <a:spcPts val="500"/>
              </a:spcBef>
              <a:spcAft>
                <a:spcPts val="0"/>
              </a:spcAft>
              <a:buClr>
                <a:srgbClr val="000000"/>
              </a:buClr>
              <a:buSzPts val="2400"/>
              <a:buFont typeface="Arial"/>
              <a:buChar char="•"/>
            </a:pPr>
            <a:r>
              <a:rPr lang="en-US" sz="2400">
                <a:solidFill>
                  <a:srgbClr val="000000"/>
                </a:solidFill>
                <a:uFillTx/>
                <a:latin typeface="Arial"/>
                <a:ea typeface="Arial"/>
                <a:cs typeface="Arial"/>
                <a:sym typeface="Arial"/>
              </a:rPr>
              <a:t>MySQL 5.7</a:t>
            </a:r>
            <a:endParaRPr sz="2400">
              <a:solidFill>
                <a:srgbClr val="000000"/>
              </a:solidFill>
              <a:uFillTx/>
              <a:latin typeface="Arial"/>
              <a:ea typeface="Arial"/>
              <a:cs typeface="Arial"/>
              <a:sym typeface="Arial"/>
            </a:endParaRPr>
          </a:p>
          <a:p>
            <a:pPr marL="1155700" lvl="2" indent="-393700" algn="l" rtl="0">
              <a:lnSpc>
                <a:spcPct val="90000"/>
              </a:lnSpc>
              <a:spcBef>
                <a:spcPts val="500"/>
              </a:spcBef>
              <a:spcAft>
                <a:spcPts val="0"/>
              </a:spcAft>
              <a:buClr>
                <a:srgbClr val="000000"/>
              </a:buClr>
              <a:buSzPts val="2400"/>
              <a:buFont typeface="Courier New"/>
              <a:buChar char="•"/>
            </a:pPr>
            <a:r>
              <a:rPr lang="en-US" sz="2400" i="0">
                <a:solidFill>
                  <a:srgbClr val="000000"/>
                </a:solidFill>
                <a:uFillTx/>
                <a:latin typeface="Courier New"/>
                <a:ea typeface="Courier New"/>
                <a:cs typeface="Courier New"/>
                <a:sym typeface="Courier New"/>
              </a:rPr>
              <a:t>mysql_ssl_rsa_setup</a:t>
            </a:r>
            <a:endParaRPr sz="2400" i="0">
              <a:solidFill>
                <a:srgbClr val="000000"/>
              </a:solidFill>
              <a:uFillTx/>
              <a:latin typeface="Courier New"/>
              <a:ea typeface="Courier New"/>
              <a:cs typeface="Courier New"/>
              <a:sym typeface="Courier New"/>
            </a:endParaRPr>
          </a:p>
          <a:p>
            <a:pPr marL="800100" lvl="1" indent="-355600" algn="l" rtl="0">
              <a:lnSpc>
                <a:spcPct val="90000"/>
              </a:lnSpc>
              <a:spcBef>
                <a:spcPts val="500"/>
              </a:spcBef>
              <a:spcAft>
                <a:spcPts val="0"/>
              </a:spcAft>
              <a:buClr>
                <a:srgbClr val="000000"/>
              </a:buClr>
              <a:buSzPts val="2400"/>
              <a:buFont typeface="Arial"/>
              <a:buChar char="•"/>
            </a:pPr>
            <a:r>
              <a:rPr lang="en-US" sz="2400">
                <a:solidFill>
                  <a:srgbClr val="000000"/>
                </a:solidFill>
                <a:uFillTx/>
                <a:latin typeface="Arial"/>
                <a:ea typeface="Arial"/>
                <a:cs typeface="Arial"/>
                <a:sym typeface="Arial"/>
              </a:rPr>
              <a:t>MySQL 5.6</a:t>
            </a:r>
            <a:endParaRPr sz="2400">
              <a:solidFill>
                <a:srgbClr val="000000"/>
              </a:solidFill>
              <a:uFillTx/>
              <a:latin typeface="Arial"/>
              <a:ea typeface="Arial"/>
              <a:cs typeface="Arial"/>
              <a:sym typeface="Arial"/>
            </a:endParaRPr>
          </a:p>
          <a:p>
            <a:pPr marL="1155700" lvl="2" indent="-393700" algn="l" rtl="0">
              <a:lnSpc>
                <a:spcPct val="90000"/>
              </a:lnSpc>
              <a:spcBef>
                <a:spcPts val="500"/>
              </a:spcBef>
              <a:spcAft>
                <a:spcPts val="0"/>
              </a:spcAft>
              <a:buClr>
                <a:srgbClr val="000000"/>
              </a:buClr>
              <a:buSzPts val="2400"/>
              <a:buFont typeface="Courier New"/>
              <a:buChar char="•"/>
            </a:pPr>
            <a:r>
              <a:rPr lang="en-US" sz="2400" i="0">
                <a:solidFill>
                  <a:srgbClr val="000000"/>
                </a:solidFill>
                <a:uFillTx/>
                <a:latin typeface="Courier New"/>
                <a:ea typeface="Courier New"/>
                <a:cs typeface="Courier New"/>
                <a:sym typeface="Courier New"/>
              </a:rPr>
              <a:t>openssl</a:t>
            </a:r>
            <a:endParaRPr sz="2400" i="0">
              <a:solidFill>
                <a:srgbClr val="000000"/>
              </a:solidFill>
              <a:uFillTx/>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3"/>
          <p:cNvSpPr txBox="1">
            <a:spLocks noGrp="1"/>
          </p:cNvSpPr>
          <p:nvPr>
            <p:ph type="body" idx="1"/>
          </p:nvPr>
        </p:nvSpPr>
        <p:spPr>
          <a:xfrm>
            <a:off x="838200" y="1771136"/>
            <a:ext cx="10515600" cy="41727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mysql &gt; show global variables like '%ssl%';</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Variable_name | Value           |</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have_openssl  | YES             |</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have_ssl      | YES             |</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ssl_ca        | ca.pem          |</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ssl_capath    |                 |</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ssl_cert      | server-cert.pem |</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ssl_cipher    |                 |</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ssl_crl       |                 |</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ssl_crlpath   |                 |</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ssl_key       | server-key.pem  |</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a:t>
            </a:r>
            <a:endParaRPr sz="18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9 rows in set (0.03 sec)</a:t>
            </a:r>
            <a:endParaRPr sz="1800" b="0">
              <a:solidFill>
                <a:srgbClr val="000000"/>
              </a:solidFill>
              <a:uFillTx/>
              <a:latin typeface="Courier New"/>
              <a:ea typeface="Courier New"/>
              <a:cs typeface="Courier New"/>
              <a:sym typeface="Courier New"/>
            </a:endParaRPr>
          </a:p>
        </p:txBody>
      </p:sp>
      <p:sp>
        <p:nvSpPr>
          <p:cNvPr id="182" name="Google Shape;182;p33"/>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SSL</a:t>
            </a:r>
            <a:endParaRPr>
              <a:uFillTx/>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4"/>
          <p:cNvSpPr txBox="1">
            <a:spLocks/>
          </p:cNvSpPr>
          <p:nvPr/>
        </p:nvSpPr>
        <p:spPr>
          <a:xfrm>
            <a:off x="812800" y="1730376"/>
            <a:ext cx="11003100" cy="4666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600"/>
              <a:buFont typeface="Arial"/>
              <a:buNone/>
            </a:pPr>
            <a:r>
              <a:rPr lang="en-US" sz="1900">
                <a:uFillTx/>
                <a:latin typeface="Courier New"/>
                <a:ea typeface="Courier New"/>
                <a:cs typeface="Courier New"/>
                <a:sym typeface="Courier New"/>
              </a:rPr>
              <a:t>mysql: root@localhost ((none)) GRANT ALL PRIVILEGES ON *.* TO 'ssluser'@'%' IDENTIFIED BY 'sekret' REQUIRE SSL;</a:t>
            </a:r>
            <a:endParaRPr sz="1900">
              <a:uFillTx/>
              <a:latin typeface="Courier New"/>
              <a:ea typeface="Courier New"/>
              <a:cs typeface="Courier New"/>
              <a:sym typeface="Courier New"/>
            </a:endParaRPr>
          </a:p>
          <a:p>
            <a:pPr marL="0" marR="0" lvl="0" indent="0" algn="l" rtl="0">
              <a:lnSpc>
                <a:spcPct val="90000"/>
              </a:lnSpc>
              <a:spcBef>
                <a:spcPts val="1100"/>
              </a:spcBef>
              <a:spcAft>
                <a:spcPts val="0"/>
              </a:spcAft>
              <a:buClr>
                <a:schemeClr val="dk1"/>
              </a:buClr>
              <a:buSzPts val="1600"/>
              <a:buFont typeface="Arial"/>
              <a:buNone/>
            </a:pPr>
            <a:r>
              <a:rPr lang="en-US" sz="1900">
                <a:uFillTx/>
                <a:latin typeface="Courier New"/>
                <a:ea typeface="Courier New"/>
                <a:cs typeface="Courier New"/>
                <a:sym typeface="Courier New"/>
              </a:rPr>
              <a:t>Query OK, 0 rows affected, 1 warning (0.00 sec) Query OK, 0 rows affected (0.01 sec)</a:t>
            </a:r>
            <a:endParaRPr sz="1900">
              <a:uFillTx/>
              <a:latin typeface="Courier New"/>
              <a:ea typeface="Courier New"/>
              <a:cs typeface="Courier New"/>
              <a:sym typeface="Courier New"/>
            </a:endParaRPr>
          </a:p>
          <a:p>
            <a:pPr marL="0" marR="0" lvl="0" indent="0" algn="l" rtl="0">
              <a:lnSpc>
                <a:spcPct val="90000"/>
              </a:lnSpc>
              <a:spcBef>
                <a:spcPts val="1100"/>
              </a:spcBef>
              <a:spcAft>
                <a:spcPts val="0"/>
              </a:spcAft>
              <a:buClr>
                <a:schemeClr val="dk1"/>
              </a:buClr>
              <a:buSzPts val="1600"/>
              <a:buFont typeface="Arial"/>
              <a:buNone/>
            </a:pPr>
            <a:endParaRPr sz="1900">
              <a:uFillTx/>
              <a:latin typeface="Courier New"/>
              <a:ea typeface="Courier New"/>
              <a:cs typeface="Courier New"/>
              <a:sym typeface="Courier New"/>
            </a:endParaRPr>
          </a:p>
          <a:p>
            <a:pPr marL="0" marR="0" lvl="0" indent="0" algn="l" rtl="0">
              <a:lnSpc>
                <a:spcPct val="90000"/>
              </a:lnSpc>
              <a:spcBef>
                <a:spcPts val="1100"/>
              </a:spcBef>
              <a:spcAft>
                <a:spcPts val="0"/>
              </a:spcAft>
              <a:buClr>
                <a:schemeClr val="dk1"/>
              </a:buClr>
              <a:buSzPts val="1600"/>
              <a:buFont typeface="Arial"/>
              <a:buNone/>
            </a:pPr>
            <a:r>
              <a:rPr lang="en-US" sz="1900">
                <a:uFillTx/>
                <a:latin typeface="Courier New"/>
                <a:ea typeface="Courier New"/>
                <a:cs typeface="Courier New"/>
                <a:sym typeface="Courier New"/>
              </a:rPr>
              <a:t>[root@node1 ~]# mysql -ussluser -psekret --ssl-cert=/var/lib/mysql/client-cert.pem --ssl-key=/var/lib/mysql/client-key.pem --ssl-ca=/var/lib/mysql/ca.pem -h 127.0.0.1 -P 3306 -e "</a:t>
            </a:r>
            <a:r>
              <a:rPr lang="en-US" sz="1900" b="1">
                <a:uFillTx/>
                <a:latin typeface="Courier New"/>
                <a:ea typeface="Courier New"/>
                <a:cs typeface="Courier New"/>
                <a:sym typeface="Courier New"/>
              </a:rPr>
              <a:t>\s</a:t>
            </a:r>
            <a:r>
              <a:rPr lang="en-US" sz="1900">
                <a:uFillTx/>
                <a:latin typeface="Courier New"/>
                <a:ea typeface="Courier New"/>
                <a:cs typeface="Courier New"/>
                <a:sym typeface="Courier New"/>
              </a:rPr>
              <a:t>"| grep SSL</a:t>
            </a:r>
            <a:endParaRPr sz="1900">
              <a:uFillTx/>
              <a:latin typeface="Courier New"/>
              <a:ea typeface="Courier New"/>
              <a:cs typeface="Courier New"/>
              <a:sym typeface="Courier New"/>
            </a:endParaRPr>
          </a:p>
          <a:p>
            <a:pPr marL="0" marR="0" lvl="0" indent="0" algn="l" rtl="0">
              <a:lnSpc>
                <a:spcPct val="90000"/>
              </a:lnSpc>
              <a:spcBef>
                <a:spcPts val="1100"/>
              </a:spcBef>
              <a:spcAft>
                <a:spcPts val="0"/>
              </a:spcAft>
              <a:buClr>
                <a:schemeClr val="dk1"/>
              </a:buClr>
              <a:buSzPts val="1600"/>
              <a:buFont typeface="Arial"/>
              <a:buNone/>
            </a:pPr>
            <a:r>
              <a:rPr lang="en-US" sz="1900">
                <a:uFillTx/>
                <a:latin typeface="Courier New"/>
                <a:ea typeface="Courier New"/>
                <a:cs typeface="Courier New"/>
                <a:sym typeface="Courier New"/>
              </a:rPr>
              <a:t>mysql: [Warning] Using a password on the command line interface can be insecure.</a:t>
            </a:r>
            <a:endParaRPr sz="1900">
              <a:uFillTx/>
              <a:latin typeface="Courier New"/>
              <a:ea typeface="Courier New"/>
              <a:cs typeface="Courier New"/>
              <a:sym typeface="Courier New"/>
            </a:endParaRPr>
          </a:p>
          <a:p>
            <a:pPr marL="0" marR="0" lvl="0" indent="0" algn="l" rtl="0">
              <a:lnSpc>
                <a:spcPct val="90000"/>
              </a:lnSpc>
              <a:spcBef>
                <a:spcPts val="1100"/>
              </a:spcBef>
              <a:spcAft>
                <a:spcPts val="0"/>
              </a:spcAft>
              <a:buClr>
                <a:schemeClr val="dk1"/>
              </a:buClr>
              <a:buSzPts val="1600"/>
              <a:buFont typeface="Arial"/>
              <a:buNone/>
            </a:pPr>
            <a:r>
              <a:rPr lang="en-US" sz="1900">
                <a:uFillTx/>
                <a:latin typeface="Courier New"/>
                <a:ea typeface="Courier New"/>
                <a:cs typeface="Courier New"/>
                <a:sym typeface="Courier New"/>
              </a:rPr>
              <a:t>SSL:			Cipher in use is ECDHE-RSA-AES128-GCM-SHA256</a:t>
            </a:r>
            <a:endParaRPr sz="1900">
              <a:uFillTx/>
              <a:latin typeface="Courier New"/>
              <a:ea typeface="Courier New"/>
              <a:cs typeface="Courier New"/>
              <a:sym typeface="Courier New"/>
            </a:endParaRPr>
          </a:p>
          <a:p>
            <a:pPr marL="0" marR="0" lvl="0" indent="0" algn="l" rtl="0">
              <a:lnSpc>
                <a:spcPct val="90000"/>
              </a:lnSpc>
              <a:spcBef>
                <a:spcPts val="1100"/>
              </a:spcBef>
              <a:spcAft>
                <a:spcPts val="0"/>
              </a:spcAft>
              <a:buClr>
                <a:schemeClr val="dk1"/>
              </a:buClr>
              <a:buSzPts val="2400"/>
              <a:buFont typeface="Arial"/>
              <a:buNone/>
            </a:pPr>
            <a:endParaRPr sz="1900">
              <a:uFillTx/>
              <a:latin typeface="Courier New"/>
              <a:ea typeface="Courier New"/>
              <a:cs typeface="Courier New"/>
              <a:sym typeface="Courier New"/>
            </a:endParaRPr>
          </a:p>
        </p:txBody>
      </p:sp>
      <p:sp>
        <p:nvSpPr>
          <p:cNvPr id="188" name="Google Shape;188;p34"/>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SSL</a:t>
            </a:r>
            <a:endParaRPr>
              <a:uFillTx/>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5"/>
          <p:cNvSpPr txBox="1">
            <a:spLocks/>
          </p:cNvSpPr>
          <p:nvPr/>
        </p:nvSpPr>
        <p:spPr>
          <a:xfrm>
            <a:off x="838192" y="1639467"/>
            <a:ext cx="11003100" cy="4351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100"/>
              </a:spcBef>
              <a:spcAft>
                <a:spcPts val="0"/>
              </a:spcAft>
              <a:buClr>
                <a:schemeClr val="dk1"/>
              </a:buClr>
              <a:buSzPts val="2400"/>
              <a:buFont typeface="Arial"/>
              <a:buNone/>
            </a:pPr>
            <a:r>
              <a:rPr lang="en-US" sz="2400">
                <a:uFillTx/>
              </a:rPr>
              <a:t>It is also possible to set </a:t>
            </a:r>
            <a:r>
              <a:rPr lang="en-US" sz="2400">
                <a:uFillTx/>
                <a:latin typeface="Courier New"/>
                <a:ea typeface="Courier New"/>
                <a:cs typeface="Courier New"/>
                <a:sym typeface="Courier New"/>
              </a:rPr>
              <a:t>ssl-mode</a:t>
            </a:r>
            <a:r>
              <a:rPr lang="en-US" sz="2400">
                <a:uFillTx/>
              </a:rPr>
              <a:t> to ensure that all connections use SSL. This option is available only for client programs, not the server. </a:t>
            </a:r>
            <a:endParaRPr sz="2400">
              <a:uFillTx/>
            </a:endParaRPr>
          </a:p>
          <a:p>
            <a:pPr marL="0" marR="0" lvl="0" indent="0" algn="l" rtl="0">
              <a:lnSpc>
                <a:spcPct val="90000"/>
              </a:lnSpc>
              <a:spcBef>
                <a:spcPts val="1100"/>
              </a:spcBef>
              <a:spcAft>
                <a:spcPts val="0"/>
              </a:spcAft>
              <a:buClr>
                <a:schemeClr val="dk1"/>
              </a:buClr>
              <a:buSzPts val="2400"/>
              <a:buFont typeface="Arial"/>
              <a:buNone/>
            </a:pPr>
            <a:endParaRPr sz="2400">
              <a:uFillTx/>
              <a:latin typeface="Courier New"/>
              <a:ea typeface="Courier New"/>
              <a:cs typeface="Courier New"/>
              <a:sym typeface="Courier New"/>
            </a:endParaRPr>
          </a:p>
          <a:p>
            <a:pPr marL="0" marR="0" lvl="0" indent="0" algn="l" rtl="0">
              <a:lnSpc>
                <a:spcPct val="90000"/>
              </a:lnSpc>
              <a:spcBef>
                <a:spcPts val="1100"/>
              </a:spcBef>
              <a:spcAft>
                <a:spcPts val="0"/>
              </a:spcAft>
              <a:buClr>
                <a:schemeClr val="dk1"/>
              </a:buClr>
              <a:buSzPts val="2400"/>
              <a:buFont typeface="Arial"/>
              <a:buNone/>
            </a:pPr>
            <a:r>
              <a:rPr lang="en-US" sz="2400">
                <a:uFillTx/>
                <a:latin typeface="Courier New"/>
                <a:ea typeface="Courier New"/>
                <a:cs typeface="Courier New"/>
                <a:sym typeface="Courier New"/>
              </a:rPr>
              <a:t>[client]</a:t>
            </a:r>
            <a:endParaRPr sz="2400">
              <a:uFillTx/>
              <a:latin typeface="Courier New"/>
              <a:ea typeface="Courier New"/>
              <a:cs typeface="Courier New"/>
              <a:sym typeface="Courier New"/>
            </a:endParaRPr>
          </a:p>
          <a:p>
            <a:pPr marL="0" marR="0" lvl="0" indent="0" algn="l" rtl="0">
              <a:lnSpc>
                <a:spcPct val="90000"/>
              </a:lnSpc>
              <a:spcBef>
                <a:spcPts val="1100"/>
              </a:spcBef>
              <a:spcAft>
                <a:spcPts val="0"/>
              </a:spcAft>
              <a:buClr>
                <a:schemeClr val="dk1"/>
              </a:buClr>
              <a:buSzPts val="2400"/>
              <a:buFont typeface="Arial"/>
              <a:buNone/>
            </a:pPr>
            <a:r>
              <a:rPr lang="en-US" sz="2400">
                <a:uFillTx/>
                <a:latin typeface="Courier New"/>
                <a:ea typeface="Courier New"/>
                <a:cs typeface="Courier New"/>
                <a:sym typeface="Courier New"/>
              </a:rPr>
              <a:t>ssl-mode=required</a:t>
            </a:r>
            <a:endParaRPr sz="2400">
              <a:uFillTx/>
              <a:latin typeface="Courier New"/>
              <a:ea typeface="Courier New"/>
              <a:cs typeface="Courier New"/>
              <a:sym typeface="Courier New"/>
            </a:endParaRPr>
          </a:p>
          <a:p>
            <a:pPr marL="0" marR="0" lvl="0" indent="0" algn="l" rtl="0">
              <a:lnSpc>
                <a:spcPct val="90000"/>
              </a:lnSpc>
              <a:spcBef>
                <a:spcPts val="1100"/>
              </a:spcBef>
              <a:spcAft>
                <a:spcPts val="0"/>
              </a:spcAft>
              <a:buClr>
                <a:schemeClr val="dk1"/>
              </a:buClr>
              <a:buSzPts val="2400"/>
              <a:buFont typeface="Arial"/>
              <a:buNone/>
            </a:pPr>
            <a:endParaRPr sz="1900">
              <a:uFillTx/>
              <a:latin typeface="Courier New"/>
              <a:ea typeface="Courier New"/>
              <a:cs typeface="Courier New"/>
              <a:sym typeface="Courier New"/>
            </a:endParaRPr>
          </a:p>
        </p:txBody>
      </p:sp>
      <p:sp>
        <p:nvSpPr>
          <p:cNvPr id="194" name="Google Shape;194;p35"/>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SSL</a:t>
            </a:r>
            <a:endParaRPr>
              <a:uFillTx/>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36"/>
          <p:cNvPicPr preferRelativeResize="0"/>
          <p:nvPr/>
        </p:nvPicPr>
        <p:blipFill>
          <a:blip r:embed="rId3"/>
          <a:stretch>
            <a:fillRect/>
          </a:stretch>
        </p:blipFill>
        <p:spPr>
          <a:xfrm>
            <a:off x="1950450" y="1090275"/>
            <a:ext cx="8465351" cy="5792800"/>
          </a:xfrm>
          <a:prstGeom prst="rect">
            <a:avLst/>
          </a:prstGeom>
          <a:noFill/>
          <a:ln>
            <a:noFill/>
          </a:ln>
        </p:spPr>
      </p:pic>
      <p:sp>
        <p:nvSpPr>
          <p:cNvPr id="200" name="Google Shape;200;p36"/>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SSL</a:t>
            </a:r>
            <a:endParaRPr>
              <a:uFillTx/>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7"/>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Password Management</a:t>
            </a:r>
            <a:endParaRPr>
              <a:uFillTx/>
            </a:endParaRPr>
          </a:p>
        </p:txBody>
      </p:sp>
      <p:sp>
        <p:nvSpPr>
          <p:cNvPr id="206" name="Google Shape;206;p37"/>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17</a:t>
            </a:fld>
            <a:endParaRPr>
              <a:uFillTx/>
            </a:endParaRPr>
          </a:p>
        </p:txBody>
      </p:sp>
      <p:sp>
        <p:nvSpPr>
          <p:cNvPr id="207" name="Google Shape;207;p37"/>
          <p:cNvSpPr txBox="1">
            <a:spLocks noGrp="1"/>
          </p:cNvSpPr>
          <p:nvPr>
            <p:ph type="body" idx="1"/>
          </p:nvPr>
        </p:nvSpPr>
        <p:spPr>
          <a:xfrm>
            <a:off x="831850" y="3851541"/>
            <a:ext cx="10515600" cy="1500300"/>
          </a:xfrm>
          <a:prstGeom prst="rect">
            <a:avLst/>
          </a:prstGeom>
        </p:spPr>
        <p:txBody>
          <a:bodyPr spcFirstLastPara="1" wrap="square" lIns="45700" tIns="22875" rIns="45700" bIns="22875" anchor="t" anchorCtr="0">
            <a:noAutofit/>
          </a:bodyPr>
          <a:lstStyle/>
          <a:p>
            <a:pPr marL="0" lvl="0" indent="0" algn="r" rtl="0">
              <a:spcBef>
                <a:spcPts val="500"/>
              </a:spcBef>
              <a:spcAft>
                <a:spcPts val="0"/>
              </a:spcAft>
              <a:buNone/>
            </a:pPr>
            <a:endParaRPr>
              <a:uFillTx/>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8"/>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Password Management</a:t>
            </a:r>
            <a:endParaRPr>
              <a:uFillTx/>
            </a:endParaRPr>
          </a:p>
        </p:txBody>
      </p:sp>
      <p:sp>
        <p:nvSpPr>
          <p:cNvPr id="213" name="Google Shape;213;p3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p>
            <a:pPr marL="342900" lvl="0" indent="-342900" algn="l" rtl="0">
              <a:lnSpc>
                <a:spcPct val="115000"/>
              </a:lnSpc>
              <a:spcBef>
                <a:spcPts val="0"/>
              </a:spcBef>
              <a:spcAft>
                <a:spcPts val="0"/>
              </a:spcAft>
              <a:buClr>
                <a:schemeClr val="dk1"/>
              </a:buClr>
              <a:buSzPts val="2400"/>
              <a:buFont typeface="Arial"/>
              <a:buChar char="•"/>
            </a:pPr>
            <a:r>
              <a:rPr lang="en-US">
                <a:uFillTx/>
              </a:rPr>
              <a:t>Password expiration</a:t>
            </a:r>
            <a:endParaRPr>
              <a:uFillTx/>
            </a:endParaRPr>
          </a:p>
          <a:p>
            <a:pPr marL="342900" lvl="0" indent="-342900" algn="l" rtl="0">
              <a:lnSpc>
                <a:spcPct val="115000"/>
              </a:lnSpc>
              <a:spcBef>
                <a:spcPts val="1000"/>
              </a:spcBef>
              <a:spcAft>
                <a:spcPts val="0"/>
              </a:spcAft>
              <a:buClr>
                <a:schemeClr val="dk1"/>
              </a:buClr>
              <a:buSzPts val="2400"/>
              <a:buFont typeface="Arial"/>
              <a:buChar char="•"/>
            </a:pPr>
            <a:r>
              <a:rPr lang="en-US">
                <a:uFillTx/>
              </a:rPr>
              <a:t>validate_password plugin</a:t>
            </a:r>
            <a:endParaRPr>
              <a:uFillTx/>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9"/>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Password Expiration</a:t>
            </a:r>
            <a:endParaRPr>
              <a:uFillTx/>
            </a:endParaRPr>
          </a:p>
        </p:txBody>
      </p:sp>
      <p:sp>
        <p:nvSpPr>
          <p:cNvPr id="219" name="Google Shape;219;p39"/>
          <p:cNvSpPr txBox="1">
            <a:spLocks noGrp="1"/>
          </p:cNvSpPr>
          <p:nvPr>
            <p:ph type="body" idx="1"/>
          </p:nvPr>
        </p:nvSpPr>
        <p:spPr>
          <a:xfrm>
            <a:off x="762000" y="1749425"/>
            <a:ext cx="10515600" cy="43512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400"/>
              <a:buFont typeface="Arial"/>
              <a:buChar char="•"/>
            </a:pPr>
            <a:r>
              <a:rPr lang="en-US">
                <a:uFillTx/>
              </a:rPr>
              <a:t>MySQL enables database administrators to expire account passwords manually, and to establish a policy for automatic password expiration. Expiration policy can be established globally, and individual accounts can be set to either defer to the global policy or override the global policy with specific per-account behavior.</a:t>
            </a:r>
            <a:endParaRPr>
              <a:uFillTx/>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0"/>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Password Expiration</a:t>
            </a:r>
            <a:endParaRPr>
              <a:uFillTx/>
            </a:endParaRPr>
          </a:p>
        </p:txBody>
      </p:sp>
      <p:sp>
        <p:nvSpPr>
          <p:cNvPr id="225" name="Google Shape;225;p40"/>
          <p:cNvSpPr txBox="1">
            <a:spLocks noGrp="1"/>
          </p:cNvSpPr>
          <p:nvPr>
            <p:ph type="body" idx="1"/>
          </p:nvPr>
        </p:nvSpPr>
        <p:spPr>
          <a:xfrm>
            <a:off x="838200" y="1749425"/>
            <a:ext cx="10515600" cy="4351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81B020"/>
              </a:buClr>
              <a:buSzPts val="2800"/>
              <a:buFont typeface="Arial"/>
              <a:buNone/>
            </a:pPr>
            <a:r>
              <a:rPr lang="en-US" b="1">
                <a:solidFill>
                  <a:srgbClr val="000000"/>
                </a:solidFill>
                <a:uFillTx/>
              </a:rPr>
              <a:t>Individual Accounts</a:t>
            </a:r>
            <a:endParaRPr b="1">
              <a:solidFill>
                <a:srgbClr val="000000"/>
              </a:solidFill>
              <a:uFillTx/>
            </a:endParaRPr>
          </a:p>
          <a:p>
            <a:pPr marL="0" marR="0" lvl="0" indent="0" algn="l" rtl="0">
              <a:lnSpc>
                <a:spcPct val="90000"/>
              </a:lnSpc>
              <a:spcBef>
                <a:spcPts val="1000"/>
              </a:spcBef>
              <a:spcAft>
                <a:spcPts val="0"/>
              </a:spcAft>
              <a:buClr>
                <a:schemeClr val="dk1"/>
              </a:buClr>
              <a:buSzPts val="2400"/>
              <a:buFont typeface="Arial"/>
              <a:buNone/>
            </a:pPr>
            <a:r>
              <a:rPr lang="en-US" sz="2200">
                <a:uFillTx/>
                <a:latin typeface="Courier New"/>
                <a:ea typeface="Courier New"/>
                <a:cs typeface="Courier New"/>
                <a:sym typeface="Courier New"/>
              </a:rPr>
              <a:t>mysql&gt; create user test_expired_user@localhost identified by 'Sekr$K1et' PASSWORD EXPIRE INTERVAL 1 day;</a:t>
            </a:r>
            <a:endParaRPr sz="2200">
              <a:uFillTx/>
              <a:latin typeface="Courier New"/>
              <a:ea typeface="Courier New"/>
              <a:cs typeface="Courier New"/>
              <a:sym typeface="Courier New"/>
            </a:endParaRPr>
          </a:p>
          <a:p>
            <a:pPr marL="0" marR="0" lvl="0" indent="0" algn="l" rtl="0">
              <a:lnSpc>
                <a:spcPct val="90000"/>
              </a:lnSpc>
              <a:spcBef>
                <a:spcPts val="1000"/>
              </a:spcBef>
              <a:spcAft>
                <a:spcPts val="0"/>
              </a:spcAft>
              <a:buClr>
                <a:schemeClr val="dk1"/>
              </a:buClr>
              <a:buSzPts val="2400"/>
              <a:buFont typeface="Arial"/>
              <a:buNone/>
            </a:pPr>
            <a:r>
              <a:rPr lang="en-US" sz="2200">
                <a:uFillTx/>
                <a:latin typeface="Courier New"/>
                <a:ea typeface="Courier New"/>
                <a:cs typeface="Courier New"/>
                <a:sym typeface="Courier New"/>
              </a:rPr>
              <a:t>Query OK, 0 rows affected (0.01 sec)</a:t>
            </a:r>
            <a:endParaRPr sz="2200">
              <a:uFillTx/>
              <a:latin typeface="Courier New"/>
              <a:ea typeface="Courier New"/>
              <a:cs typeface="Courier New"/>
              <a:sym typeface="Courier New"/>
            </a:endParaRPr>
          </a:p>
          <a:p>
            <a:pPr marL="0" marR="0" lvl="0" indent="0" algn="l" rtl="0">
              <a:lnSpc>
                <a:spcPct val="90000"/>
              </a:lnSpc>
              <a:spcBef>
                <a:spcPts val="1000"/>
              </a:spcBef>
              <a:spcAft>
                <a:spcPts val="0"/>
              </a:spcAft>
              <a:buClr>
                <a:schemeClr val="dk1"/>
              </a:buClr>
              <a:buSzPts val="2400"/>
              <a:buFont typeface="Arial"/>
              <a:buNone/>
            </a:pPr>
            <a:endParaRPr>
              <a:uFillTx/>
            </a:endParaRPr>
          </a:p>
          <a:p>
            <a:pPr marL="0" marR="0" lvl="0" indent="0" algn="l" rtl="0">
              <a:lnSpc>
                <a:spcPct val="90000"/>
              </a:lnSpc>
              <a:spcBef>
                <a:spcPts val="1000"/>
              </a:spcBef>
              <a:spcAft>
                <a:spcPts val="0"/>
              </a:spcAft>
              <a:buClr>
                <a:srgbClr val="81B020"/>
              </a:buClr>
              <a:buSzPts val="2800"/>
              <a:buFont typeface="Arial"/>
              <a:buNone/>
            </a:pPr>
            <a:r>
              <a:rPr lang="en-US" b="1">
                <a:solidFill>
                  <a:srgbClr val="000000"/>
                </a:solidFill>
                <a:uFillTx/>
              </a:rPr>
              <a:t>Globally</a:t>
            </a:r>
            <a:endParaRPr b="1">
              <a:solidFill>
                <a:srgbClr val="000000"/>
              </a:solidFill>
              <a:uFillTx/>
            </a:endParaRPr>
          </a:p>
          <a:p>
            <a:pPr marL="0" marR="0" lvl="0" indent="0" algn="l" rtl="0">
              <a:lnSpc>
                <a:spcPct val="90000"/>
              </a:lnSpc>
              <a:spcBef>
                <a:spcPts val="1000"/>
              </a:spcBef>
              <a:spcAft>
                <a:spcPts val="0"/>
              </a:spcAft>
              <a:buClr>
                <a:schemeClr val="dk1"/>
              </a:buClr>
              <a:buSzPts val="2400"/>
              <a:buFont typeface="Arial"/>
              <a:buNone/>
            </a:pPr>
            <a:r>
              <a:rPr lang="en-US" sz="2200">
                <a:uFillTx/>
                <a:latin typeface="Courier New"/>
                <a:ea typeface="Courier New"/>
                <a:cs typeface="Courier New"/>
                <a:sym typeface="Courier New"/>
              </a:rPr>
              <a:t>mysql&gt; SET GLOBAL default_password_lifetime = 1;</a:t>
            </a:r>
            <a:endParaRPr sz="2200">
              <a:uFillTx/>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1"/>
          <p:cNvSpPr txBox="1">
            <a:spLocks noGrp="1"/>
          </p:cNvSpPr>
          <p:nvPr>
            <p:ph type="body" idx="1"/>
          </p:nvPr>
        </p:nvSpPr>
        <p:spPr>
          <a:xfrm>
            <a:off x="838200" y="1618736"/>
            <a:ext cx="10515600" cy="4172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100"/>
              </a:spcBef>
              <a:spcAft>
                <a:spcPts val="0"/>
              </a:spcAft>
              <a:buClr>
                <a:srgbClr val="000000"/>
              </a:buClr>
              <a:buSzPts val="1500"/>
              <a:buFont typeface="Arial"/>
              <a:buNone/>
            </a:pPr>
            <a:r>
              <a:rPr lang="en-US" sz="2200" b="0">
                <a:uFillTx/>
                <a:latin typeface="Courier New"/>
                <a:ea typeface="Courier New"/>
                <a:cs typeface="Courier New"/>
                <a:sym typeface="Courier New"/>
              </a:rPr>
              <a:t>mysql: test_expired_user@localhost ((none)) &gt; show databases;</a:t>
            </a:r>
            <a:endParaRPr sz="2200" b="0">
              <a:uFillTx/>
              <a:latin typeface="Courier New"/>
              <a:ea typeface="Courier New"/>
              <a:cs typeface="Courier New"/>
              <a:sym typeface="Courier New"/>
            </a:endParaRPr>
          </a:p>
          <a:p>
            <a:pPr marL="0" marR="0" lvl="0" indent="0" algn="l" rtl="0">
              <a:lnSpc>
                <a:spcPct val="90000"/>
              </a:lnSpc>
              <a:spcBef>
                <a:spcPts val="1100"/>
              </a:spcBef>
              <a:spcAft>
                <a:spcPts val="0"/>
              </a:spcAft>
              <a:buClr>
                <a:srgbClr val="000000"/>
              </a:buClr>
              <a:buSzPts val="1500"/>
              <a:buFont typeface="Arial"/>
              <a:buNone/>
            </a:pPr>
            <a:r>
              <a:rPr lang="en-US" sz="2200" b="0">
                <a:uFillTx/>
                <a:latin typeface="Courier New"/>
                <a:ea typeface="Courier New"/>
                <a:cs typeface="Courier New"/>
                <a:sym typeface="Courier New"/>
              </a:rPr>
              <a:t>ERROR 1820 (HY000): You must reset your password using ALTER USER statement before executing this statement.</a:t>
            </a:r>
            <a:endParaRPr sz="2200" b="0">
              <a:uFillTx/>
              <a:latin typeface="Courier New"/>
              <a:ea typeface="Courier New"/>
              <a:cs typeface="Courier New"/>
              <a:sym typeface="Courier New"/>
            </a:endParaRPr>
          </a:p>
        </p:txBody>
      </p:sp>
      <p:sp>
        <p:nvSpPr>
          <p:cNvPr id="231" name="Google Shape;231;p41"/>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Password Expiration</a:t>
            </a:r>
            <a:endParaRPr>
              <a:uFillTx/>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42"/>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validate_plugin</a:t>
            </a:r>
            <a:endParaRPr>
              <a:uFillTx/>
            </a:endParaRPr>
          </a:p>
        </p:txBody>
      </p:sp>
      <p:sp>
        <p:nvSpPr>
          <p:cNvPr id="237" name="Google Shape;237;p42"/>
          <p:cNvSpPr txBox="1">
            <a:spLocks noGrp="1"/>
          </p:cNvSpPr>
          <p:nvPr>
            <p:ph type="body" idx="1"/>
          </p:nvPr>
        </p:nvSpPr>
        <p:spPr>
          <a:xfrm>
            <a:off x="838200" y="1749425"/>
            <a:ext cx="10515600" cy="4351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chemeClr val="dk1"/>
              </a:buClr>
              <a:buSzPts val="2400"/>
              <a:buFont typeface="Arial"/>
              <a:buNone/>
            </a:pPr>
            <a:r>
              <a:rPr lang="en-US">
                <a:uFillTx/>
              </a:rPr>
              <a:t>Its main purpose is to test passwords and improve security. It is possible to ensure the strength, length and required characters of the password.</a:t>
            </a:r>
            <a:endParaRPr>
              <a:uFillTx/>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3"/>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validate_plugin - Installing</a:t>
            </a:r>
            <a:endParaRPr>
              <a:uFillTx/>
            </a:endParaRPr>
          </a:p>
        </p:txBody>
      </p:sp>
      <p:sp>
        <p:nvSpPr>
          <p:cNvPr id="243" name="Google Shape;243;p43"/>
          <p:cNvSpPr txBox="1">
            <a:spLocks noGrp="1"/>
          </p:cNvSpPr>
          <p:nvPr>
            <p:ph type="body" idx="1"/>
          </p:nvPr>
        </p:nvSpPr>
        <p:spPr>
          <a:xfrm>
            <a:off x="838200" y="1749425"/>
            <a:ext cx="10515600" cy="4351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81B020"/>
              </a:buClr>
              <a:buSzPts val="2400"/>
              <a:buFont typeface="Arial"/>
              <a:buNone/>
            </a:pPr>
            <a:r>
              <a:rPr lang="en-US" b="1">
                <a:solidFill>
                  <a:srgbClr val="000000"/>
                </a:solidFill>
                <a:uFillTx/>
              </a:rPr>
              <a:t># Runtime</a:t>
            </a:r>
            <a:endParaRPr b="1">
              <a:solidFill>
                <a:srgbClr val="000000"/>
              </a:solidFill>
              <a:uFillTx/>
            </a:endParaRPr>
          </a:p>
          <a:p>
            <a:pPr marL="0" marR="0" lvl="0" indent="0" algn="l" rtl="0">
              <a:lnSpc>
                <a:spcPct val="90000"/>
              </a:lnSpc>
              <a:spcBef>
                <a:spcPts val="1000"/>
              </a:spcBef>
              <a:spcAft>
                <a:spcPts val="0"/>
              </a:spcAft>
              <a:buClr>
                <a:schemeClr val="dk1"/>
              </a:buClr>
              <a:buSzPts val="2400"/>
              <a:buFont typeface="Arial"/>
              <a:buNone/>
            </a:pPr>
            <a:r>
              <a:rPr lang="en-US">
                <a:uFillTx/>
                <a:latin typeface="Courier New"/>
                <a:ea typeface="Courier New"/>
                <a:cs typeface="Courier New"/>
                <a:sym typeface="Courier New"/>
              </a:rPr>
              <a:t>mysql: root@localhost ((none)) &gt; INSTALL PLUGIN validate_password SONAME 'validate_password.so';</a:t>
            </a:r>
            <a:endParaRPr>
              <a:uFillTx/>
              <a:latin typeface="Courier New"/>
              <a:ea typeface="Courier New"/>
              <a:cs typeface="Courier New"/>
              <a:sym typeface="Courier New"/>
            </a:endParaRPr>
          </a:p>
          <a:p>
            <a:pPr marL="0" marR="0" lvl="0" indent="0" algn="l" rtl="0">
              <a:lnSpc>
                <a:spcPct val="90000"/>
              </a:lnSpc>
              <a:spcBef>
                <a:spcPts val="1000"/>
              </a:spcBef>
              <a:spcAft>
                <a:spcPts val="0"/>
              </a:spcAft>
              <a:buClr>
                <a:schemeClr val="dk1"/>
              </a:buClr>
              <a:buSzPts val="2400"/>
              <a:buFont typeface="Arial"/>
              <a:buNone/>
            </a:pPr>
            <a:r>
              <a:rPr lang="en-US">
                <a:uFillTx/>
                <a:latin typeface="Courier New"/>
                <a:ea typeface="Courier New"/>
                <a:cs typeface="Courier New"/>
                <a:sym typeface="Courier New"/>
              </a:rPr>
              <a:t>Query OK, 0 rows affected (0.07 sec)</a:t>
            </a:r>
            <a:endParaRPr>
              <a:uFillTx/>
              <a:latin typeface="Courier New"/>
              <a:ea typeface="Courier New"/>
              <a:cs typeface="Courier New"/>
              <a:sym typeface="Courier New"/>
            </a:endParaRPr>
          </a:p>
          <a:p>
            <a:pPr marL="0" marR="0" lvl="0" indent="0" algn="l" rtl="0">
              <a:lnSpc>
                <a:spcPct val="90000"/>
              </a:lnSpc>
              <a:spcBef>
                <a:spcPts val="1000"/>
              </a:spcBef>
              <a:spcAft>
                <a:spcPts val="0"/>
              </a:spcAft>
              <a:buClr>
                <a:schemeClr val="dk1"/>
              </a:buClr>
              <a:buSzPts val="2400"/>
              <a:buFont typeface="Arial"/>
              <a:buNone/>
            </a:pPr>
            <a:endParaRPr>
              <a:uFillTx/>
            </a:endParaRPr>
          </a:p>
          <a:p>
            <a:pPr marL="0" marR="0" lvl="0" indent="0" algn="l" rtl="0">
              <a:lnSpc>
                <a:spcPct val="90000"/>
              </a:lnSpc>
              <a:spcBef>
                <a:spcPts val="1000"/>
              </a:spcBef>
              <a:spcAft>
                <a:spcPts val="0"/>
              </a:spcAft>
              <a:buClr>
                <a:srgbClr val="81B020"/>
              </a:buClr>
              <a:buSzPts val="2400"/>
              <a:buFont typeface="Arial"/>
              <a:buNone/>
            </a:pPr>
            <a:r>
              <a:rPr lang="en-US" b="1">
                <a:solidFill>
                  <a:srgbClr val="000000"/>
                </a:solidFill>
                <a:uFillTx/>
              </a:rPr>
              <a:t># my.cnf</a:t>
            </a:r>
            <a:endParaRPr b="1">
              <a:solidFill>
                <a:srgbClr val="000000"/>
              </a:solidFill>
              <a:uFillTx/>
            </a:endParaRPr>
          </a:p>
          <a:p>
            <a:pPr marL="0" marR="0" lvl="0" indent="0" algn="l" rtl="0">
              <a:lnSpc>
                <a:spcPct val="90000"/>
              </a:lnSpc>
              <a:spcBef>
                <a:spcPts val="1000"/>
              </a:spcBef>
              <a:spcAft>
                <a:spcPts val="0"/>
              </a:spcAft>
              <a:buClr>
                <a:schemeClr val="dk1"/>
              </a:buClr>
              <a:buSzPts val="2400"/>
              <a:buFont typeface="Arial"/>
              <a:buNone/>
            </a:pPr>
            <a:r>
              <a:rPr lang="en-US">
                <a:uFillTx/>
                <a:latin typeface="Courier New"/>
                <a:ea typeface="Courier New"/>
                <a:cs typeface="Courier New"/>
                <a:sym typeface="Courier New"/>
              </a:rPr>
              <a:t>[mysqld]</a:t>
            </a:r>
            <a:endParaRPr>
              <a:uFillTx/>
              <a:latin typeface="Courier New"/>
              <a:ea typeface="Courier New"/>
              <a:cs typeface="Courier New"/>
              <a:sym typeface="Courier New"/>
            </a:endParaRPr>
          </a:p>
          <a:p>
            <a:pPr marL="0" marR="0" lvl="0" indent="0" algn="l" rtl="0">
              <a:lnSpc>
                <a:spcPct val="90000"/>
              </a:lnSpc>
              <a:spcBef>
                <a:spcPts val="1000"/>
              </a:spcBef>
              <a:spcAft>
                <a:spcPts val="0"/>
              </a:spcAft>
              <a:buClr>
                <a:schemeClr val="dk1"/>
              </a:buClr>
              <a:buSzPts val="2400"/>
              <a:buFont typeface="Arial"/>
              <a:buNone/>
            </a:pPr>
            <a:r>
              <a:rPr lang="en-US">
                <a:uFillTx/>
                <a:latin typeface="Courier New"/>
                <a:ea typeface="Courier New"/>
                <a:cs typeface="Courier New"/>
                <a:sym typeface="Courier New"/>
              </a:rPr>
              <a:t>plugin-load-add=validate_password.so</a:t>
            </a:r>
            <a:endParaRPr>
              <a:uFillTx/>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4"/>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validate_plugin - Validate</a:t>
            </a:r>
            <a:endParaRPr>
              <a:uFillTx/>
            </a:endParaRPr>
          </a:p>
        </p:txBody>
      </p:sp>
      <p:sp>
        <p:nvSpPr>
          <p:cNvPr id="249" name="Google Shape;249;p44"/>
          <p:cNvSpPr txBox="1">
            <a:spLocks noGrp="1"/>
          </p:cNvSpPr>
          <p:nvPr>
            <p:ph type="body" idx="1"/>
          </p:nvPr>
        </p:nvSpPr>
        <p:spPr>
          <a:xfrm>
            <a:off x="838200" y="1847336"/>
            <a:ext cx="10515600" cy="4172700"/>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0"/>
              </a:spcBef>
              <a:spcAft>
                <a:spcPts val="0"/>
              </a:spcAft>
              <a:buClr>
                <a:schemeClr val="dk1"/>
              </a:buClr>
              <a:buSzPts val="960"/>
              <a:buFont typeface="Arial"/>
              <a:buNone/>
            </a:pPr>
            <a:r>
              <a:rPr lang="en-US" sz="1400">
                <a:uFillTx/>
              </a:rPr>
              <a:t>mysql: root@localhost ((none)) &gt; show global variables like '%plugin%';</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 Variable_name                 | Value                    |</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 default_authentication_plugin | mysql_native_password    |</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 plugin_dir                    | /usr/lib64/mysql/plugin/ |</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2 rows in set (0.00 sec)</a:t>
            </a:r>
            <a:endParaRPr sz="1400">
              <a:uFillTx/>
            </a:endParaRPr>
          </a:p>
          <a:p>
            <a:pPr marL="0" marR="0" lvl="0" indent="0" algn="l" rtl="0">
              <a:lnSpc>
                <a:spcPct val="70000"/>
              </a:lnSpc>
              <a:spcBef>
                <a:spcPts val="1000"/>
              </a:spcBef>
              <a:spcAft>
                <a:spcPts val="0"/>
              </a:spcAft>
              <a:buClr>
                <a:schemeClr val="dk1"/>
              </a:buClr>
              <a:buSzPts val="960"/>
              <a:buFont typeface="Arial"/>
              <a:buNone/>
            </a:pP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mysql: root@localhost ((none)) &gt;  SELECT PLUGIN_NAME, PLUGIN_STATUS</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            FROM INFORMATION_SCHEMA.PLUGINS</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            WHERE PLUGIN_NAME LIKE 'validate%';</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 PLUGIN_NAME       | PLUGIN_STATUS |</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 validate_password | ACTIVE        |</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a:t>
            </a:r>
            <a:endParaRPr sz="1400">
              <a:uFillTx/>
            </a:endParaRPr>
          </a:p>
          <a:p>
            <a:pPr marL="0" marR="0" lvl="0" indent="0" algn="l" rtl="0">
              <a:lnSpc>
                <a:spcPct val="70000"/>
              </a:lnSpc>
              <a:spcBef>
                <a:spcPts val="1000"/>
              </a:spcBef>
              <a:spcAft>
                <a:spcPts val="0"/>
              </a:spcAft>
              <a:buClr>
                <a:schemeClr val="dk1"/>
              </a:buClr>
              <a:buSzPts val="960"/>
              <a:buFont typeface="Arial"/>
              <a:buNone/>
            </a:pPr>
            <a:r>
              <a:rPr lang="en-US" sz="1400">
                <a:uFillTx/>
              </a:rPr>
              <a:t>1 row in set (0.00 sec)</a:t>
            </a:r>
            <a:endParaRPr sz="1400">
              <a:uFillTx/>
            </a:endParaRPr>
          </a:p>
          <a:p>
            <a:pPr marL="0" marR="0" lvl="0" indent="0" algn="l" rtl="0">
              <a:lnSpc>
                <a:spcPct val="70000"/>
              </a:lnSpc>
              <a:spcBef>
                <a:spcPts val="1000"/>
              </a:spcBef>
              <a:spcAft>
                <a:spcPts val="0"/>
              </a:spcAft>
              <a:buClr>
                <a:schemeClr val="dk1"/>
              </a:buClr>
              <a:buSzPts val="960"/>
              <a:buFont typeface="Arial"/>
              <a:buNone/>
            </a:pPr>
            <a:endParaRPr sz="1400">
              <a:uFillTx/>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5"/>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535353"/>
              </a:buClr>
              <a:buSzPts val="4000"/>
              <a:buFont typeface="Arial"/>
              <a:buNone/>
            </a:pPr>
            <a:r>
              <a:rPr lang="en-US">
                <a:uFillTx/>
              </a:rPr>
              <a:t>validate_plugin - Example</a:t>
            </a:r>
            <a:endParaRPr>
              <a:uFillTx/>
            </a:endParaRPr>
          </a:p>
        </p:txBody>
      </p:sp>
      <p:sp>
        <p:nvSpPr>
          <p:cNvPr id="255" name="Google Shape;255;p45"/>
          <p:cNvSpPr txBox="1">
            <a:spLocks noGrp="1"/>
          </p:cNvSpPr>
          <p:nvPr>
            <p:ph type="body" idx="1"/>
          </p:nvPr>
        </p:nvSpPr>
        <p:spPr>
          <a:xfrm>
            <a:off x="838200" y="1730374"/>
            <a:ext cx="10515600" cy="4518300"/>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0"/>
              </a:spcBef>
              <a:spcAft>
                <a:spcPts val="0"/>
              </a:spcAft>
              <a:buClr>
                <a:schemeClr val="dk1"/>
              </a:buClr>
              <a:buSzPts val="2000"/>
              <a:buFont typeface="Arial"/>
              <a:buNone/>
            </a:pPr>
            <a:r>
              <a:rPr lang="en-US" sz="2200" b="0">
                <a:uFillTx/>
                <a:latin typeface="Courier New"/>
                <a:ea typeface="Courier New"/>
                <a:cs typeface="Courier New"/>
                <a:sym typeface="Courier New"/>
              </a:rPr>
              <a:t>mysql: root@localhost ((none)) &gt; set global validate_password_length = 6;</a:t>
            </a:r>
            <a:endParaRPr sz="2200" b="0">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2000"/>
              <a:buFont typeface="Arial"/>
              <a:buNone/>
            </a:pPr>
            <a:r>
              <a:rPr lang="en-US" sz="2200" b="0">
                <a:uFillTx/>
                <a:latin typeface="Courier New"/>
                <a:ea typeface="Courier New"/>
                <a:cs typeface="Courier New"/>
                <a:sym typeface="Courier New"/>
              </a:rPr>
              <a:t>Query OK, 0 rows affected (0.00 sec)</a:t>
            </a:r>
            <a:endParaRPr sz="2200" b="0">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2000"/>
              <a:buFont typeface="Arial"/>
              <a:buNone/>
            </a:pPr>
            <a:endParaRPr sz="2200" b="0">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2000"/>
              <a:buFont typeface="Arial"/>
              <a:buNone/>
            </a:pPr>
            <a:r>
              <a:rPr lang="en-US" sz="2200" b="0">
                <a:uFillTx/>
                <a:latin typeface="Courier New"/>
                <a:ea typeface="Courier New"/>
                <a:cs typeface="Courier New"/>
                <a:sym typeface="Courier New"/>
              </a:rPr>
              <a:t>mysql: root@localhost ((none)) &gt; set global validate_password_policy=2;</a:t>
            </a:r>
            <a:endParaRPr sz="2200" b="0">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2000"/>
              <a:buFont typeface="Arial"/>
              <a:buNone/>
            </a:pPr>
            <a:r>
              <a:rPr lang="en-US" sz="2200" b="0">
                <a:uFillTx/>
                <a:latin typeface="Courier New"/>
                <a:ea typeface="Courier New"/>
                <a:cs typeface="Courier New"/>
                <a:sym typeface="Courier New"/>
              </a:rPr>
              <a:t>Query OK, 0 rows affected (0.00 sec)</a:t>
            </a:r>
            <a:endParaRPr sz="2200" b="0">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2000"/>
              <a:buFont typeface="Arial"/>
              <a:buNone/>
            </a:pPr>
            <a:endParaRPr sz="2000" b="0">
              <a:uFillTx/>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6"/>
          <p:cNvSpPr txBox="1">
            <a:spLocks noGrp="1"/>
          </p:cNvSpPr>
          <p:nvPr>
            <p:ph type="body" idx="1"/>
          </p:nvPr>
        </p:nvSpPr>
        <p:spPr>
          <a:xfrm>
            <a:off x="838200" y="1654174"/>
            <a:ext cx="10515600" cy="4518300"/>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1100"/>
              </a:spcBef>
              <a:spcAft>
                <a:spcPts val="0"/>
              </a:spcAft>
              <a:buClr>
                <a:schemeClr val="dk1"/>
              </a:buClr>
              <a:buSzPts val="2000"/>
              <a:buFont typeface="Arial"/>
              <a:buNone/>
            </a:pPr>
            <a:r>
              <a:rPr lang="en-US" sz="2200" b="0">
                <a:uFillTx/>
                <a:latin typeface="Courier New"/>
                <a:ea typeface="Courier New"/>
                <a:cs typeface="Courier New"/>
                <a:sym typeface="Courier New"/>
              </a:rPr>
              <a:t>mysql: root@localhost ((none)) &gt; create user test_password@localhost identified by 'PasSw0Rd';</a:t>
            </a:r>
            <a:endParaRPr sz="2200" b="0">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2000"/>
              <a:buFont typeface="Arial"/>
              <a:buNone/>
            </a:pPr>
            <a:r>
              <a:rPr lang="en-US" sz="2200" b="0">
                <a:uFillTx/>
                <a:latin typeface="Courier New"/>
                <a:ea typeface="Courier New"/>
                <a:cs typeface="Courier New"/>
                <a:sym typeface="Courier New"/>
              </a:rPr>
              <a:t>ERROR 1819 (HY000): Your password does not satisfy the current policy requirements</a:t>
            </a:r>
            <a:endParaRPr sz="2200" b="0">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2000"/>
              <a:buFont typeface="Arial"/>
              <a:buNone/>
            </a:pPr>
            <a:endParaRPr sz="2200" b="0">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2000"/>
              <a:buFont typeface="Arial"/>
              <a:buNone/>
            </a:pPr>
            <a:r>
              <a:rPr lang="en-US" sz="2200" b="0">
                <a:uFillTx/>
                <a:latin typeface="Courier New"/>
                <a:ea typeface="Courier New"/>
                <a:cs typeface="Courier New"/>
                <a:sym typeface="Courier New"/>
              </a:rPr>
              <a:t>mysql: root@localhost ((none)) &gt; create user test_password@localhost identified by 'PasSw0Rd12@';</a:t>
            </a:r>
            <a:endParaRPr sz="2200" b="0">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2000"/>
              <a:buFont typeface="Arial"/>
              <a:buNone/>
            </a:pPr>
            <a:r>
              <a:rPr lang="en-US" sz="2200" b="0">
                <a:uFillTx/>
                <a:latin typeface="Courier New"/>
                <a:ea typeface="Courier New"/>
                <a:cs typeface="Courier New"/>
                <a:sym typeface="Courier New"/>
              </a:rPr>
              <a:t>Query OK, 0 rows affected (0.00 sec)</a:t>
            </a:r>
            <a:endParaRPr sz="2200" b="0">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2000"/>
              <a:buFont typeface="Arial"/>
              <a:buNone/>
            </a:pPr>
            <a:endParaRPr sz="2200" b="0">
              <a:uFillTx/>
              <a:latin typeface="Courier New"/>
              <a:ea typeface="Courier New"/>
              <a:cs typeface="Courier New"/>
              <a:sym typeface="Courier New"/>
            </a:endParaRPr>
          </a:p>
        </p:txBody>
      </p:sp>
      <p:sp>
        <p:nvSpPr>
          <p:cNvPr id="261" name="Google Shape;261;p46"/>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535353"/>
              </a:buClr>
              <a:buSzPts val="4000"/>
              <a:buFont typeface="Arial"/>
              <a:buNone/>
            </a:pPr>
            <a:r>
              <a:rPr lang="en-US">
                <a:uFillTx/>
              </a:rPr>
              <a:t>validate_plugin - Example</a:t>
            </a:r>
            <a:endParaRPr>
              <a:uFillTx/>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7"/>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Audit Plugin</a:t>
            </a:r>
            <a:endParaRPr>
              <a:uFillTx/>
            </a:endParaRPr>
          </a:p>
        </p:txBody>
      </p:sp>
      <p:sp>
        <p:nvSpPr>
          <p:cNvPr id="267" name="Google Shape;267;p47"/>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27</a:t>
            </a:fld>
            <a:endParaRPr>
              <a:uFillTx/>
            </a:endParaRPr>
          </a:p>
        </p:txBody>
      </p:sp>
      <p:sp>
        <p:nvSpPr>
          <p:cNvPr id="268" name="Google Shape;268;p47"/>
          <p:cNvSpPr txBox="1">
            <a:spLocks noGrp="1"/>
          </p:cNvSpPr>
          <p:nvPr>
            <p:ph type="body" idx="1"/>
          </p:nvPr>
        </p:nvSpPr>
        <p:spPr>
          <a:xfrm>
            <a:off x="831850" y="3851541"/>
            <a:ext cx="10515600" cy="1500300"/>
          </a:xfrm>
          <a:prstGeom prst="rect">
            <a:avLst/>
          </a:prstGeom>
        </p:spPr>
        <p:txBody>
          <a:bodyPr spcFirstLastPara="1" wrap="square" lIns="45700" tIns="22875" rIns="45700" bIns="22875" anchor="t" anchorCtr="0">
            <a:noAutofit/>
          </a:bodyPr>
          <a:lstStyle/>
          <a:p>
            <a:pPr marL="0" lvl="0" indent="0" algn="r" rtl="0">
              <a:spcBef>
                <a:spcPts val="500"/>
              </a:spcBef>
              <a:spcAft>
                <a:spcPts val="0"/>
              </a:spcAft>
              <a:buNone/>
            </a:pPr>
            <a:endParaRPr>
              <a:uFillTx/>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8"/>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Audit Plugin</a:t>
            </a:r>
            <a:endParaRPr>
              <a:uFillTx/>
            </a:endParaRPr>
          </a:p>
        </p:txBody>
      </p:sp>
      <p:sp>
        <p:nvSpPr>
          <p:cNvPr id="274" name="Google Shape;274;p48"/>
          <p:cNvSpPr txBox="1">
            <a:spLocks noGrp="1"/>
          </p:cNvSpPr>
          <p:nvPr>
            <p:ph type="body" idx="1"/>
          </p:nvPr>
        </p:nvSpPr>
        <p:spPr>
          <a:xfrm>
            <a:off x="371600" y="1702595"/>
            <a:ext cx="9426000" cy="4351200"/>
          </a:xfrm>
          <a:prstGeom prst="rect">
            <a:avLst/>
          </a:prstGeom>
          <a:noFill/>
          <a:ln>
            <a:noFill/>
          </a:ln>
        </p:spPr>
        <p:txBody>
          <a:bodyPr spcFirstLastPara="1" wrap="square" lIns="91425" tIns="45700" rIns="91425" bIns="45700" anchor="t" anchorCtr="0">
            <a:noAutofit/>
          </a:bodyPr>
          <a:lstStyle/>
          <a:p>
            <a:pPr marL="800100" lvl="1" indent="-368300" algn="l" rtl="0">
              <a:lnSpc>
                <a:spcPct val="115000"/>
              </a:lnSpc>
              <a:spcBef>
                <a:spcPts val="0"/>
              </a:spcBef>
              <a:spcAft>
                <a:spcPts val="0"/>
              </a:spcAft>
              <a:buClr>
                <a:srgbClr val="000000"/>
              </a:buClr>
              <a:buSzPts val="2400"/>
              <a:buChar char="•"/>
            </a:pPr>
            <a:r>
              <a:rPr lang="en-US" sz="2400">
                <a:solidFill>
                  <a:srgbClr val="000000"/>
                </a:solidFill>
                <a:uFillTx/>
              </a:rPr>
              <a:t>MySQL Enterprise – Paid</a:t>
            </a:r>
            <a:endParaRPr sz="2400">
              <a:solidFill>
                <a:srgbClr val="000000"/>
              </a:solidFill>
              <a:uFillTx/>
            </a:endParaRPr>
          </a:p>
          <a:p>
            <a:pPr marL="800100" lvl="1" indent="-368300" algn="l" rtl="0">
              <a:lnSpc>
                <a:spcPct val="115000"/>
              </a:lnSpc>
              <a:spcBef>
                <a:spcPts val="500"/>
              </a:spcBef>
              <a:spcAft>
                <a:spcPts val="0"/>
              </a:spcAft>
              <a:buClr>
                <a:srgbClr val="000000"/>
              </a:buClr>
              <a:buSzPts val="2400"/>
              <a:buChar char="•"/>
            </a:pPr>
            <a:r>
              <a:rPr lang="en-US" sz="2400">
                <a:solidFill>
                  <a:srgbClr val="000000"/>
                </a:solidFill>
                <a:uFillTx/>
              </a:rPr>
              <a:t>Percona Server (works with community version) – Free</a:t>
            </a:r>
            <a:endParaRPr sz="2400">
              <a:solidFill>
                <a:srgbClr val="000000"/>
              </a:solidFill>
              <a:uFillTx/>
            </a:endParaRPr>
          </a:p>
          <a:p>
            <a:pPr marL="800100" lvl="1" indent="-368300" algn="l" rtl="0">
              <a:lnSpc>
                <a:spcPct val="115000"/>
              </a:lnSpc>
              <a:spcBef>
                <a:spcPts val="500"/>
              </a:spcBef>
              <a:spcAft>
                <a:spcPts val="0"/>
              </a:spcAft>
              <a:buClr>
                <a:srgbClr val="000000"/>
              </a:buClr>
              <a:buSzPts val="2400"/>
              <a:buChar char="•"/>
            </a:pPr>
            <a:r>
              <a:rPr lang="en-US" sz="2400">
                <a:solidFill>
                  <a:srgbClr val="000000"/>
                </a:solidFill>
                <a:uFillTx/>
              </a:rPr>
              <a:t>It is different from general log</a:t>
            </a:r>
            <a:endParaRPr sz="2400">
              <a:solidFill>
                <a:srgbClr val="000000"/>
              </a:solidFill>
              <a:uFillTx/>
            </a:endParaRPr>
          </a:p>
          <a:p>
            <a:pPr marL="800100" lvl="1" indent="-368300" algn="l" rtl="0">
              <a:lnSpc>
                <a:spcPct val="115000"/>
              </a:lnSpc>
              <a:spcBef>
                <a:spcPts val="500"/>
              </a:spcBef>
              <a:spcAft>
                <a:spcPts val="0"/>
              </a:spcAft>
              <a:buClr>
                <a:srgbClr val="000000"/>
              </a:buClr>
              <a:buSzPts val="2400"/>
              <a:buChar char="•"/>
            </a:pPr>
            <a:r>
              <a:rPr lang="en-US" sz="2400">
                <a:solidFill>
                  <a:srgbClr val="000000"/>
                </a:solidFill>
                <a:uFillTx/>
              </a:rPr>
              <a:t>Filter by command / user / database</a:t>
            </a:r>
            <a:endParaRPr sz="2400">
              <a:solidFill>
                <a:srgbClr val="000000"/>
              </a:solidFill>
              <a:uFillTx/>
            </a:endParaRPr>
          </a:p>
          <a:p>
            <a:pPr marL="800100" lvl="1" indent="-215900" algn="l" rtl="0">
              <a:lnSpc>
                <a:spcPct val="115000"/>
              </a:lnSpc>
              <a:spcBef>
                <a:spcPts val="500"/>
              </a:spcBef>
              <a:spcAft>
                <a:spcPts val="0"/>
              </a:spcAft>
              <a:buClr>
                <a:srgbClr val="40580F"/>
              </a:buClr>
              <a:buSzPts val="2000"/>
              <a:buNone/>
            </a:pPr>
            <a:endParaRPr sz="2400">
              <a:solidFill>
                <a:srgbClr val="000000"/>
              </a:solidFill>
              <a:uFillTx/>
            </a:endParaRPr>
          </a:p>
          <a:p>
            <a:pPr marL="800100" lvl="1" indent="-215900" algn="l" rtl="0">
              <a:lnSpc>
                <a:spcPct val="115000"/>
              </a:lnSpc>
              <a:spcBef>
                <a:spcPts val="500"/>
              </a:spcBef>
              <a:spcAft>
                <a:spcPts val="0"/>
              </a:spcAft>
              <a:buClr>
                <a:srgbClr val="40580F"/>
              </a:buClr>
              <a:buSzPts val="2000"/>
              <a:buNone/>
            </a:pPr>
            <a:endParaRPr sz="2400">
              <a:solidFill>
                <a:srgbClr val="000000"/>
              </a:solidFill>
              <a:uFillTx/>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9"/>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Audit Plugin - Installing</a:t>
            </a:r>
            <a:endParaRPr>
              <a:uFillTx/>
            </a:endParaRPr>
          </a:p>
        </p:txBody>
      </p:sp>
      <p:sp>
        <p:nvSpPr>
          <p:cNvPr id="280" name="Google Shape;280;p49"/>
          <p:cNvSpPr txBox="1">
            <a:spLocks noGrp="1"/>
          </p:cNvSpPr>
          <p:nvPr>
            <p:ph type="body" idx="1"/>
          </p:nvPr>
        </p:nvSpPr>
        <p:spPr>
          <a:xfrm>
            <a:off x="381000" y="1741075"/>
            <a:ext cx="11556600" cy="4351200"/>
          </a:xfrm>
          <a:prstGeom prst="rect">
            <a:avLst/>
          </a:prstGeom>
          <a:noFill/>
          <a:ln>
            <a:noFill/>
          </a:ln>
        </p:spPr>
        <p:txBody>
          <a:bodyPr spcFirstLastPara="1" wrap="square" lIns="91425" tIns="45700" rIns="91425" bIns="45700" anchor="t" anchorCtr="0">
            <a:noAutofit/>
          </a:bodyPr>
          <a:lstStyle/>
          <a:p>
            <a:pPr marL="457200" lvl="1" indent="0" algn="l" rtl="0">
              <a:lnSpc>
                <a:spcPct val="90000"/>
              </a:lnSpc>
              <a:spcBef>
                <a:spcPts val="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mysql &gt; INSTALL PLUGIN audit_log SONAME 'audit_log.so';</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Query OK, 0 rows affected (0.05 sec)</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rgbClr val="40580F"/>
              </a:buClr>
              <a:buSzPts val="2000"/>
              <a:buNone/>
            </a:pP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mysql &gt; SELECT PLUGIN_NAME, PLUGIN_STATUS           FROM INFORMATION_SCHEMA.PLUGINS            WHERE PLUGIN_NAME LIKE 'audit%';</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 PLUGIN_NAME | PLUGIN_STATUS |</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 audit_log   | ACTIVE        |</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1 row in set (0.00 sec)</a:t>
            </a:r>
            <a:endParaRPr sz="2200">
              <a:solidFill>
                <a:srgbClr val="000000"/>
              </a:solidFill>
              <a:uFillTx/>
              <a:latin typeface="Courier New"/>
              <a:ea typeface="Courier New"/>
              <a:cs typeface="Courier New"/>
              <a:sym typeface="Courier New"/>
            </a:endParaRPr>
          </a:p>
          <a:p>
            <a:pPr marL="800100" lvl="1" indent="-215900" algn="l" rtl="0">
              <a:lnSpc>
                <a:spcPct val="90000"/>
              </a:lnSpc>
              <a:spcBef>
                <a:spcPts val="500"/>
              </a:spcBef>
              <a:spcAft>
                <a:spcPts val="0"/>
              </a:spcAft>
              <a:buClr>
                <a:srgbClr val="40580F"/>
              </a:buClr>
              <a:buSzPts val="2000"/>
              <a:buNone/>
            </a:pPr>
            <a:endParaRPr sz="2200">
              <a:solidFill>
                <a:srgbClr val="000000"/>
              </a:solidFill>
              <a:uFillTx/>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0"/>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Audit Plugin</a:t>
            </a:r>
            <a:endParaRPr>
              <a:uFillTx/>
            </a:endParaRPr>
          </a:p>
        </p:txBody>
      </p:sp>
      <p:sp>
        <p:nvSpPr>
          <p:cNvPr id="286" name="Google Shape;286;p50"/>
          <p:cNvSpPr txBox="1">
            <a:spLocks noGrp="1"/>
          </p:cNvSpPr>
          <p:nvPr>
            <p:ph type="body" idx="1"/>
          </p:nvPr>
        </p:nvSpPr>
        <p:spPr>
          <a:xfrm>
            <a:off x="381000" y="1741070"/>
            <a:ext cx="8488800" cy="2587200"/>
          </a:xfrm>
          <a:prstGeom prst="rect">
            <a:avLst/>
          </a:prstGeom>
          <a:noFill/>
          <a:ln>
            <a:noFill/>
          </a:ln>
        </p:spPr>
        <p:txBody>
          <a:bodyPr spcFirstLastPara="1" wrap="square" lIns="91425" tIns="45700" rIns="91425" bIns="45700" anchor="t" anchorCtr="0">
            <a:noAutofit/>
          </a:bodyPr>
          <a:lstStyle/>
          <a:p>
            <a:pPr marL="457200" lvl="1" indent="0" algn="l" rtl="0">
              <a:lnSpc>
                <a:spcPct val="90000"/>
              </a:lnSpc>
              <a:spcBef>
                <a:spcPts val="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[mysqld]</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 Audit Logging ##</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audit_log_policy=ALL</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audit_log_format=JSON</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audit_log_file=/var/log/mysql/audit.log</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audit_log_rotate_on_size=1024M</a:t>
            </a:r>
            <a:endParaRPr sz="22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sz="2200">
                <a:solidFill>
                  <a:srgbClr val="000000"/>
                </a:solidFill>
                <a:uFillTx/>
                <a:latin typeface="Courier New"/>
                <a:ea typeface="Courier New"/>
                <a:cs typeface="Courier New"/>
                <a:sym typeface="Courier New"/>
              </a:rPr>
              <a:t>audit_log_rotations=10</a:t>
            </a:r>
            <a:endParaRPr sz="2200">
              <a:solidFill>
                <a:srgbClr val="000000"/>
              </a:solidFill>
              <a:uFillTx/>
              <a:latin typeface="Courier New"/>
              <a:ea typeface="Courier New"/>
              <a:cs typeface="Courier New"/>
              <a:sym typeface="Courier New"/>
            </a:endParaRPr>
          </a:p>
          <a:p>
            <a:pPr marL="800100" lvl="1" indent="-215900" algn="l" rtl="0">
              <a:lnSpc>
                <a:spcPct val="90000"/>
              </a:lnSpc>
              <a:spcBef>
                <a:spcPts val="500"/>
              </a:spcBef>
              <a:spcAft>
                <a:spcPts val="0"/>
              </a:spcAft>
              <a:buClr>
                <a:srgbClr val="40580F"/>
              </a:buClr>
              <a:buSzPts val="2000"/>
              <a:buNone/>
            </a:pPr>
            <a:endParaRPr sz="2200">
              <a:solidFill>
                <a:srgbClr val="000000"/>
              </a:solidFill>
              <a:uFillTx/>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51"/>
          <p:cNvSpPr txBox="1">
            <a:spLocks noGrp="1"/>
          </p:cNvSpPr>
          <p:nvPr>
            <p:ph type="body" idx="1"/>
          </p:nvPr>
        </p:nvSpPr>
        <p:spPr>
          <a:xfrm>
            <a:off x="381000" y="1730374"/>
            <a:ext cx="10515600" cy="4518300"/>
          </a:xfrm>
          <a:prstGeom prst="rect">
            <a:avLst/>
          </a:prstGeom>
          <a:noFill/>
          <a:ln>
            <a:noFill/>
          </a:ln>
        </p:spPr>
        <p:txBody>
          <a:bodyPr spcFirstLastPara="1" wrap="square" lIns="91425" tIns="45700" rIns="91425" bIns="45700" anchor="t" anchorCtr="0">
            <a:noAutofit/>
          </a:bodyPr>
          <a:lstStyle/>
          <a:p>
            <a:pPr marL="457200" lvl="1" indent="0" algn="l" rtl="0">
              <a:lnSpc>
                <a:spcPct val="90000"/>
              </a:lnSpc>
              <a:spcBef>
                <a:spcPts val="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mysql: root@localhost ((none)) &gt; show global variables like 'audit%';</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Variable_name               | Value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audit_log_buffer_size       | 1048576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audit_log_exclude_accounts  |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audit_log_exclude_commands  |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audit_log_exclude_databases |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audit_log_file              | /var/log/mysql/audit.log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audit_log_flush             | OFF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audit_log_format            | JSON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audit_log_handler           | FILE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audit_log_include_accounts  |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audit_log_include_commands  |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audit_log_include_databases |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endParaRPr sz="1700">
              <a:solidFill>
                <a:srgbClr val="000000"/>
              </a:solidFill>
              <a:uFillTx/>
              <a:latin typeface="Courier New"/>
              <a:ea typeface="Courier New"/>
              <a:cs typeface="Courier New"/>
              <a:sym typeface="Courier New"/>
            </a:endParaRPr>
          </a:p>
        </p:txBody>
      </p:sp>
      <p:sp>
        <p:nvSpPr>
          <p:cNvPr id="292" name="Google Shape;292;p51"/>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Audit Plugin</a:t>
            </a:r>
            <a:endParaRPr>
              <a:uFillTx/>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52"/>
          <p:cNvSpPr txBox="1">
            <a:spLocks noGrp="1"/>
          </p:cNvSpPr>
          <p:nvPr>
            <p:ph type="body" idx="1"/>
          </p:nvPr>
        </p:nvSpPr>
        <p:spPr>
          <a:xfrm>
            <a:off x="381000" y="1730374"/>
            <a:ext cx="10515600" cy="4518300"/>
          </a:xfrm>
          <a:prstGeom prst="rect">
            <a:avLst/>
          </a:prstGeom>
          <a:noFill/>
          <a:ln>
            <a:noFill/>
          </a:ln>
        </p:spPr>
        <p:txBody>
          <a:bodyPr spcFirstLastPara="1" wrap="square" lIns="91425" tIns="45700" rIns="91425" bIns="45700" anchor="t" anchorCtr="0">
            <a:noAutofit/>
          </a:bodyPr>
          <a:lstStyle/>
          <a:p>
            <a:pPr marL="457200" lvl="1" indent="0" algn="l" rtl="0">
              <a:lnSpc>
                <a:spcPct val="90000"/>
              </a:lnSpc>
              <a:spcBef>
                <a:spcPts val="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mysql: root@localhost ((none)) &gt; show global variables like 'audit%';</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Variable_name               | Value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audit_log_policy            | ALL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audit_log_rotate_on_size    | 1073741824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audit_log_rotations         | 10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audit_log_strategy          | ASYNCHRONOUS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audit_log_syslog_facility   | LOG_USER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audit_log_syslog_ident      | percona-audit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 audit_log_syslog_priority   | LOG_INFO                 |</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a:t>
            </a:r>
            <a:endParaRPr sz="1700">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1100"/>
              <a:buNone/>
            </a:pPr>
            <a:r>
              <a:rPr lang="en-US" sz="1700">
                <a:solidFill>
                  <a:srgbClr val="000000"/>
                </a:solidFill>
                <a:uFillTx/>
                <a:latin typeface="Courier New"/>
                <a:ea typeface="Courier New"/>
                <a:cs typeface="Courier New"/>
                <a:sym typeface="Courier New"/>
              </a:rPr>
              <a:t>18 rows in set (0.02 sec)</a:t>
            </a:r>
            <a:endParaRPr sz="1700">
              <a:solidFill>
                <a:srgbClr val="000000"/>
              </a:solidFill>
              <a:uFillTx/>
              <a:latin typeface="Courier New"/>
              <a:ea typeface="Courier New"/>
              <a:cs typeface="Courier New"/>
              <a:sym typeface="Courier New"/>
            </a:endParaRPr>
          </a:p>
        </p:txBody>
      </p:sp>
      <p:sp>
        <p:nvSpPr>
          <p:cNvPr id="298" name="Google Shape;298;p52"/>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Audit Plugin</a:t>
            </a:r>
            <a:endParaRPr>
              <a:uFillTx/>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53"/>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Percona Server Encryption Features</a:t>
            </a:r>
            <a:endParaRPr>
              <a:uFillTx/>
            </a:endParaRPr>
          </a:p>
        </p:txBody>
      </p:sp>
      <p:sp>
        <p:nvSpPr>
          <p:cNvPr id="304" name="Google Shape;304;p53"/>
          <p:cNvSpPr txBox="1">
            <a:spLocks noGrp="1"/>
          </p:cNvSpPr>
          <p:nvPr>
            <p:ph type="body" idx="1"/>
          </p:nvPr>
        </p:nvSpPr>
        <p:spPr>
          <a:xfrm>
            <a:off x="831850" y="3851541"/>
            <a:ext cx="10515600" cy="1500300"/>
          </a:xfrm>
          <a:prstGeom prst="rect">
            <a:avLst/>
          </a:prstGeom>
          <a:noFill/>
          <a:ln>
            <a:noFill/>
          </a:ln>
          <a:effectLst>
            <a:outerShdw dist="12700" dir="16200000" algn="tl" rotWithShape="0">
              <a:srgbClr val="000000">
                <a:alpha val="18823"/>
              </a:srgbClr>
            </a:outerShdw>
          </a:effectLst>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dk1"/>
              </a:buClr>
              <a:buSzPts val="1800"/>
              <a:buFont typeface="Arial"/>
              <a:buNone/>
            </a:pPr>
            <a:endParaRPr>
              <a:uFillTx/>
            </a:endParaRPr>
          </a:p>
        </p:txBody>
      </p:sp>
      <p:sp>
        <p:nvSpPr>
          <p:cNvPr id="305" name="Google Shape;305;p53"/>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33</a:t>
            </a:fld>
            <a:endParaRPr>
              <a:uFillTx/>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4"/>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Percona Server Encryption</a:t>
            </a:r>
            <a:endParaRPr>
              <a:uFillTx/>
            </a:endParaRPr>
          </a:p>
        </p:txBody>
      </p:sp>
      <p:sp>
        <p:nvSpPr>
          <p:cNvPr id="311" name="Google Shape;311;p54"/>
          <p:cNvSpPr txBox="1">
            <a:spLocks/>
          </p:cNvSpPr>
          <p:nvPr/>
        </p:nvSpPr>
        <p:spPr>
          <a:xfrm>
            <a:off x="838200" y="1741070"/>
            <a:ext cx="9426000" cy="4351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2400" b="1" i="0" u="none" strike="noStrike" cap="none">
                <a:uFillTx/>
              </a:rPr>
              <a:t>Percona server provides extra encryption</a:t>
            </a:r>
            <a:r>
              <a:rPr lang="en-US" sz="2400" b="1">
                <a:uFillTx/>
              </a:rPr>
              <a:t>:</a:t>
            </a:r>
            <a:endParaRPr sz="2400" b="1" i="0" u="none" strike="noStrike" cap="none">
              <a:uFillTx/>
            </a:endParaRPr>
          </a:p>
          <a:p>
            <a:pPr marL="800100" marR="0" lvl="1" indent="-368300" algn="l" rtl="0">
              <a:lnSpc>
                <a:spcPct val="150000"/>
              </a:lnSpc>
              <a:spcBef>
                <a:spcPts val="500"/>
              </a:spcBef>
              <a:spcAft>
                <a:spcPts val="0"/>
              </a:spcAft>
              <a:buSzPts val="2400"/>
              <a:buFont typeface="Arial"/>
              <a:buChar char="•"/>
            </a:pPr>
            <a:r>
              <a:rPr lang="en-US" sz="2400" b="0" i="0" u="none" strike="noStrike" cap="none">
                <a:uFillTx/>
                <a:latin typeface="Arial"/>
                <a:ea typeface="Arial"/>
                <a:cs typeface="Arial"/>
                <a:sym typeface="Arial"/>
              </a:rPr>
              <a:t>encrypt_binlog                   </a:t>
            </a:r>
            <a:endParaRPr sz="2400">
              <a:uFillTx/>
            </a:endParaRPr>
          </a:p>
          <a:p>
            <a:pPr marL="800100" marR="0" lvl="1" indent="-368300" algn="l" rtl="0">
              <a:lnSpc>
                <a:spcPct val="150000"/>
              </a:lnSpc>
              <a:spcBef>
                <a:spcPts val="500"/>
              </a:spcBef>
              <a:spcAft>
                <a:spcPts val="0"/>
              </a:spcAft>
              <a:buSzPts val="2400"/>
              <a:buFont typeface="Arial"/>
              <a:buChar char="•"/>
            </a:pPr>
            <a:r>
              <a:rPr lang="en-US" sz="2400" b="0" i="0" u="none" strike="noStrike" cap="none">
                <a:uFillTx/>
                <a:latin typeface="Arial"/>
                <a:ea typeface="Arial"/>
                <a:cs typeface="Arial"/>
                <a:sym typeface="Arial"/>
              </a:rPr>
              <a:t>encrypt_tmp_files</a:t>
            </a:r>
            <a:endParaRPr sz="2400" b="0" i="0" u="none" strike="noStrike" cap="none">
              <a:uFillTx/>
              <a:latin typeface="Arial"/>
              <a:ea typeface="Arial"/>
              <a:cs typeface="Arial"/>
              <a:sym typeface="Arial"/>
            </a:endParaRPr>
          </a:p>
          <a:p>
            <a:pPr marL="800100" marR="0" lvl="1" indent="-368300" algn="l" rtl="0">
              <a:lnSpc>
                <a:spcPct val="150000"/>
              </a:lnSpc>
              <a:spcBef>
                <a:spcPts val="500"/>
              </a:spcBef>
              <a:spcAft>
                <a:spcPts val="0"/>
              </a:spcAft>
              <a:buSzPts val="2400"/>
              <a:buFont typeface="Arial"/>
              <a:buChar char="•"/>
            </a:pPr>
            <a:r>
              <a:rPr lang="en-US" sz="2400" b="0" i="0" u="none" strike="noStrike" cap="none">
                <a:uFillTx/>
                <a:latin typeface="Arial"/>
                <a:ea typeface="Arial"/>
                <a:cs typeface="Arial"/>
                <a:sym typeface="Arial"/>
              </a:rPr>
              <a:t>innodb_encrypt_online_alter_logs</a:t>
            </a:r>
            <a:endParaRPr sz="2400" b="0" i="0" u="none" strike="noStrike" cap="none">
              <a:uFillTx/>
              <a:latin typeface="Arial"/>
              <a:ea typeface="Arial"/>
              <a:cs typeface="Arial"/>
              <a:sym typeface="Arial"/>
            </a:endParaRPr>
          </a:p>
          <a:p>
            <a:pPr marL="800100" marR="0" lvl="1" indent="-368300" algn="l" rtl="0">
              <a:lnSpc>
                <a:spcPct val="150000"/>
              </a:lnSpc>
              <a:spcBef>
                <a:spcPts val="500"/>
              </a:spcBef>
              <a:spcAft>
                <a:spcPts val="0"/>
              </a:spcAft>
              <a:buSzPts val="2400"/>
              <a:buFont typeface="Arial"/>
              <a:buChar char="•"/>
            </a:pPr>
            <a:r>
              <a:rPr lang="en-US" sz="2400" b="0" i="0" u="none" strike="noStrike" cap="none">
                <a:uFillTx/>
                <a:latin typeface="Arial"/>
                <a:ea typeface="Arial"/>
                <a:cs typeface="Arial"/>
                <a:sym typeface="Arial"/>
              </a:rPr>
              <a:t>innodb_encrypt_tables – BETA quality</a:t>
            </a:r>
            <a:endParaRPr sz="2400">
              <a:uFillTx/>
            </a:endParaRPr>
          </a:p>
          <a:p>
            <a:pPr marL="800100" marR="0" lvl="1" indent="-368300" algn="l" rtl="0">
              <a:lnSpc>
                <a:spcPct val="150000"/>
              </a:lnSpc>
              <a:spcBef>
                <a:spcPts val="500"/>
              </a:spcBef>
              <a:spcAft>
                <a:spcPts val="0"/>
              </a:spcAft>
              <a:buSzPts val="2400"/>
              <a:buFont typeface="Arial"/>
              <a:buChar char="•"/>
            </a:pPr>
            <a:r>
              <a:rPr lang="en-US" sz="2400" b="0" i="0" u="none" strike="noStrike" cap="none">
                <a:uFillTx/>
                <a:latin typeface="Arial"/>
                <a:ea typeface="Arial"/>
                <a:cs typeface="Arial"/>
                <a:sym typeface="Arial"/>
              </a:rPr>
              <a:t>innodb_parallel_dblwr_encrypt – ALPHA quality</a:t>
            </a:r>
            <a:endParaRPr sz="2400">
              <a:uFillTx/>
            </a:endParaRPr>
          </a:p>
          <a:p>
            <a:pPr marL="800100" marR="0" lvl="1" indent="-368300" algn="l" rtl="0">
              <a:lnSpc>
                <a:spcPct val="150000"/>
              </a:lnSpc>
              <a:spcBef>
                <a:spcPts val="500"/>
              </a:spcBef>
              <a:spcAft>
                <a:spcPts val="0"/>
              </a:spcAft>
              <a:buSzPts val="2400"/>
              <a:buFont typeface="Arial"/>
              <a:buChar char="•"/>
            </a:pPr>
            <a:r>
              <a:rPr lang="en-US" sz="2400" b="0" i="0" u="none" strike="noStrike" cap="none">
                <a:uFillTx/>
                <a:latin typeface="Arial"/>
                <a:ea typeface="Arial"/>
                <a:cs typeface="Arial"/>
                <a:sym typeface="Arial"/>
              </a:rPr>
              <a:t>innodb_sys_tablespace_encrypt – ALPHA quality</a:t>
            </a:r>
            <a:endParaRPr sz="2400">
              <a:uFillTx/>
            </a:endParaRPr>
          </a:p>
          <a:p>
            <a:pPr marL="800100" marR="0" lvl="1" indent="-368300" algn="l" rtl="0">
              <a:lnSpc>
                <a:spcPct val="150000"/>
              </a:lnSpc>
              <a:spcBef>
                <a:spcPts val="500"/>
              </a:spcBef>
              <a:spcAft>
                <a:spcPts val="0"/>
              </a:spcAft>
              <a:buSzPts val="2400"/>
              <a:buFont typeface="Arial"/>
              <a:buChar char="•"/>
            </a:pPr>
            <a:r>
              <a:rPr lang="en-US" sz="2400" b="0" i="0" u="none" strike="noStrike" cap="none">
                <a:uFillTx/>
                <a:latin typeface="Arial"/>
                <a:ea typeface="Arial"/>
                <a:cs typeface="Arial"/>
                <a:sym typeface="Arial"/>
              </a:rPr>
              <a:t>innodb_temp_tablespace_encrypt – BETA quality</a:t>
            </a:r>
            <a:endParaRPr sz="2400">
              <a:uFillTx/>
            </a:endParaRPr>
          </a:p>
          <a:p>
            <a:pPr marL="800100" marR="0" lvl="1" indent="-215900" algn="l" rtl="0">
              <a:lnSpc>
                <a:spcPct val="115000"/>
              </a:lnSpc>
              <a:spcBef>
                <a:spcPts val="500"/>
              </a:spcBef>
              <a:spcAft>
                <a:spcPts val="0"/>
              </a:spcAft>
              <a:buClr>
                <a:srgbClr val="40580F"/>
              </a:buClr>
              <a:buSzPts val="2000"/>
              <a:buFont typeface="Arial"/>
              <a:buNone/>
            </a:pPr>
            <a:endParaRPr sz="2400" b="0" i="0" u="none" strike="noStrike" cap="none">
              <a:uFillTx/>
              <a:latin typeface="Arial"/>
              <a:ea typeface="Arial"/>
              <a:cs typeface="Arial"/>
              <a:sym typeface="Arial"/>
            </a:endParaRPr>
          </a:p>
          <a:p>
            <a:pPr marL="800100" marR="0" lvl="1" indent="-215900" algn="l" rtl="0">
              <a:lnSpc>
                <a:spcPct val="115000"/>
              </a:lnSpc>
              <a:spcBef>
                <a:spcPts val="500"/>
              </a:spcBef>
              <a:spcAft>
                <a:spcPts val="0"/>
              </a:spcAft>
              <a:buClr>
                <a:srgbClr val="40580F"/>
              </a:buClr>
              <a:buSzPts val="2000"/>
              <a:buFont typeface="Arial"/>
              <a:buNone/>
            </a:pPr>
            <a:endParaRPr sz="2400" b="0" i="0" u="none" strike="noStrike" cap="none">
              <a:uFillTx/>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5"/>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Percona Server Encryption</a:t>
            </a:r>
            <a:endParaRPr>
              <a:uFillTx/>
            </a:endParaRPr>
          </a:p>
        </p:txBody>
      </p:sp>
      <p:sp>
        <p:nvSpPr>
          <p:cNvPr id="317" name="Google Shape;317;p55"/>
          <p:cNvSpPr txBox="1">
            <a:spLocks/>
          </p:cNvSpPr>
          <p:nvPr/>
        </p:nvSpPr>
        <p:spPr>
          <a:xfrm>
            <a:off x="381000" y="1741070"/>
            <a:ext cx="9426000" cy="4351200"/>
          </a:xfrm>
          <a:prstGeom prst="rect">
            <a:avLst/>
          </a:prstGeom>
          <a:noFill/>
          <a:ln>
            <a:noFill/>
          </a:ln>
        </p:spPr>
        <p:txBody>
          <a:bodyPr spcFirstLastPara="1" wrap="square" lIns="91425" tIns="45700" rIns="91425" bIns="45700" anchor="t" anchorCtr="0">
            <a:noAutofit/>
          </a:bodyPr>
          <a:lstStyle/>
          <a:p>
            <a:pPr marL="457200" marR="0" lvl="1" indent="0" algn="l" rtl="0">
              <a:lnSpc>
                <a:spcPct val="80000"/>
              </a:lnSpc>
              <a:spcBef>
                <a:spcPts val="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[mysqld]</a:t>
            </a:r>
            <a:endParaRPr sz="2000">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Binary Log Encryption</a:t>
            </a:r>
            <a:endParaRPr sz="2000">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encrypt_binlog</a:t>
            </a:r>
            <a:endParaRPr sz="2000" i="0" u="none" strike="noStrike" cap="none">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master_verify_checksum = 1</a:t>
            </a:r>
            <a:endParaRPr sz="2000">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binlog_checksum = 1</a:t>
            </a:r>
            <a:endParaRPr sz="2000">
              <a:uFillTx/>
              <a:latin typeface="Courier New"/>
              <a:ea typeface="Courier New"/>
              <a:cs typeface="Courier New"/>
              <a:sym typeface="Courier New"/>
            </a:endParaRPr>
          </a:p>
          <a:p>
            <a:pPr marL="457200" marR="0" lvl="1" indent="0" algn="l" rtl="0">
              <a:lnSpc>
                <a:spcPct val="80000"/>
              </a:lnSpc>
              <a:spcBef>
                <a:spcPts val="500"/>
              </a:spcBef>
              <a:spcAft>
                <a:spcPts val="0"/>
              </a:spcAft>
              <a:buClr>
                <a:srgbClr val="40580F"/>
              </a:buClr>
              <a:buSzPts val="2000"/>
              <a:buFont typeface="Arial"/>
              <a:buNone/>
            </a:pPr>
            <a:endParaRPr sz="2000" i="0" u="none" strike="noStrike" cap="none">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mysql: root@localhost ((none)) &gt; show global variables like '%encrypt_binlog%';</a:t>
            </a:r>
            <a:endParaRPr sz="2000">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a:t>
            </a:r>
            <a:endParaRPr sz="2000">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Variable_name  | Value |</a:t>
            </a:r>
            <a:endParaRPr sz="2000">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a:t>
            </a:r>
            <a:endParaRPr sz="2000">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encrypt_binlog | ON    |</a:t>
            </a:r>
            <a:endParaRPr sz="2000">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a:t>
            </a:r>
            <a:endParaRPr sz="2000">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1 row in set (0.00 sec)</a:t>
            </a:r>
            <a:endParaRPr sz="2000">
              <a:uFillTx/>
              <a:latin typeface="Courier New"/>
              <a:ea typeface="Courier New"/>
              <a:cs typeface="Courier New"/>
              <a:sym typeface="Courier New"/>
            </a:endParaRPr>
          </a:p>
          <a:p>
            <a:pPr marL="800100" marR="0" lvl="1" indent="-215900" algn="l" rtl="0">
              <a:lnSpc>
                <a:spcPct val="80000"/>
              </a:lnSpc>
              <a:spcBef>
                <a:spcPts val="500"/>
              </a:spcBef>
              <a:spcAft>
                <a:spcPts val="0"/>
              </a:spcAft>
              <a:buClr>
                <a:srgbClr val="40580F"/>
              </a:buClr>
              <a:buSzPts val="2000"/>
              <a:buFont typeface="Arial"/>
              <a:buNone/>
            </a:pPr>
            <a:endParaRPr sz="2000" i="0" u="none" strike="noStrike" cap="none">
              <a:uFillTx/>
              <a:latin typeface="Courier New"/>
              <a:ea typeface="Courier New"/>
              <a:cs typeface="Courier New"/>
              <a:sym typeface="Courier New"/>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6"/>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Percona Server Encryption</a:t>
            </a:r>
            <a:endParaRPr>
              <a:uFillTx/>
            </a:endParaRPr>
          </a:p>
        </p:txBody>
      </p:sp>
      <p:sp>
        <p:nvSpPr>
          <p:cNvPr id="323" name="Google Shape;323;p56"/>
          <p:cNvSpPr txBox="1">
            <a:spLocks/>
          </p:cNvSpPr>
          <p:nvPr/>
        </p:nvSpPr>
        <p:spPr>
          <a:xfrm>
            <a:off x="381000" y="1741070"/>
            <a:ext cx="9426000" cy="4351200"/>
          </a:xfrm>
          <a:prstGeom prst="rect">
            <a:avLst/>
          </a:prstGeom>
          <a:noFill/>
          <a:ln>
            <a:noFill/>
          </a:ln>
        </p:spPr>
        <p:txBody>
          <a:bodyPr spcFirstLastPara="1" wrap="square" lIns="91425" tIns="45700" rIns="91425" bIns="45700" anchor="t" anchorCtr="0">
            <a:noAutofit/>
          </a:bodyPr>
          <a:lstStyle/>
          <a:p>
            <a:pPr marL="457200" marR="0" lvl="1" indent="0" algn="l" rtl="0">
              <a:lnSpc>
                <a:spcPct val="80000"/>
              </a:lnSpc>
              <a:spcBef>
                <a:spcPts val="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mysql: root@localhost ((none)) &gt; show global variables like '%encrypt%';</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Variable_name                    | Value       |</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block_encryption_mode            | aes-128-ecb |</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encrypt_binlog                   | ON          |</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encrypt_tmp_files                | OFF         |</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innodb_encrypt_online_alter_logs | OFF         |</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innodb_encrypt_tables            | OFF         |</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innodb_parallel_dblwr_encrypt    | OFF         |</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innodb_sys_tablespace_encrypt    | OFF         |</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 innodb_temp_tablespace_encrypt   | OFF         |</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a:t>
            </a:r>
            <a:endParaRPr>
              <a:uFillTx/>
              <a:latin typeface="Courier New"/>
              <a:ea typeface="Courier New"/>
              <a:cs typeface="Courier New"/>
              <a:sym typeface="Courier New"/>
            </a:endParaRPr>
          </a:p>
          <a:p>
            <a:pPr marL="457200" marR="0" lvl="1" indent="0" algn="l" rtl="0">
              <a:lnSpc>
                <a:spcPct val="80000"/>
              </a:lnSpc>
              <a:spcBef>
                <a:spcPts val="500"/>
              </a:spcBef>
              <a:spcAft>
                <a:spcPts val="0"/>
              </a:spcAft>
              <a:buClr>
                <a:schemeClr val="dk1"/>
              </a:buClr>
              <a:buSzPts val="2000"/>
              <a:buFont typeface="Arial"/>
              <a:buNone/>
            </a:pPr>
            <a:r>
              <a:rPr lang="en-US" sz="2000" i="0" u="none" strike="noStrike" cap="none">
                <a:uFillTx/>
                <a:latin typeface="Courier New"/>
                <a:ea typeface="Courier New"/>
                <a:cs typeface="Courier New"/>
                <a:sym typeface="Courier New"/>
              </a:rPr>
              <a:t>8 rows in set (0.00 sec)</a:t>
            </a:r>
            <a:endParaRPr>
              <a:uFillTx/>
              <a:latin typeface="Courier New"/>
              <a:ea typeface="Courier New"/>
              <a:cs typeface="Courier New"/>
              <a:sym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7"/>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MySQL 8 Features </a:t>
            </a:r>
            <a:endParaRPr>
              <a:uFillTx/>
            </a:endParaRPr>
          </a:p>
          <a:p>
            <a:pPr marL="0" lvl="0" indent="0" algn="r" rtl="0">
              <a:lnSpc>
                <a:spcPct val="90000"/>
              </a:lnSpc>
              <a:spcBef>
                <a:spcPts val="0"/>
              </a:spcBef>
              <a:spcAft>
                <a:spcPts val="0"/>
              </a:spcAft>
              <a:buClr>
                <a:schemeClr val="lt2"/>
              </a:buClr>
              <a:buSzPts val="4800"/>
              <a:buFont typeface="Arial"/>
              <a:buNone/>
            </a:pPr>
            <a:r>
              <a:rPr lang="en-US">
                <a:uFillTx/>
              </a:rPr>
              <a:t>(Undo, Redo Encryption)</a:t>
            </a:r>
            <a:endParaRPr>
              <a:uFillTx/>
            </a:endParaRPr>
          </a:p>
        </p:txBody>
      </p:sp>
      <p:sp>
        <p:nvSpPr>
          <p:cNvPr id="329" name="Google Shape;329;p57"/>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37</a:t>
            </a:fld>
            <a:endParaRPr>
              <a:uFillTx/>
            </a:endParaRPr>
          </a:p>
        </p:txBody>
      </p:sp>
      <p:sp>
        <p:nvSpPr>
          <p:cNvPr id="330" name="Google Shape;330;p57"/>
          <p:cNvSpPr txBox="1">
            <a:spLocks noGrp="1"/>
          </p:cNvSpPr>
          <p:nvPr>
            <p:ph type="body" idx="1"/>
          </p:nvPr>
        </p:nvSpPr>
        <p:spPr>
          <a:xfrm>
            <a:off x="831850" y="3851541"/>
            <a:ext cx="10515600" cy="1500300"/>
          </a:xfrm>
          <a:prstGeom prst="rect">
            <a:avLst/>
          </a:prstGeom>
        </p:spPr>
        <p:txBody>
          <a:bodyPr spcFirstLastPara="1" wrap="square" lIns="45700" tIns="22875" rIns="45700" bIns="22875" anchor="t" anchorCtr="0">
            <a:noAutofit/>
          </a:bodyPr>
          <a:lstStyle/>
          <a:p>
            <a:pPr marL="0" lvl="0" indent="0" algn="r" rtl="0">
              <a:spcBef>
                <a:spcPts val="500"/>
              </a:spcBef>
              <a:spcAft>
                <a:spcPts val="0"/>
              </a:spcAft>
              <a:buNone/>
            </a:pPr>
            <a:endParaRPr>
              <a:uFillTx/>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8"/>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MySQL 8 - (Undo, Redo Encryption)</a:t>
            </a:r>
            <a:endParaRPr>
              <a:uFillTx/>
            </a:endParaRPr>
          </a:p>
        </p:txBody>
      </p:sp>
      <p:sp>
        <p:nvSpPr>
          <p:cNvPr id="336" name="Google Shape;336;p58"/>
          <p:cNvSpPr txBox="1">
            <a:spLocks noGrp="1"/>
          </p:cNvSpPr>
          <p:nvPr>
            <p:ph type="body" idx="1"/>
          </p:nvPr>
        </p:nvSpPr>
        <p:spPr>
          <a:xfrm>
            <a:off x="609600" y="1749425"/>
            <a:ext cx="10909200" cy="4351200"/>
          </a:xfrm>
          <a:prstGeom prst="rect">
            <a:avLst/>
          </a:prstGeom>
          <a:noFill/>
          <a:ln>
            <a:noFill/>
          </a:ln>
        </p:spPr>
        <p:txBody>
          <a:bodyPr spcFirstLastPara="1" wrap="square" lIns="91425" tIns="45700" rIns="91425" bIns="45700" anchor="t" anchorCtr="0">
            <a:noAutofit/>
          </a:bodyPr>
          <a:lstStyle/>
          <a:p>
            <a:pPr marL="457200" lvl="1" indent="-254000" algn="l" rtl="0">
              <a:lnSpc>
                <a:spcPct val="115000"/>
              </a:lnSpc>
              <a:spcBef>
                <a:spcPts val="0"/>
              </a:spcBef>
              <a:spcAft>
                <a:spcPts val="0"/>
              </a:spcAft>
              <a:buClr>
                <a:srgbClr val="000000"/>
              </a:buClr>
              <a:buSzPts val="2400"/>
              <a:buChar char="•"/>
            </a:pPr>
            <a:r>
              <a:rPr lang="en-US" sz="2400">
                <a:solidFill>
                  <a:srgbClr val="000000"/>
                </a:solidFill>
                <a:uFillTx/>
              </a:rPr>
              <a:t>MySQL 8 extends tablespace encryption feature to redo log and undo log.</a:t>
            </a:r>
            <a:endParaRPr>
              <a:solidFill>
                <a:srgbClr val="000000"/>
              </a:solidFill>
              <a:uFillTx/>
            </a:endParaRPr>
          </a:p>
          <a:p>
            <a:pPr marL="457200" lvl="1" indent="-254000" algn="l" rtl="0">
              <a:lnSpc>
                <a:spcPct val="115000"/>
              </a:lnSpc>
              <a:spcBef>
                <a:spcPts val="500"/>
              </a:spcBef>
              <a:spcAft>
                <a:spcPts val="0"/>
              </a:spcAft>
              <a:buClr>
                <a:srgbClr val="000000"/>
              </a:buClr>
              <a:buSzPts val="2400"/>
              <a:buChar char="•"/>
            </a:pPr>
            <a:r>
              <a:rPr lang="en-US" sz="2400">
                <a:solidFill>
                  <a:srgbClr val="000000"/>
                </a:solidFill>
                <a:uFillTx/>
              </a:rPr>
              <a:t>It is necessary using one of the Keyring plugins.</a:t>
            </a:r>
            <a:endParaRPr sz="2400">
              <a:solidFill>
                <a:srgbClr val="000000"/>
              </a:solidFill>
              <a:uFillTx/>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9"/>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MySQL 8 - (Undo, Redo Encryption)</a:t>
            </a:r>
            <a:endParaRPr>
              <a:uFillTx/>
            </a:endParaRPr>
          </a:p>
        </p:txBody>
      </p:sp>
      <p:sp>
        <p:nvSpPr>
          <p:cNvPr id="342" name="Google Shape;342;p59"/>
          <p:cNvSpPr txBox="1">
            <a:spLocks noGrp="1"/>
          </p:cNvSpPr>
          <p:nvPr>
            <p:ph type="body" idx="1"/>
          </p:nvPr>
        </p:nvSpPr>
        <p:spPr>
          <a:xfrm>
            <a:off x="838200" y="1825625"/>
            <a:ext cx="10880400" cy="43512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0"/>
              </a:spcBef>
              <a:spcAft>
                <a:spcPts val="0"/>
              </a:spcAft>
              <a:buNone/>
            </a:pPr>
            <a:r>
              <a:rPr lang="en-US" sz="2000">
                <a:solidFill>
                  <a:srgbClr val="000000"/>
                </a:solidFill>
                <a:uFillTx/>
              </a:rPr>
              <a:t>The process is very straightforward, to enable the encryption on the redo log and the undo log:</a:t>
            </a:r>
            <a:endParaRPr sz="2000">
              <a:solidFill>
                <a:srgbClr val="000000"/>
              </a:solidFill>
              <a:uFillTx/>
            </a:endParaRPr>
          </a:p>
          <a:p>
            <a:pPr marL="228600" lvl="1" indent="0" algn="l" rtl="0">
              <a:lnSpc>
                <a:spcPct val="70000"/>
              </a:lnSpc>
              <a:spcBef>
                <a:spcPts val="500"/>
              </a:spcBef>
              <a:spcAft>
                <a:spcPts val="0"/>
              </a:spcAft>
              <a:buClr>
                <a:srgbClr val="40580F"/>
              </a:buClr>
              <a:buSzPts val="1700"/>
              <a:buNone/>
            </a:pPr>
            <a:endParaRPr sz="17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mysql&gt; set global innodb_undo_log_encrypt = 1;</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Query OK, 0 rows affected (0.00 sec)</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mysql&gt; set global innodb_redo_log_encrypt = 1;</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Query OK, 0 rows affected (0.00 sec)</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mysql&gt; show global variables like '%log_encrypt%';</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 Variable_name           | Value |</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 innodb_redo_log_encrypt | ON    |</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 innodb_undo_log_encrypt | ON    |</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a:t>
            </a:r>
            <a:endParaRPr sz="1800">
              <a:solidFill>
                <a:srgbClr val="000000"/>
              </a:solidFill>
              <a:uFillTx/>
              <a:latin typeface="Courier New"/>
              <a:ea typeface="Courier New"/>
              <a:cs typeface="Courier New"/>
              <a:sym typeface="Courier New"/>
            </a:endParaRPr>
          </a:p>
          <a:p>
            <a:pPr marL="228600" lvl="1" indent="0" algn="l" rtl="0">
              <a:lnSpc>
                <a:spcPct val="70000"/>
              </a:lnSpc>
              <a:spcBef>
                <a:spcPts val="500"/>
              </a:spcBef>
              <a:spcAft>
                <a:spcPts val="0"/>
              </a:spcAft>
              <a:buClr>
                <a:srgbClr val="40580F"/>
              </a:buClr>
              <a:buSzPts val="1700"/>
              <a:buNone/>
            </a:pPr>
            <a:r>
              <a:rPr lang="en-US" sz="1800">
                <a:solidFill>
                  <a:srgbClr val="000000"/>
                </a:solidFill>
                <a:uFillTx/>
                <a:latin typeface="Courier New"/>
                <a:ea typeface="Courier New"/>
                <a:cs typeface="Courier New"/>
                <a:sym typeface="Courier New"/>
              </a:rPr>
              <a:t>2 rows in set (0.00 sec)</a:t>
            </a:r>
            <a:endParaRPr sz="1800">
              <a:solidFill>
                <a:srgbClr val="000000"/>
              </a:solidFill>
              <a:uFillTx/>
              <a:latin typeface="Courier New"/>
              <a:ea typeface="Courier New"/>
              <a:cs typeface="Courier New"/>
              <a:sym typeface="Courier New"/>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60"/>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Transparent Data Encryption (TDE)</a:t>
            </a:r>
            <a:endParaRPr>
              <a:uFillTx/>
            </a:endParaRPr>
          </a:p>
        </p:txBody>
      </p:sp>
      <p:sp>
        <p:nvSpPr>
          <p:cNvPr id="348" name="Google Shape;348;p60"/>
          <p:cNvSpPr txBox="1">
            <a:spLocks noGrp="1"/>
          </p:cNvSpPr>
          <p:nvPr>
            <p:ph type="body" idx="1"/>
          </p:nvPr>
        </p:nvSpPr>
        <p:spPr>
          <a:xfrm>
            <a:off x="831850" y="3851541"/>
            <a:ext cx="10515600" cy="1500300"/>
          </a:xfrm>
          <a:prstGeom prst="rect">
            <a:avLst/>
          </a:prstGeom>
          <a:noFill/>
          <a:ln>
            <a:noFill/>
          </a:ln>
          <a:effectLst>
            <a:outerShdw dist="12700" dir="16200000" algn="tl" rotWithShape="0">
              <a:srgbClr val="000000">
                <a:alpha val="18823"/>
              </a:srgbClr>
            </a:outerShdw>
          </a:effectLst>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dk1"/>
              </a:buClr>
              <a:buSzPts val="1800"/>
              <a:buFont typeface="Arial"/>
              <a:buNone/>
            </a:pPr>
            <a:endParaRPr>
              <a:uFillTx/>
            </a:endParaRPr>
          </a:p>
        </p:txBody>
      </p:sp>
      <p:sp>
        <p:nvSpPr>
          <p:cNvPr id="349" name="Google Shape;349;p60"/>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40</a:t>
            </a:fld>
            <a:endParaRPr>
              <a:uFillTx/>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61"/>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Transparent Data Encryption (TDE)</a:t>
            </a:r>
            <a:endParaRPr>
              <a:uFillTx/>
            </a:endParaRPr>
          </a:p>
        </p:txBody>
      </p:sp>
      <p:sp>
        <p:nvSpPr>
          <p:cNvPr id="355" name="Google Shape;355;p61"/>
          <p:cNvSpPr txBox="1">
            <a:spLocks noGrp="1"/>
          </p:cNvSpPr>
          <p:nvPr>
            <p:ph type="body" idx="1"/>
          </p:nvPr>
        </p:nvSpPr>
        <p:spPr>
          <a:xfrm>
            <a:off x="838200" y="1741075"/>
            <a:ext cx="10002300" cy="43512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400"/>
              <a:buFont typeface="Arial"/>
              <a:buChar char="•"/>
            </a:pPr>
            <a:r>
              <a:rPr lang="en-US">
                <a:uFillTx/>
              </a:rPr>
              <a:t>Enables data-at-rest encryption in the database.</a:t>
            </a:r>
            <a:endParaRPr>
              <a:uFillTx/>
            </a:endParaRPr>
          </a:p>
          <a:p>
            <a:pPr marL="342900" lvl="0" indent="-342900" algn="l" rtl="0">
              <a:lnSpc>
                <a:spcPct val="90000"/>
              </a:lnSpc>
              <a:spcBef>
                <a:spcPts val="1000"/>
              </a:spcBef>
              <a:spcAft>
                <a:spcPts val="0"/>
              </a:spcAft>
              <a:buClr>
                <a:schemeClr val="dk1"/>
              </a:buClr>
              <a:buSzPts val="2400"/>
              <a:buFont typeface="Arial"/>
              <a:buChar char="•"/>
            </a:pPr>
            <a:r>
              <a:rPr lang="en-US">
                <a:uFillTx/>
              </a:rPr>
              <a:t>Encryption and decryption occurs without any additional coding, data type or schema modifications.</a:t>
            </a:r>
            <a:endParaRPr>
              <a:uFillTx/>
            </a:endParaRPr>
          </a:p>
          <a:p>
            <a:pPr marL="342900" lvl="0" indent="-190500" algn="l" rtl="0">
              <a:lnSpc>
                <a:spcPct val="90000"/>
              </a:lnSpc>
              <a:spcBef>
                <a:spcPts val="1000"/>
              </a:spcBef>
              <a:spcAft>
                <a:spcPts val="0"/>
              </a:spcAft>
              <a:buClr>
                <a:schemeClr val="dk1"/>
              </a:buClr>
              <a:buSzPts val="2400"/>
              <a:buFont typeface="Arial"/>
              <a:buNone/>
            </a:pPr>
            <a:endParaRPr>
              <a:uFillTx/>
            </a:endParaRPr>
          </a:p>
          <a:p>
            <a:pPr marL="342900" lvl="0" indent="-190500" algn="l" rtl="0">
              <a:lnSpc>
                <a:spcPct val="90000"/>
              </a:lnSpc>
              <a:spcBef>
                <a:spcPts val="1000"/>
              </a:spcBef>
              <a:spcAft>
                <a:spcPts val="0"/>
              </a:spcAft>
              <a:buClr>
                <a:schemeClr val="dk1"/>
              </a:buClr>
              <a:buSzPts val="2400"/>
              <a:buFont typeface="Arial"/>
              <a:buNone/>
            </a:pPr>
            <a:endParaRPr>
              <a:uFillTx/>
            </a:endParaRPr>
          </a:p>
          <a:p>
            <a:pPr marL="800100" lvl="1" indent="-215900" algn="l" rtl="0">
              <a:lnSpc>
                <a:spcPct val="90000"/>
              </a:lnSpc>
              <a:spcBef>
                <a:spcPts val="500"/>
              </a:spcBef>
              <a:spcAft>
                <a:spcPts val="0"/>
              </a:spcAft>
              <a:buClr>
                <a:srgbClr val="40580F"/>
              </a:buClr>
              <a:buSzPts val="2000"/>
              <a:buNone/>
            </a:pPr>
            <a:endParaRPr>
              <a:solidFill>
                <a:schemeClr val="dk1"/>
              </a:solidFill>
              <a:uFillTx/>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62"/>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Transparent Data Encryption (TDE)</a:t>
            </a:r>
            <a:endParaRPr>
              <a:uFillTx/>
            </a:endParaRPr>
          </a:p>
        </p:txBody>
      </p:sp>
      <p:sp>
        <p:nvSpPr>
          <p:cNvPr id="361" name="Google Shape;361;p62"/>
          <p:cNvSpPr txBox="1">
            <a:spLocks noGrp="1"/>
          </p:cNvSpPr>
          <p:nvPr>
            <p:ph type="body" idx="1"/>
          </p:nvPr>
        </p:nvSpPr>
        <p:spPr>
          <a:xfrm>
            <a:off x="381000" y="1817275"/>
            <a:ext cx="11216100" cy="4351200"/>
          </a:xfrm>
          <a:prstGeom prst="rect">
            <a:avLst/>
          </a:prstGeom>
          <a:noFill/>
          <a:ln>
            <a:noFill/>
          </a:ln>
        </p:spPr>
        <p:txBody>
          <a:bodyPr spcFirstLastPara="1" wrap="square" lIns="91425" tIns="45700" rIns="91425" bIns="45700" anchor="t" anchorCtr="0">
            <a:noAutofit/>
          </a:bodyPr>
          <a:lstStyle/>
          <a:p>
            <a:pPr marL="457200" lvl="1" indent="0" algn="l" rtl="0">
              <a:lnSpc>
                <a:spcPct val="70000"/>
              </a:lnSpc>
              <a:spcBef>
                <a:spcPts val="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[mysqld]</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 TDE</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early-plugin-load=keyring_file.so</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keyring-file-data=/var/lib/mysql-keyring/keyring</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rgbClr val="40580F"/>
              </a:buClr>
              <a:buSzPts val="1665"/>
              <a:buNone/>
            </a:pP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mysql: root@localhost ((none)) &gt; INSTALL PLUGIN keyring_udf SONAME 'keyring_udf.so';</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Query OK, 0 rows affected (0.00 sec)</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rgbClr val="40580F"/>
              </a:buClr>
              <a:buSzPts val="1665"/>
              <a:buNone/>
            </a:pP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mysql: root@localhost ((none)) &gt; SELECT PLUGIN_NAME, PLUGIN_STATUS</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            FROM INFORMATION_SCHEMA.PLUGINS</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            WHERE PLUGIN_NAME LIKE 'keyring%';</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 PLUGIN_NAME  | PLUGIN_STATUS |</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 keyring_file | ACTIVE        |</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 keyring_udf  | ACTIVE        |</a:t>
            </a:r>
            <a:endParaRPr sz="18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665"/>
              <a:buNone/>
            </a:pPr>
            <a:r>
              <a:rPr lang="en-US" sz="1800">
                <a:solidFill>
                  <a:srgbClr val="000000"/>
                </a:solidFill>
                <a:uFillTx/>
                <a:latin typeface="Courier New"/>
                <a:ea typeface="Courier New"/>
                <a:cs typeface="Courier New"/>
                <a:sym typeface="Courier New"/>
              </a:rPr>
              <a:t>+--------------+---------</a:t>
            </a:r>
            <a:endParaRPr sz="1800">
              <a:solidFill>
                <a:srgbClr val="000000"/>
              </a:solidFill>
              <a:uFillTx/>
              <a:latin typeface="Courier New"/>
              <a:ea typeface="Courier New"/>
              <a:cs typeface="Courier New"/>
              <a:sym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3"/>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Transparent Data Encryption (TDE)</a:t>
            </a:r>
            <a:endParaRPr>
              <a:uFillTx/>
            </a:endParaRPr>
          </a:p>
        </p:txBody>
      </p:sp>
      <p:sp>
        <p:nvSpPr>
          <p:cNvPr id="367" name="Google Shape;367;p63"/>
          <p:cNvSpPr txBox="1">
            <a:spLocks noGrp="1"/>
          </p:cNvSpPr>
          <p:nvPr>
            <p:ph type="body" idx="1"/>
          </p:nvPr>
        </p:nvSpPr>
        <p:spPr>
          <a:xfrm>
            <a:off x="381000" y="1817275"/>
            <a:ext cx="11509500" cy="4351200"/>
          </a:xfrm>
          <a:prstGeom prst="rect">
            <a:avLst/>
          </a:prstGeom>
          <a:noFill/>
          <a:ln>
            <a:noFill/>
          </a:ln>
        </p:spPr>
        <p:txBody>
          <a:bodyPr spcFirstLastPara="1" wrap="square" lIns="91425" tIns="45700" rIns="91425" bIns="45700" anchor="t" anchorCtr="0">
            <a:noAutofit/>
          </a:bodyPr>
          <a:lstStyle/>
          <a:p>
            <a:pPr marL="457200" lvl="1" indent="0" algn="l" rtl="0">
              <a:lnSpc>
                <a:spcPct val="70000"/>
              </a:lnSpc>
              <a:spcBef>
                <a:spcPts val="0"/>
              </a:spcBef>
              <a:spcAft>
                <a:spcPts val="0"/>
              </a:spcAft>
              <a:buClr>
                <a:schemeClr val="dk1"/>
              </a:buClr>
              <a:buSzPts val="1395"/>
              <a:buNone/>
            </a:pPr>
            <a:r>
              <a:rPr lang="en-US" sz="1700">
                <a:solidFill>
                  <a:srgbClr val="000000"/>
                </a:solidFill>
                <a:uFillTx/>
                <a:latin typeface="Courier New"/>
                <a:ea typeface="Courier New"/>
                <a:cs typeface="Courier New"/>
                <a:sym typeface="Courier New"/>
              </a:rPr>
              <a:t>mysql: root@localhost ((none)) &gt; SELECT keyring_key_generate('MyKey', 'AES', 32);</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395"/>
              <a:buNone/>
            </a:pPr>
            <a:r>
              <a:rPr lang="en-US" sz="1700">
                <a:solidFill>
                  <a:srgbClr val="000000"/>
                </a:solidFill>
                <a:uFillTx/>
                <a:latin typeface="Courier New"/>
                <a:ea typeface="Courier New"/>
                <a:cs typeface="Courier New"/>
                <a:sym typeface="Courier New"/>
              </a:rPr>
              <a:t>+------------------------------------------+</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395"/>
              <a:buNone/>
            </a:pPr>
            <a:r>
              <a:rPr lang="en-US" sz="1700">
                <a:solidFill>
                  <a:srgbClr val="000000"/>
                </a:solidFill>
                <a:uFillTx/>
                <a:latin typeface="Courier New"/>
                <a:ea typeface="Courier New"/>
                <a:cs typeface="Courier New"/>
                <a:sym typeface="Courier New"/>
              </a:rPr>
              <a:t>| keyring_key_generate('MyKey', 'AES', 32) |</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395"/>
              <a:buNone/>
            </a:pPr>
            <a:r>
              <a:rPr lang="en-US" sz="1700">
                <a:solidFill>
                  <a:srgbClr val="000000"/>
                </a:solidFill>
                <a:uFillTx/>
                <a:latin typeface="Courier New"/>
                <a:ea typeface="Courier New"/>
                <a:cs typeface="Courier New"/>
                <a:sym typeface="Courier New"/>
              </a:rPr>
              <a:t>+------------------------------------------+</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395"/>
              <a:buNone/>
            </a:pPr>
            <a:r>
              <a:rPr lang="en-US" sz="1700">
                <a:solidFill>
                  <a:srgbClr val="000000"/>
                </a:solidFill>
                <a:uFillTx/>
                <a:latin typeface="Courier New"/>
                <a:ea typeface="Courier New"/>
                <a:cs typeface="Courier New"/>
                <a:sym typeface="Courier New"/>
              </a:rPr>
              <a:t>|                                        1 |</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395"/>
              <a:buNone/>
            </a:pPr>
            <a:r>
              <a:rPr lang="en-US" sz="1700">
                <a:solidFill>
                  <a:srgbClr val="000000"/>
                </a:solidFill>
                <a:uFillTx/>
                <a:latin typeface="Courier New"/>
                <a:ea typeface="Courier New"/>
                <a:cs typeface="Courier New"/>
                <a:sym typeface="Courier New"/>
              </a:rPr>
              <a:t>+------------------------------------------+</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395"/>
              <a:buNone/>
            </a:pPr>
            <a:r>
              <a:rPr lang="en-US" sz="1700">
                <a:solidFill>
                  <a:srgbClr val="000000"/>
                </a:solidFill>
                <a:uFillTx/>
                <a:latin typeface="Courier New"/>
                <a:ea typeface="Courier New"/>
                <a:cs typeface="Courier New"/>
                <a:sym typeface="Courier New"/>
              </a:rPr>
              <a:t>1 row in set (0.00 sec)</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rgbClr val="40580F"/>
              </a:buClr>
              <a:buSzPts val="1395"/>
              <a:buNone/>
            </a:pP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395"/>
              <a:buNone/>
            </a:pPr>
            <a:r>
              <a:rPr lang="en-US" sz="1700">
                <a:solidFill>
                  <a:srgbClr val="000000"/>
                </a:solidFill>
                <a:uFillTx/>
                <a:latin typeface="Courier New"/>
                <a:ea typeface="Courier New"/>
                <a:cs typeface="Courier New"/>
                <a:sym typeface="Courier New"/>
              </a:rPr>
              <a:t>mysql&gt; CREATE TABLESPACE `amer_meeting1` ADD DATAFILE 'amer_meeting1.ibd' ENCRYPTION = 'Y' Engine=InnoDB;</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395"/>
              <a:buNone/>
            </a:pPr>
            <a:r>
              <a:rPr lang="en-US" sz="1700">
                <a:solidFill>
                  <a:srgbClr val="000000"/>
                </a:solidFill>
                <a:uFillTx/>
                <a:latin typeface="Courier New"/>
                <a:ea typeface="Courier New"/>
                <a:cs typeface="Courier New"/>
                <a:sym typeface="Courier New"/>
              </a:rPr>
              <a:t>Query OK, 0 rows affected (0.01 sec)</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rgbClr val="40580F"/>
              </a:buClr>
              <a:buSzPts val="1395"/>
              <a:buNone/>
            </a:pP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550"/>
              <a:buNone/>
            </a:pPr>
            <a:r>
              <a:rPr lang="en-US" sz="1700">
                <a:solidFill>
                  <a:srgbClr val="000000"/>
                </a:solidFill>
                <a:uFillTx/>
                <a:latin typeface="Courier New"/>
                <a:ea typeface="Courier New"/>
                <a:cs typeface="Courier New"/>
                <a:sym typeface="Courier New"/>
              </a:rPr>
              <a:t>mysql: root@localhost (test) &gt; CREATE TABLE t1 (a INT, b TEXT) TABLESPACE vgrippa ENCRYPTION='N';</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550"/>
              <a:buNone/>
            </a:pPr>
            <a:r>
              <a:rPr lang="en-US" sz="1700">
                <a:solidFill>
                  <a:srgbClr val="000000"/>
                </a:solidFill>
                <a:uFillTx/>
                <a:latin typeface="Courier New"/>
                <a:ea typeface="Courier New"/>
                <a:cs typeface="Courier New"/>
                <a:sym typeface="Courier New"/>
              </a:rPr>
              <a:t>ERROR 1478 (HY000): InnoDB: Tablespace `vgrippa` can contain only an ENCRYPTED tables.</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rgbClr val="40580F"/>
              </a:buClr>
              <a:buSzPts val="1550"/>
              <a:buNone/>
            </a:pP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550"/>
              <a:buNone/>
            </a:pPr>
            <a:r>
              <a:rPr lang="en-US" sz="1700">
                <a:solidFill>
                  <a:srgbClr val="000000"/>
                </a:solidFill>
                <a:uFillTx/>
                <a:latin typeface="Courier New"/>
                <a:ea typeface="Courier New"/>
                <a:cs typeface="Courier New"/>
                <a:sym typeface="Courier New"/>
              </a:rPr>
              <a:t>mysql: root@localhost (test) &gt; CREATE TABLE t1 (a INT, b TEXT) TABLESPACE vgrippa ENCRYPTION='Y';</a:t>
            </a:r>
            <a:endParaRPr sz="1700">
              <a:solidFill>
                <a:srgbClr val="000000"/>
              </a:solidFill>
              <a:uFillTx/>
              <a:latin typeface="Courier New"/>
              <a:ea typeface="Courier New"/>
              <a:cs typeface="Courier New"/>
              <a:sym typeface="Courier New"/>
            </a:endParaRPr>
          </a:p>
          <a:p>
            <a:pPr marL="457200" lvl="1" indent="0" algn="l" rtl="0">
              <a:lnSpc>
                <a:spcPct val="70000"/>
              </a:lnSpc>
              <a:spcBef>
                <a:spcPts val="500"/>
              </a:spcBef>
              <a:spcAft>
                <a:spcPts val="0"/>
              </a:spcAft>
              <a:buClr>
                <a:schemeClr val="dk1"/>
              </a:buClr>
              <a:buSzPts val="1550"/>
              <a:buNone/>
            </a:pPr>
            <a:r>
              <a:rPr lang="en-US" sz="1700">
                <a:solidFill>
                  <a:srgbClr val="000000"/>
                </a:solidFill>
                <a:uFillTx/>
                <a:latin typeface="Courier New"/>
                <a:ea typeface="Courier New"/>
                <a:cs typeface="Courier New"/>
                <a:sym typeface="Courier New"/>
              </a:rPr>
              <a:t>Query OK, 0 rows affected (0.02 sec)</a:t>
            </a:r>
            <a:endParaRPr sz="1700">
              <a:solidFill>
                <a:srgbClr val="000000"/>
              </a:solidFill>
              <a:uFillTx/>
              <a:latin typeface="Courier New"/>
              <a:ea typeface="Courier New"/>
              <a:cs typeface="Courier New"/>
              <a:sym typeface="Courier New"/>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64"/>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Transparent Data Encryption (TDE)</a:t>
            </a:r>
            <a:endParaRPr>
              <a:uFillTx/>
            </a:endParaRPr>
          </a:p>
        </p:txBody>
      </p:sp>
      <p:sp>
        <p:nvSpPr>
          <p:cNvPr id="373" name="Google Shape;373;p64"/>
          <p:cNvSpPr txBox="1">
            <a:spLocks noGrp="1"/>
          </p:cNvSpPr>
          <p:nvPr>
            <p:ph type="body" idx="1"/>
          </p:nvPr>
        </p:nvSpPr>
        <p:spPr>
          <a:xfrm>
            <a:off x="838200" y="1741075"/>
            <a:ext cx="10062300" cy="4351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sz="2000">
                <a:solidFill>
                  <a:srgbClr val="000000"/>
                </a:solidFill>
                <a:uFillTx/>
              </a:rPr>
              <a:t>A flag field in the INFORMATION_SCHEMA.INNODB_SYS_TABLESPACES has bit number 13 set if tablespace is encrypted. </a:t>
            </a:r>
            <a:endParaRPr sz="2000">
              <a:solidFill>
                <a:srgbClr val="000000"/>
              </a:solidFill>
              <a:uFillTx/>
            </a:endParaRPr>
          </a:p>
          <a:p>
            <a:pPr marL="0" lvl="0" indent="0" algn="l" rtl="0">
              <a:lnSpc>
                <a:spcPct val="90000"/>
              </a:lnSpc>
              <a:spcBef>
                <a:spcPts val="0"/>
              </a:spcBef>
              <a:spcAft>
                <a:spcPts val="0"/>
              </a:spcAft>
              <a:buNone/>
            </a:pPr>
            <a:endParaRPr sz="2000">
              <a:solidFill>
                <a:srgbClr val="000000"/>
              </a:solidFill>
              <a:uFillTx/>
            </a:endParaRPr>
          </a:p>
          <a:p>
            <a:pPr marL="457200" lvl="1" indent="0" algn="l" rtl="0">
              <a:lnSpc>
                <a:spcPct val="90000"/>
              </a:lnSpc>
              <a:spcBef>
                <a:spcPts val="500"/>
              </a:spcBef>
              <a:spcAft>
                <a:spcPts val="0"/>
              </a:spcAft>
              <a:buClr>
                <a:schemeClr val="dk1"/>
              </a:buClr>
              <a:buSzPts val="2000"/>
              <a:buNone/>
            </a:pPr>
            <a:r>
              <a:rPr lang="en-US">
                <a:solidFill>
                  <a:srgbClr val="000000"/>
                </a:solidFill>
                <a:uFillTx/>
                <a:latin typeface="Courier New"/>
                <a:ea typeface="Courier New"/>
                <a:cs typeface="Courier New"/>
                <a:sym typeface="Courier New"/>
              </a:rPr>
              <a:t>mysql: root@localhost (test) &gt; SELECT space, name, flag, (flag &amp; 8192) != 0 AS encrypted FROM INFORMATION_SCHEMA.INNODB_SYS_TABLESPACES WHERE name in ('vgrippa');</a:t>
            </a:r>
            <a:endParaRPr>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a:solidFill>
                  <a:srgbClr val="000000"/>
                </a:solidFill>
                <a:uFillTx/>
                <a:latin typeface="Courier New"/>
                <a:ea typeface="Courier New"/>
                <a:cs typeface="Courier New"/>
                <a:sym typeface="Courier New"/>
              </a:rPr>
              <a:t>+-------+---------+-------+-----------+</a:t>
            </a:r>
            <a:endParaRPr>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a:solidFill>
                  <a:srgbClr val="000000"/>
                </a:solidFill>
                <a:uFillTx/>
                <a:latin typeface="Courier New"/>
                <a:ea typeface="Courier New"/>
                <a:cs typeface="Courier New"/>
                <a:sym typeface="Courier New"/>
              </a:rPr>
              <a:t>| space | name    | flag  | encrypted |</a:t>
            </a:r>
            <a:endParaRPr>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a:solidFill>
                  <a:srgbClr val="000000"/>
                </a:solidFill>
                <a:uFillTx/>
                <a:latin typeface="Courier New"/>
                <a:ea typeface="Courier New"/>
                <a:cs typeface="Courier New"/>
                <a:sym typeface="Courier New"/>
              </a:rPr>
              <a:t>+-------+---------+-------+-----------+</a:t>
            </a:r>
            <a:endParaRPr>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a:solidFill>
                  <a:srgbClr val="000000"/>
                </a:solidFill>
                <a:uFillTx/>
                <a:latin typeface="Courier New"/>
                <a:ea typeface="Courier New"/>
                <a:cs typeface="Courier New"/>
                <a:sym typeface="Courier New"/>
              </a:rPr>
              <a:t>|   156 | vgrippa | 10240 |         1 |</a:t>
            </a:r>
            <a:endParaRPr>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a:solidFill>
                  <a:srgbClr val="000000"/>
                </a:solidFill>
                <a:uFillTx/>
                <a:latin typeface="Courier New"/>
                <a:ea typeface="Courier New"/>
                <a:cs typeface="Courier New"/>
                <a:sym typeface="Courier New"/>
              </a:rPr>
              <a:t>+-------+---------+-------+-----------+</a:t>
            </a:r>
            <a:endParaRPr>
              <a:solidFill>
                <a:srgbClr val="000000"/>
              </a:solidFill>
              <a:uFillTx/>
              <a:latin typeface="Courier New"/>
              <a:ea typeface="Courier New"/>
              <a:cs typeface="Courier New"/>
              <a:sym typeface="Courier New"/>
            </a:endParaRPr>
          </a:p>
          <a:p>
            <a:pPr marL="457200" lvl="1" indent="0" algn="l" rtl="0">
              <a:lnSpc>
                <a:spcPct val="90000"/>
              </a:lnSpc>
              <a:spcBef>
                <a:spcPts val="500"/>
              </a:spcBef>
              <a:spcAft>
                <a:spcPts val="0"/>
              </a:spcAft>
              <a:buClr>
                <a:schemeClr val="dk1"/>
              </a:buClr>
              <a:buSzPts val="2000"/>
              <a:buNone/>
            </a:pPr>
            <a:r>
              <a:rPr lang="en-US">
                <a:solidFill>
                  <a:srgbClr val="000000"/>
                </a:solidFill>
                <a:uFillTx/>
                <a:latin typeface="Courier New"/>
                <a:ea typeface="Courier New"/>
                <a:cs typeface="Courier New"/>
                <a:sym typeface="Courier New"/>
              </a:rPr>
              <a:t>1 row in set (0.00 sec)</a:t>
            </a:r>
            <a:endParaRPr>
              <a:solidFill>
                <a:srgbClr val="000000"/>
              </a:solidFill>
              <a:uFillTx/>
              <a:latin typeface="Courier New"/>
              <a:ea typeface="Courier New"/>
              <a:cs typeface="Courier New"/>
              <a:sym typeface="Courier New"/>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65"/>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caching_sha2_password</a:t>
            </a:r>
            <a:endParaRPr>
              <a:uFillTx/>
            </a:endParaRPr>
          </a:p>
        </p:txBody>
      </p:sp>
      <p:sp>
        <p:nvSpPr>
          <p:cNvPr id="379" name="Google Shape;379;p65"/>
          <p:cNvSpPr txBox="1">
            <a:spLocks noGrp="1"/>
          </p:cNvSpPr>
          <p:nvPr>
            <p:ph type="body" idx="1"/>
          </p:nvPr>
        </p:nvSpPr>
        <p:spPr>
          <a:xfrm>
            <a:off x="831850" y="3851541"/>
            <a:ext cx="10515600" cy="1500300"/>
          </a:xfrm>
          <a:prstGeom prst="rect">
            <a:avLst/>
          </a:prstGeom>
          <a:noFill/>
          <a:ln>
            <a:noFill/>
          </a:ln>
          <a:effectLst>
            <a:outerShdw dist="12700" dir="16200000" algn="tl" rotWithShape="0">
              <a:srgbClr val="000000">
                <a:alpha val="18823"/>
              </a:srgbClr>
            </a:outerShdw>
          </a:effectLst>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dk1"/>
              </a:buClr>
              <a:buSzPts val="1800"/>
              <a:buFont typeface="Arial"/>
              <a:buNone/>
            </a:pPr>
            <a:endParaRPr>
              <a:uFillTx/>
            </a:endParaRPr>
          </a:p>
        </p:txBody>
      </p:sp>
      <p:sp>
        <p:nvSpPr>
          <p:cNvPr id="380" name="Google Shape;380;p65"/>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45</a:t>
            </a:fld>
            <a:endParaRPr>
              <a:uFillTx/>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66"/>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caching_sha2_password</a:t>
            </a:r>
            <a:endParaRPr>
              <a:uFillTx/>
              <a:latin typeface="Arial"/>
              <a:ea typeface="Arial"/>
              <a:cs typeface="Arial"/>
              <a:sym typeface="Arial"/>
            </a:endParaRPr>
          </a:p>
        </p:txBody>
      </p:sp>
      <p:sp>
        <p:nvSpPr>
          <p:cNvPr id="386" name="Google Shape;386;p66"/>
          <p:cNvSpPr txBox="1">
            <a:spLocks noGrp="1"/>
          </p:cNvSpPr>
          <p:nvPr>
            <p:ph type="body" idx="1"/>
          </p:nvPr>
        </p:nvSpPr>
        <p:spPr>
          <a:xfrm>
            <a:off x="838200" y="1771125"/>
            <a:ext cx="11070600" cy="4172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en-US" b="0">
                <a:solidFill>
                  <a:srgbClr val="000000"/>
                </a:solidFill>
                <a:uFillTx/>
                <a:latin typeface="Arial"/>
                <a:ea typeface="Arial"/>
                <a:cs typeface="Arial"/>
                <a:sym typeface="Arial"/>
              </a:rPr>
              <a:t>MySQL provides two authentication plugins that implement SHA-256 hashing for user account passwords:</a:t>
            </a:r>
            <a:endParaRPr b="0">
              <a:solidFill>
                <a:srgbClr val="000000"/>
              </a:solidFill>
              <a:uFillTx/>
              <a:latin typeface="Arial"/>
              <a:ea typeface="Arial"/>
              <a:cs typeface="Arial"/>
              <a:sym typeface="Arial"/>
            </a:endParaRPr>
          </a:p>
          <a:p>
            <a:pPr marL="342900" lvl="0" indent="-342900" algn="l" rtl="0">
              <a:lnSpc>
                <a:spcPct val="90000"/>
              </a:lnSpc>
              <a:spcBef>
                <a:spcPts val="1100"/>
              </a:spcBef>
              <a:spcAft>
                <a:spcPts val="0"/>
              </a:spcAft>
              <a:buClr>
                <a:srgbClr val="000000"/>
              </a:buClr>
              <a:buSzPts val="2400"/>
              <a:buFont typeface="Arial"/>
              <a:buChar char="•"/>
            </a:pPr>
            <a:r>
              <a:rPr lang="en-US" b="0">
                <a:solidFill>
                  <a:srgbClr val="000000"/>
                </a:solidFill>
                <a:uFillTx/>
                <a:latin typeface="Courier New"/>
                <a:ea typeface="Courier New"/>
                <a:cs typeface="Courier New"/>
                <a:sym typeface="Courier New"/>
              </a:rPr>
              <a:t>sha256_password</a:t>
            </a:r>
            <a:r>
              <a:rPr lang="en-US" b="0">
                <a:solidFill>
                  <a:srgbClr val="000000"/>
                </a:solidFill>
                <a:uFillTx/>
                <a:latin typeface="Arial"/>
                <a:ea typeface="Arial"/>
                <a:cs typeface="Arial"/>
                <a:sym typeface="Arial"/>
              </a:rPr>
              <a:t>: Implements basic SHA-256 authentication</a:t>
            </a:r>
            <a:endParaRPr b="0">
              <a:solidFill>
                <a:srgbClr val="000000"/>
              </a:solidFill>
              <a:uFillTx/>
              <a:latin typeface="Arial"/>
              <a:ea typeface="Arial"/>
              <a:cs typeface="Arial"/>
              <a:sym typeface="Arial"/>
            </a:endParaRPr>
          </a:p>
          <a:p>
            <a:pPr marL="342900" lvl="0" indent="-342900" algn="l" rtl="0">
              <a:lnSpc>
                <a:spcPct val="90000"/>
              </a:lnSpc>
              <a:spcBef>
                <a:spcPts val="1100"/>
              </a:spcBef>
              <a:spcAft>
                <a:spcPts val="0"/>
              </a:spcAft>
              <a:buClr>
                <a:srgbClr val="000000"/>
              </a:buClr>
              <a:buSzPts val="2400"/>
              <a:buFont typeface="Arial"/>
              <a:buChar char="•"/>
            </a:pPr>
            <a:r>
              <a:rPr lang="en-US" b="0">
                <a:solidFill>
                  <a:srgbClr val="000000"/>
                </a:solidFill>
                <a:uFillTx/>
                <a:latin typeface="Courier New"/>
                <a:ea typeface="Courier New"/>
                <a:cs typeface="Courier New"/>
                <a:sym typeface="Courier New"/>
              </a:rPr>
              <a:t>caching_sha2_password</a:t>
            </a:r>
            <a:r>
              <a:rPr lang="en-US" b="0">
                <a:solidFill>
                  <a:srgbClr val="000000"/>
                </a:solidFill>
                <a:uFillTx/>
                <a:latin typeface="Arial"/>
                <a:ea typeface="Arial"/>
                <a:cs typeface="Arial"/>
                <a:sym typeface="Arial"/>
              </a:rPr>
              <a:t>: Implements SHA-256 authentication (like sha256_password), but uses caching on the server side for better performance and has additional features for wider applicability. (In MySQL 5.7,</a:t>
            </a:r>
            <a:r>
              <a:rPr lang="en-US" b="0">
                <a:solidFill>
                  <a:srgbClr val="000000"/>
                </a:solidFill>
                <a:uFillTx/>
                <a:latin typeface="Courier New"/>
                <a:ea typeface="Courier New"/>
                <a:cs typeface="Courier New"/>
                <a:sym typeface="Courier New"/>
              </a:rPr>
              <a:t> caching_sha2_password is</a:t>
            </a:r>
            <a:r>
              <a:rPr lang="en-US" b="0">
                <a:solidFill>
                  <a:srgbClr val="000000"/>
                </a:solidFill>
                <a:uFillTx/>
                <a:latin typeface="Arial"/>
                <a:ea typeface="Arial"/>
                <a:cs typeface="Arial"/>
                <a:sym typeface="Arial"/>
              </a:rPr>
              <a:t> implemented only on the client)</a:t>
            </a:r>
            <a:endParaRPr b="0">
              <a:solidFill>
                <a:srgbClr val="000000"/>
              </a:solidFill>
              <a:uFillTx/>
              <a:latin typeface="Arial"/>
              <a:ea typeface="Arial"/>
              <a:cs typeface="Arial"/>
              <a:sym typeface="Arial"/>
            </a:endParaRPr>
          </a:p>
          <a:p>
            <a:pPr marL="457200" lvl="1" indent="-101600" algn="l" rtl="0">
              <a:lnSpc>
                <a:spcPct val="90000"/>
              </a:lnSpc>
              <a:spcBef>
                <a:spcPts val="500"/>
              </a:spcBef>
              <a:spcAft>
                <a:spcPts val="0"/>
              </a:spcAft>
              <a:buClr>
                <a:srgbClr val="40580F"/>
              </a:buClr>
              <a:buSzPts val="2000"/>
              <a:buNone/>
            </a:pPr>
            <a:endParaRPr sz="2400">
              <a:solidFill>
                <a:srgbClr val="000000"/>
              </a:solidFill>
              <a:uFillTx/>
              <a:latin typeface="Arial"/>
              <a:ea typeface="Arial"/>
              <a:cs typeface="Arial"/>
              <a:sym typeface="Arial"/>
            </a:endParaRPr>
          </a:p>
          <a:p>
            <a:pPr marL="0" lvl="0" indent="0" algn="l" rtl="0">
              <a:lnSpc>
                <a:spcPct val="90000"/>
              </a:lnSpc>
              <a:spcBef>
                <a:spcPts val="1100"/>
              </a:spcBef>
              <a:spcAft>
                <a:spcPts val="0"/>
              </a:spcAft>
              <a:buClr>
                <a:schemeClr val="dk1"/>
              </a:buClr>
              <a:buSzPts val="2400"/>
              <a:buFont typeface="Arial"/>
              <a:buNone/>
            </a:pPr>
            <a:r>
              <a:rPr lang="en-US" b="0">
                <a:solidFill>
                  <a:srgbClr val="000000"/>
                </a:solidFill>
                <a:uFillTx/>
                <a:latin typeface="Arial"/>
                <a:ea typeface="Arial"/>
                <a:cs typeface="Arial"/>
                <a:sym typeface="Arial"/>
              </a:rPr>
              <a:t>Note: In MySQL 8.0,</a:t>
            </a:r>
            <a:r>
              <a:rPr lang="en-US" b="0">
                <a:solidFill>
                  <a:srgbClr val="000000"/>
                </a:solidFill>
                <a:uFillTx/>
                <a:latin typeface="Courier New"/>
                <a:ea typeface="Courier New"/>
                <a:cs typeface="Courier New"/>
                <a:sym typeface="Courier New"/>
              </a:rPr>
              <a:t> caching_sha2_password is</a:t>
            </a:r>
            <a:r>
              <a:rPr lang="en-US" b="0">
                <a:solidFill>
                  <a:srgbClr val="000000"/>
                </a:solidFill>
                <a:uFillTx/>
                <a:latin typeface="Arial"/>
                <a:ea typeface="Arial"/>
                <a:cs typeface="Arial"/>
                <a:sym typeface="Arial"/>
              </a:rPr>
              <a:t> the default authentication plugin rather </a:t>
            </a:r>
            <a:r>
              <a:rPr lang="en-US" b="0">
                <a:solidFill>
                  <a:srgbClr val="000000"/>
                </a:solidFill>
                <a:uFillTx/>
                <a:latin typeface="Courier New"/>
                <a:ea typeface="Courier New"/>
                <a:cs typeface="Courier New"/>
                <a:sym typeface="Courier New"/>
              </a:rPr>
              <a:t>than mysql_native_password</a:t>
            </a:r>
            <a:r>
              <a:rPr lang="en-US" b="0">
                <a:solidFill>
                  <a:srgbClr val="000000"/>
                </a:solidFill>
                <a:uFillTx/>
                <a:latin typeface="Arial"/>
                <a:ea typeface="Arial"/>
                <a:cs typeface="Arial"/>
                <a:sym typeface="Arial"/>
              </a:rPr>
              <a:t>. </a:t>
            </a:r>
            <a:endParaRPr b="0">
              <a:solidFill>
                <a:srgbClr val="000000"/>
              </a:solidFill>
              <a:uFillTx/>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7"/>
          <p:cNvSpPr txBox="1">
            <a:spLocks noGrp="1"/>
          </p:cNvSpPr>
          <p:nvPr>
            <p:ph type="title"/>
          </p:nvPr>
        </p:nvSpPr>
        <p:spPr>
          <a:xfrm>
            <a:off x="838200" y="60325"/>
            <a:ext cx="10515600" cy="1325700"/>
          </a:xfrm>
          <a:prstGeom prst="rect">
            <a:avLst/>
          </a:prstGeom>
        </p:spPr>
        <p:txBody>
          <a:bodyPr spcFirstLastPara="1" wrap="square" lIns="45700" tIns="22875" rIns="45700" bIns="22875" anchor="ctr" anchorCtr="0">
            <a:noAutofit/>
          </a:bodyPr>
          <a:lstStyle/>
          <a:p>
            <a:pPr marL="0" lvl="0" indent="0" algn="l" rtl="0">
              <a:spcBef>
                <a:spcPts val="0"/>
              </a:spcBef>
              <a:spcAft>
                <a:spcPts val="0"/>
              </a:spcAft>
              <a:buClr>
                <a:schemeClr val="lt1"/>
              </a:buClr>
              <a:buSzPts val="4000"/>
              <a:buFont typeface="Arial"/>
              <a:buNone/>
            </a:pPr>
            <a:r>
              <a:rPr lang="en-US">
                <a:uFillTx/>
                <a:latin typeface="Arial"/>
                <a:ea typeface="Arial"/>
                <a:cs typeface="Arial"/>
                <a:sym typeface="Arial"/>
              </a:rPr>
              <a:t>caching_sha2_password</a:t>
            </a:r>
            <a:endParaRPr>
              <a:uFillTx/>
            </a:endParaRPr>
          </a:p>
        </p:txBody>
      </p:sp>
      <p:sp>
        <p:nvSpPr>
          <p:cNvPr id="392" name="Google Shape;392;p67"/>
          <p:cNvSpPr txBox="1">
            <a:spLocks noGrp="1"/>
          </p:cNvSpPr>
          <p:nvPr>
            <p:ph type="body" idx="1"/>
          </p:nvPr>
        </p:nvSpPr>
        <p:spPr>
          <a:xfrm>
            <a:off x="838200" y="1694936"/>
            <a:ext cx="10515600" cy="4172700"/>
          </a:xfrm>
          <a:prstGeom prst="rect">
            <a:avLst/>
          </a:prstGeom>
        </p:spPr>
        <p:txBody>
          <a:bodyPr spcFirstLastPara="1" wrap="square" lIns="45700" tIns="22875" rIns="45700" bIns="22875" anchor="t" anchorCtr="0">
            <a:noAutofit/>
          </a:bodyPr>
          <a:lstStyle/>
          <a:p>
            <a:pPr marL="0" lvl="0" indent="0" algn="l" rtl="0">
              <a:spcBef>
                <a:spcPts val="500"/>
              </a:spcBef>
              <a:spcAft>
                <a:spcPts val="0"/>
              </a:spcAft>
              <a:buNone/>
            </a:pPr>
            <a:r>
              <a:rPr lang="en-US" sz="2000" b="0">
                <a:uFillTx/>
                <a:latin typeface="Courier New"/>
                <a:ea typeface="Courier New"/>
                <a:cs typeface="Courier New"/>
                <a:sym typeface="Courier New"/>
              </a:rPr>
              <a:t>mysql: root@localhost ((none)) &gt; grant all privileges on *.* to vgrippa@localhost identified by 'teste';</a:t>
            </a:r>
            <a:endParaRPr sz="2000" b="0">
              <a:uFillTx/>
              <a:latin typeface="Courier New"/>
              <a:ea typeface="Courier New"/>
              <a:cs typeface="Courier New"/>
              <a:sym typeface="Courier New"/>
            </a:endParaRPr>
          </a:p>
          <a:p>
            <a:pPr marL="0" lvl="0" indent="0" algn="l" rtl="0">
              <a:spcBef>
                <a:spcPts val="500"/>
              </a:spcBef>
              <a:spcAft>
                <a:spcPts val="0"/>
              </a:spcAft>
              <a:buNone/>
            </a:pPr>
            <a:r>
              <a:rPr lang="en-US" sz="2000" b="0">
                <a:uFillTx/>
                <a:latin typeface="Courier New"/>
                <a:ea typeface="Courier New"/>
                <a:cs typeface="Courier New"/>
                <a:sym typeface="Courier New"/>
              </a:rPr>
              <a:t>Query OK, 0 rows affected, 1 warning (0.00 sec)</a:t>
            </a:r>
            <a:endParaRPr sz="2000" b="0">
              <a:uFillTx/>
              <a:latin typeface="Courier New"/>
              <a:ea typeface="Courier New"/>
              <a:cs typeface="Courier New"/>
              <a:sym typeface="Courier New"/>
            </a:endParaRPr>
          </a:p>
          <a:p>
            <a:pPr marL="0" lvl="0" indent="0" algn="l" rtl="0">
              <a:spcBef>
                <a:spcPts val="500"/>
              </a:spcBef>
              <a:spcAft>
                <a:spcPts val="0"/>
              </a:spcAft>
              <a:buNone/>
            </a:pPr>
            <a:endParaRPr sz="2000" b="0">
              <a:uFillTx/>
              <a:latin typeface="Courier New"/>
              <a:ea typeface="Courier New"/>
              <a:cs typeface="Courier New"/>
              <a:sym typeface="Courier New"/>
            </a:endParaRPr>
          </a:p>
          <a:p>
            <a:pPr marL="0" lvl="0" indent="0" algn="l" rtl="0">
              <a:spcBef>
                <a:spcPts val="500"/>
              </a:spcBef>
              <a:spcAft>
                <a:spcPts val="0"/>
              </a:spcAft>
              <a:buNone/>
            </a:pPr>
            <a:r>
              <a:rPr lang="en-US" sz="2000" b="0">
                <a:uFillTx/>
                <a:latin typeface="Courier New"/>
                <a:ea typeface="Courier New"/>
                <a:cs typeface="Courier New"/>
                <a:sym typeface="Courier New"/>
              </a:rPr>
              <a:t>mysql: root@localhost ((none)) &gt; grant all privileges on *.* to vgrippa1@localhost identified by 'teste';</a:t>
            </a:r>
            <a:endParaRPr sz="2000" b="0">
              <a:uFillTx/>
              <a:latin typeface="Courier New"/>
              <a:ea typeface="Courier New"/>
              <a:cs typeface="Courier New"/>
              <a:sym typeface="Courier New"/>
            </a:endParaRPr>
          </a:p>
          <a:p>
            <a:pPr marL="0" lvl="0" indent="0" algn="l" rtl="0">
              <a:spcBef>
                <a:spcPts val="500"/>
              </a:spcBef>
              <a:spcAft>
                <a:spcPts val="0"/>
              </a:spcAft>
              <a:buNone/>
            </a:pPr>
            <a:r>
              <a:rPr lang="en-US" sz="2000" b="0">
                <a:uFillTx/>
                <a:latin typeface="Courier New"/>
                <a:ea typeface="Courier New"/>
                <a:cs typeface="Courier New"/>
                <a:sym typeface="Courier New"/>
              </a:rPr>
              <a:t>Query OK, 0 rows affected, 1 warning (0.00 sec)</a:t>
            </a:r>
            <a:endParaRPr sz="2000" b="0">
              <a:uFillTx/>
              <a:latin typeface="Courier New"/>
              <a:ea typeface="Courier New"/>
              <a:cs typeface="Courier New"/>
              <a:sym typeface="Courier New"/>
            </a:endParaRPr>
          </a:p>
          <a:p>
            <a:pPr marL="0" lvl="0" indent="0" algn="l" rtl="0">
              <a:spcBef>
                <a:spcPts val="500"/>
              </a:spcBef>
              <a:spcAft>
                <a:spcPts val="0"/>
              </a:spcAft>
              <a:buNone/>
            </a:pPr>
            <a:endParaRPr sz="2000" b="0">
              <a:uFillTx/>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8"/>
          <p:cNvSpPr txBox="1">
            <a:spLocks noGrp="1"/>
          </p:cNvSpPr>
          <p:nvPr>
            <p:ph type="title"/>
          </p:nvPr>
        </p:nvSpPr>
        <p:spPr>
          <a:xfrm>
            <a:off x="838200" y="60325"/>
            <a:ext cx="10515600" cy="1325700"/>
          </a:xfrm>
          <a:prstGeom prst="rect">
            <a:avLst/>
          </a:prstGeom>
        </p:spPr>
        <p:txBody>
          <a:bodyPr spcFirstLastPara="1" wrap="square" lIns="45700" tIns="22875" rIns="45700" bIns="22875" anchor="ctr" anchorCtr="0">
            <a:noAutofit/>
          </a:bodyPr>
          <a:lstStyle/>
          <a:p>
            <a:pPr marL="0" lvl="0" indent="0" algn="l" rtl="0">
              <a:spcBef>
                <a:spcPts val="0"/>
              </a:spcBef>
              <a:spcAft>
                <a:spcPts val="0"/>
              </a:spcAft>
              <a:buClr>
                <a:schemeClr val="lt1"/>
              </a:buClr>
              <a:buSzPts val="4000"/>
              <a:buFont typeface="Arial"/>
              <a:buNone/>
            </a:pPr>
            <a:r>
              <a:rPr lang="en-US">
                <a:uFillTx/>
                <a:latin typeface="Arial"/>
                <a:ea typeface="Arial"/>
                <a:cs typeface="Arial"/>
                <a:sym typeface="Arial"/>
              </a:rPr>
              <a:t>caching_sha2_password</a:t>
            </a:r>
            <a:endParaRPr>
              <a:uFillTx/>
            </a:endParaRPr>
          </a:p>
        </p:txBody>
      </p:sp>
      <p:sp>
        <p:nvSpPr>
          <p:cNvPr id="398" name="Google Shape;398;p68"/>
          <p:cNvSpPr txBox="1">
            <a:spLocks noGrp="1"/>
          </p:cNvSpPr>
          <p:nvPr>
            <p:ph type="body" idx="1"/>
          </p:nvPr>
        </p:nvSpPr>
        <p:spPr>
          <a:xfrm>
            <a:off x="856025" y="1693875"/>
            <a:ext cx="10802700" cy="4783500"/>
          </a:xfrm>
          <a:prstGeom prst="rect">
            <a:avLst/>
          </a:prstGeom>
        </p:spPr>
        <p:txBody>
          <a:bodyPr spcFirstLastPara="1" wrap="square" lIns="45700" tIns="22875" rIns="45700" bIns="22875" anchor="t" anchorCtr="0">
            <a:noAutofit/>
          </a:bodyPr>
          <a:lstStyle/>
          <a:p>
            <a:pPr marL="0" lvl="0" indent="0" algn="l" rtl="0">
              <a:spcBef>
                <a:spcPts val="500"/>
              </a:spcBef>
              <a:spcAft>
                <a:spcPts val="0"/>
              </a:spcAft>
              <a:buNone/>
            </a:pPr>
            <a:r>
              <a:rPr lang="en-US" sz="1900" b="0">
                <a:solidFill>
                  <a:srgbClr val="000000"/>
                </a:solidFill>
                <a:uFillTx/>
                <a:latin typeface="Courier New"/>
                <a:ea typeface="Courier New"/>
                <a:cs typeface="Courier New"/>
                <a:sym typeface="Courier New"/>
              </a:rPr>
              <a:t>mysql: root@localhost ((none)) &gt; select user, host, plugin, authentication_string from mysql.user where user like 'vgrippa%';</a:t>
            </a:r>
            <a:endParaRPr sz="1900" b="0">
              <a:solidFill>
                <a:srgbClr val="000000"/>
              </a:solidFill>
              <a:uFillTx/>
              <a:latin typeface="Courier New"/>
              <a:ea typeface="Courier New"/>
              <a:cs typeface="Courier New"/>
              <a:sym typeface="Courier New"/>
            </a:endParaRPr>
          </a:p>
          <a:p>
            <a:pPr marL="0" lvl="0" indent="0" algn="l" rtl="0">
              <a:spcBef>
                <a:spcPts val="500"/>
              </a:spcBef>
              <a:spcAft>
                <a:spcPts val="0"/>
              </a:spcAft>
              <a:buNone/>
            </a:pPr>
            <a:r>
              <a:rPr lang="en-US" sz="1900" b="0">
                <a:solidFill>
                  <a:srgbClr val="000000"/>
                </a:solidFill>
                <a:uFillTx/>
                <a:latin typeface="Courier New"/>
                <a:ea typeface="Courier New"/>
                <a:cs typeface="Courier New"/>
                <a:sym typeface="Courier New"/>
              </a:rPr>
              <a:t>+----------+-----------+-----------------------+-------------------------------------------+</a:t>
            </a:r>
            <a:endParaRPr sz="1900" b="0">
              <a:solidFill>
                <a:srgbClr val="000000"/>
              </a:solidFill>
              <a:uFillTx/>
              <a:latin typeface="Courier New"/>
              <a:ea typeface="Courier New"/>
              <a:cs typeface="Courier New"/>
              <a:sym typeface="Courier New"/>
            </a:endParaRPr>
          </a:p>
          <a:p>
            <a:pPr marL="0" lvl="0" indent="0" algn="l" rtl="0">
              <a:spcBef>
                <a:spcPts val="500"/>
              </a:spcBef>
              <a:spcAft>
                <a:spcPts val="0"/>
              </a:spcAft>
              <a:buNone/>
            </a:pPr>
            <a:r>
              <a:rPr lang="en-US" sz="1900" b="0">
                <a:solidFill>
                  <a:srgbClr val="000000"/>
                </a:solidFill>
                <a:uFillTx/>
                <a:latin typeface="Courier New"/>
                <a:ea typeface="Courier New"/>
                <a:cs typeface="Courier New"/>
                <a:sym typeface="Courier New"/>
              </a:rPr>
              <a:t>| user     | host      | plugin                | authentication_string                     |</a:t>
            </a:r>
            <a:endParaRPr sz="1900" b="0">
              <a:solidFill>
                <a:srgbClr val="000000"/>
              </a:solidFill>
              <a:uFillTx/>
              <a:latin typeface="Courier New"/>
              <a:ea typeface="Courier New"/>
              <a:cs typeface="Courier New"/>
              <a:sym typeface="Courier New"/>
            </a:endParaRPr>
          </a:p>
          <a:p>
            <a:pPr marL="0" lvl="0" indent="0" algn="l" rtl="0">
              <a:spcBef>
                <a:spcPts val="500"/>
              </a:spcBef>
              <a:spcAft>
                <a:spcPts val="0"/>
              </a:spcAft>
              <a:buNone/>
            </a:pPr>
            <a:r>
              <a:rPr lang="en-US" sz="1900" b="0">
                <a:solidFill>
                  <a:srgbClr val="000000"/>
                </a:solidFill>
                <a:uFillTx/>
                <a:latin typeface="Courier New"/>
                <a:ea typeface="Courier New"/>
                <a:cs typeface="Courier New"/>
                <a:sym typeface="Courier New"/>
              </a:rPr>
              <a:t>+----------+-----------+-----------------------+-------------------------------------------+</a:t>
            </a:r>
            <a:endParaRPr sz="1900" b="0">
              <a:solidFill>
                <a:srgbClr val="000000"/>
              </a:solidFill>
              <a:uFillTx/>
              <a:latin typeface="Courier New"/>
              <a:ea typeface="Courier New"/>
              <a:cs typeface="Courier New"/>
              <a:sym typeface="Courier New"/>
            </a:endParaRPr>
          </a:p>
          <a:p>
            <a:pPr marL="0" lvl="0" indent="0" algn="l" rtl="0">
              <a:spcBef>
                <a:spcPts val="500"/>
              </a:spcBef>
              <a:spcAft>
                <a:spcPts val="0"/>
              </a:spcAft>
              <a:buNone/>
            </a:pPr>
            <a:r>
              <a:rPr lang="en-US" sz="1900" b="0">
                <a:solidFill>
                  <a:srgbClr val="000000"/>
                </a:solidFill>
                <a:uFillTx/>
                <a:latin typeface="Courier New"/>
                <a:ea typeface="Courier New"/>
                <a:cs typeface="Courier New"/>
                <a:sym typeface="Courier New"/>
              </a:rPr>
              <a:t>| vgrippa  | localhost | mysql_native_password | *A00D6EEF76EC509DB66358D2E6685F8FF7A4C3DD |</a:t>
            </a:r>
            <a:endParaRPr sz="1900" b="0">
              <a:solidFill>
                <a:srgbClr val="000000"/>
              </a:solidFill>
              <a:uFillTx/>
              <a:latin typeface="Courier New"/>
              <a:ea typeface="Courier New"/>
              <a:cs typeface="Courier New"/>
              <a:sym typeface="Courier New"/>
            </a:endParaRPr>
          </a:p>
          <a:p>
            <a:pPr marL="0" lvl="0" indent="0" algn="l" rtl="0">
              <a:spcBef>
                <a:spcPts val="500"/>
              </a:spcBef>
              <a:spcAft>
                <a:spcPts val="0"/>
              </a:spcAft>
              <a:buNone/>
            </a:pPr>
            <a:r>
              <a:rPr lang="en-US" sz="1900" b="0">
                <a:solidFill>
                  <a:srgbClr val="000000"/>
                </a:solidFill>
                <a:uFillTx/>
                <a:latin typeface="Courier New"/>
                <a:ea typeface="Courier New"/>
                <a:cs typeface="Courier New"/>
                <a:sym typeface="Courier New"/>
              </a:rPr>
              <a:t>| vgrippa1 | localhost | mysql_native_password | *A00D6EEF76EC509DB66358D2E6685F8FF7A4C3DD |</a:t>
            </a:r>
            <a:endParaRPr sz="1900" b="0">
              <a:solidFill>
                <a:srgbClr val="000000"/>
              </a:solidFill>
              <a:uFillTx/>
              <a:latin typeface="Courier New"/>
              <a:ea typeface="Courier New"/>
              <a:cs typeface="Courier New"/>
              <a:sym typeface="Courier New"/>
            </a:endParaRPr>
          </a:p>
          <a:p>
            <a:pPr marL="0" lvl="0" indent="0" algn="l" rtl="0">
              <a:spcBef>
                <a:spcPts val="500"/>
              </a:spcBef>
              <a:spcAft>
                <a:spcPts val="0"/>
              </a:spcAft>
              <a:buNone/>
            </a:pPr>
            <a:r>
              <a:rPr lang="en-US" sz="1900" b="0">
                <a:solidFill>
                  <a:srgbClr val="000000"/>
                </a:solidFill>
                <a:uFillTx/>
                <a:latin typeface="Courier New"/>
                <a:ea typeface="Courier New"/>
                <a:cs typeface="Courier New"/>
                <a:sym typeface="Courier New"/>
              </a:rPr>
              <a:t>+----------+-----------+-----------------------+-------------------------------------------+</a:t>
            </a:r>
            <a:endParaRPr sz="1900" b="0">
              <a:solidFill>
                <a:srgbClr val="000000"/>
              </a:solidFill>
              <a:uFillTx/>
              <a:latin typeface="Courier New"/>
              <a:ea typeface="Courier New"/>
              <a:cs typeface="Courier New"/>
              <a:sym typeface="Courier New"/>
            </a:endParaRPr>
          </a:p>
          <a:p>
            <a:pPr marL="0" lvl="0" indent="0" algn="l" rtl="0">
              <a:spcBef>
                <a:spcPts val="500"/>
              </a:spcBef>
              <a:spcAft>
                <a:spcPts val="0"/>
              </a:spcAft>
              <a:buNone/>
            </a:pPr>
            <a:r>
              <a:rPr lang="en-US" sz="1900" b="0">
                <a:solidFill>
                  <a:srgbClr val="000000"/>
                </a:solidFill>
                <a:uFillTx/>
                <a:latin typeface="Courier New"/>
                <a:ea typeface="Courier New"/>
                <a:cs typeface="Courier New"/>
                <a:sym typeface="Courier New"/>
              </a:rPr>
              <a:t>2 rows in set (0.00 sec)</a:t>
            </a:r>
            <a:endParaRPr sz="1900" b="0">
              <a:solidFill>
                <a:srgbClr val="000000"/>
              </a:solidFill>
              <a:uFillTx/>
              <a:latin typeface="Courier New"/>
              <a:ea typeface="Courier New"/>
              <a:cs typeface="Courier New"/>
              <a:sym typeface="Courier New"/>
            </a:endParaRPr>
          </a:p>
          <a:p>
            <a:pPr marL="0" lvl="0" indent="0" algn="l" rtl="0">
              <a:spcBef>
                <a:spcPts val="500"/>
              </a:spcBef>
              <a:spcAft>
                <a:spcPts val="0"/>
              </a:spcAft>
              <a:buNone/>
            </a:pPr>
            <a:endParaRPr sz="1900" b="0">
              <a:solidFill>
                <a:srgbClr val="000000"/>
              </a:solidFill>
              <a:uFillTx/>
              <a:latin typeface="Courier New"/>
              <a:ea typeface="Courier New"/>
              <a:cs typeface="Courier New"/>
              <a:sym typeface="Courier New"/>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9"/>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Example</a:t>
            </a:r>
            <a:endParaRPr>
              <a:uFillTx/>
              <a:latin typeface="Arial"/>
              <a:ea typeface="Arial"/>
              <a:cs typeface="Arial"/>
              <a:sym typeface="Arial"/>
            </a:endParaRPr>
          </a:p>
        </p:txBody>
      </p:sp>
      <p:sp>
        <p:nvSpPr>
          <p:cNvPr id="404" name="Google Shape;404;p69"/>
          <p:cNvSpPr txBox="1">
            <a:spLocks noGrp="1"/>
          </p:cNvSpPr>
          <p:nvPr>
            <p:ph type="body" idx="1"/>
          </p:nvPr>
        </p:nvSpPr>
        <p:spPr>
          <a:xfrm>
            <a:off x="838200" y="1765223"/>
            <a:ext cx="10515600" cy="48645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0"/>
              </a:spcBef>
              <a:spcAft>
                <a:spcPts val="0"/>
              </a:spcAft>
              <a:buClr>
                <a:schemeClr val="dk1"/>
              </a:buClr>
              <a:buSzPts val="1900"/>
              <a:buFont typeface="Arial"/>
              <a:buNone/>
            </a:pPr>
            <a:r>
              <a:rPr lang="en-US" sz="1900" b="0">
                <a:solidFill>
                  <a:srgbClr val="000000"/>
                </a:solidFill>
                <a:uFillTx/>
                <a:latin typeface="Courier New"/>
                <a:ea typeface="Courier New"/>
                <a:cs typeface="Courier New"/>
                <a:sym typeface="Courier New"/>
              </a:rPr>
              <a:t># MySQL 8</a:t>
            </a:r>
            <a:br>
              <a:rPr lang="en-US" sz="1900" b="0">
                <a:solidFill>
                  <a:srgbClr val="000000"/>
                </a:solidFill>
                <a:uFillTx/>
                <a:latin typeface="Courier New"/>
                <a:ea typeface="Courier New"/>
                <a:cs typeface="Courier New"/>
                <a:sym typeface="Courier New"/>
              </a:rPr>
            </a:br>
            <a:r>
              <a:rPr lang="en-US" sz="1900" b="0">
                <a:solidFill>
                  <a:srgbClr val="000000"/>
                </a:solidFill>
                <a:uFillTx/>
                <a:latin typeface="Courier New"/>
                <a:ea typeface="Courier New"/>
                <a:cs typeface="Courier New"/>
                <a:sym typeface="Courier New"/>
              </a:rPr>
              <a:t>[mysqld] </a:t>
            </a:r>
            <a:br>
              <a:rPr lang="en-US" sz="1900" b="0">
                <a:solidFill>
                  <a:srgbClr val="000000"/>
                </a:solidFill>
                <a:uFillTx/>
                <a:latin typeface="Courier New"/>
                <a:ea typeface="Courier New"/>
                <a:cs typeface="Courier New"/>
                <a:sym typeface="Courier New"/>
              </a:rPr>
            </a:br>
            <a:r>
              <a:rPr lang="en-US" sz="1900" b="0">
                <a:solidFill>
                  <a:srgbClr val="000000"/>
                </a:solidFill>
                <a:uFillTx/>
                <a:latin typeface="Courier New"/>
                <a:ea typeface="Courier New"/>
                <a:cs typeface="Courier New"/>
                <a:sym typeface="Courier New"/>
              </a:rPr>
              <a:t>default_authentication_plugin=caching_sha2_password</a:t>
            </a:r>
            <a:endParaRPr sz="15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900"/>
              <a:buFont typeface="Arial"/>
              <a:buNone/>
            </a:pPr>
            <a:endParaRPr sz="6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900"/>
              <a:buFont typeface="Arial"/>
              <a:buNone/>
            </a:pPr>
            <a:r>
              <a:rPr lang="en-US" sz="1900" b="0">
                <a:solidFill>
                  <a:srgbClr val="000000"/>
                </a:solidFill>
                <a:uFillTx/>
                <a:latin typeface="Courier New"/>
                <a:ea typeface="Courier New"/>
                <a:cs typeface="Courier New"/>
                <a:sym typeface="Courier New"/>
              </a:rPr>
              <a:t>mysql&gt; CREATE USER 'sha2user'@'localhost' IDENTIFIED WITH caching_sha2_password BY 'password';</a:t>
            </a:r>
            <a:endParaRPr sz="15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900"/>
              <a:buFont typeface="Arial"/>
              <a:buNone/>
            </a:pPr>
            <a:r>
              <a:rPr lang="en-US" sz="1900" b="0">
                <a:solidFill>
                  <a:srgbClr val="000000"/>
                </a:solidFill>
                <a:uFillTx/>
                <a:latin typeface="Courier New"/>
                <a:ea typeface="Courier New"/>
                <a:cs typeface="Courier New"/>
                <a:sym typeface="Courier New"/>
              </a:rPr>
              <a:t>Query OK, 0 rows affected (0.06 sec)</a:t>
            </a:r>
            <a:endParaRPr sz="15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900"/>
              <a:buFont typeface="Arial"/>
              <a:buNone/>
            </a:pPr>
            <a:r>
              <a:rPr lang="en-US" sz="1900" b="0">
                <a:solidFill>
                  <a:srgbClr val="000000"/>
                </a:solidFill>
                <a:uFillTx/>
                <a:latin typeface="Courier New"/>
                <a:ea typeface="Courier New"/>
                <a:cs typeface="Courier New"/>
                <a:sym typeface="Courier New"/>
              </a:rPr>
              <a:t>mysql&gt; select user,host, plugin from mysql.user where user like 'sha2user%';</a:t>
            </a:r>
            <a:endParaRPr sz="15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900"/>
              <a:buFont typeface="Arial"/>
              <a:buNone/>
            </a:pPr>
            <a:r>
              <a:rPr lang="en-US" sz="1900" b="0">
                <a:solidFill>
                  <a:srgbClr val="000000"/>
                </a:solidFill>
                <a:uFillTx/>
                <a:latin typeface="Courier New"/>
                <a:ea typeface="Courier New"/>
                <a:cs typeface="Courier New"/>
                <a:sym typeface="Courier New"/>
              </a:rPr>
              <a:t>+----------+-----------+-----------------------+</a:t>
            </a:r>
            <a:endParaRPr sz="15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900"/>
              <a:buFont typeface="Arial"/>
              <a:buNone/>
            </a:pPr>
            <a:r>
              <a:rPr lang="en-US" sz="1900" b="0">
                <a:solidFill>
                  <a:srgbClr val="000000"/>
                </a:solidFill>
                <a:uFillTx/>
                <a:latin typeface="Courier New"/>
                <a:ea typeface="Courier New"/>
                <a:cs typeface="Courier New"/>
                <a:sym typeface="Courier New"/>
              </a:rPr>
              <a:t>| user     | host      | plugin                |</a:t>
            </a:r>
            <a:endParaRPr sz="15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900"/>
              <a:buFont typeface="Arial"/>
              <a:buNone/>
            </a:pPr>
            <a:r>
              <a:rPr lang="en-US" sz="1900" b="0">
                <a:solidFill>
                  <a:srgbClr val="000000"/>
                </a:solidFill>
                <a:uFillTx/>
                <a:latin typeface="Courier New"/>
                <a:ea typeface="Courier New"/>
                <a:cs typeface="Courier New"/>
                <a:sym typeface="Courier New"/>
              </a:rPr>
              <a:t>+----------+-----------+-----------------------+</a:t>
            </a:r>
            <a:endParaRPr sz="15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900"/>
              <a:buFont typeface="Arial"/>
              <a:buNone/>
            </a:pPr>
            <a:r>
              <a:rPr lang="en-US" sz="1900" b="0">
                <a:solidFill>
                  <a:srgbClr val="000000"/>
                </a:solidFill>
                <a:uFillTx/>
                <a:latin typeface="Courier New"/>
                <a:ea typeface="Courier New"/>
                <a:cs typeface="Courier New"/>
                <a:sym typeface="Courier New"/>
              </a:rPr>
              <a:t>| sha2user | localhost | caching_sha2_password |</a:t>
            </a:r>
            <a:endParaRPr sz="15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900"/>
              <a:buFont typeface="Arial"/>
              <a:buNone/>
            </a:pPr>
            <a:r>
              <a:rPr lang="en-US" sz="1900" b="0">
                <a:solidFill>
                  <a:srgbClr val="000000"/>
                </a:solidFill>
                <a:uFillTx/>
                <a:latin typeface="Courier New"/>
                <a:ea typeface="Courier New"/>
                <a:cs typeface="Courier New"/>
                <a:sym typeface="Courier New"/>
              </a:rPr>
              <a:t>+----------+-----------+-----------------------+</a:t>
            </a:r>
            <a:endParaRPr sz="15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chemeClr val="dk1"/>
              </a:buClr>
              <a:buSzPts val="1900"/>
              <a:buFont typeface="Arial"/>
              <a:buNone/>
            </a:pPr>
            <a:r>
              <a:rPr lang="en-US" sz="1900" b="0">
                <a:solidFill>
                  <a:srgbClr val="000000"/>
                </a:solidFill>
                <a:uFillTx/>
                <a:latin typeface="Courier New"/>
                <a:ea typeface="Courier New"/>
                <a:cs typeface="Courier New"/>
                <a:sym typeface="Courier New"/>
              </a:rPr>
              <a:t>1 row in set (0.00 sec)</a:t>
            </a:r>
            <a:endParaRPr sz="1900" b="0">
              <a:solidFill>
                <a:srgbClr val="000000"/>
              </a:solidFill>
              <a:uFillTx/>
              <a:latin typeface="Courier New"/>
              <a:ea typeface="Courier New"/>
              <a:cs typeface="Courier New"/>
              <a:sym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70"/>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Arial"/>
              <a:buNone/>
            </a:pPr>
            <a:r>
              <a:rPr lang="en-US">
                <a:uFillTx/>
                <a:latin typeface="Arial"/>
                <a:ea typeface="Arial"/>
                <a:cs typeface="Arial"/>
                <a:sym typeface="Arial"/>
              </a:rPr>
              <a:t>Example</a:t>
            </a:r>
            <a:endParaRPr sz="2700">
              <a:uFillTx/>
            </a:endParaRPr>
          </a:p>
        </p:txBody>
      </p:sp>
      <p:sp>
        <p:nvSpPr>
          <p:cNvPr id="410" name="Google Shape;410;p70"/>
          <p:cNvSpPr txBox="1">
            <a:spLocks noGrp="1"/>
          </p:cNvSpPr>
          <p:nvPr>
            <p:ph type="body" idx="1"/>
          </p:nvPr>
        </p:nvSpPr>
        <p:spPr>
          <a:xfrm>
            <a:off x="838200" y="1652073"/>
            <a:ext cx="10515600" cy="48252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1100"/>
              </a:spcBef>
              <a:spcAft>
                <a:spcPts val="0"/>
              </a:spcAft>
              <a:buClr>
                <a:srgbClr val="000000"/>
              </a:buClr>
              <a:buSzPts val="1500"/>
              <a:buFont typeface="Arial"/>
              <a:buNone/>
            </a:pPr>
            <a:r>
              <a:rPr lang="en-US" sz="1900" b="0">
                <a:solidFill>
                  <a:srgbClr val="000000"/>
                </a:solidFill>
                <a:uFillTx/>
                <a:latin typeface="Courier New"/>
                <a:ea typeface="Courier New"/>
                <a:cs typeface="Courier New"/>
                <a:sym typeface="Courier New"/>
              </a:rPr>
              <a:t>mysql: root@localhost ((none)) &gt; create user vgrippa@localhost identified by 'teste';</a:t>
            </a:r>
            <a:endParaRPr sz="19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r>
              <a:rPr lang="en-US" sz="1900" b="0">
                <a:solidFill>
                  <a:srgbClr val="000000"/>
                </a:solidFill>
                <a:uFillTx/>
                <a:latin typeface="Courier New"/>
                <a:ea typeface="Courier New"/>
                <a:cs typeface="Courier New"/>
                <a:sym typeface="Courier New"/>
              </a:rPr>
              <a:t>Query OK, 0 rows affected (0.01 sec)</a:t>
            </a:r>
            <a:endParaRPr sz="19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endParaRPr sz="19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r>
              <a:rPr lang="en-US" sz="1900" b="0">
                <a:solidFill>
                  <a:srgbClr val="000000"/>
                </a:solidFill>
                <a:uFillTx/>
                <a:latin typeface="Courier New"/>
                <a:ea typeface="Courier New"/>
                <a:cs typeface="Courier New"/>
                <a:sym typeface="Courier New"/>
              </a:rPr>
              <a:t>mysql: root@localhost ((none)) &gt; create user vgrippa1@localhost identified by 'teste';</a:t>
            </a:r>
            <a:endParaRPr sz="1900" b="0">
              <a:solidFill>
                <a:srgbClr val="000000"/>
              </a:solidFill>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r>
              <a:rPr lang="en-US" sz="1900" b="0">
                <a:solidFill>
                  <a:srgbClr val="000000"/>
                </a:solidFill>
                <a:uFillTx/>
                <a:latin typeface="Courier New"/>
                <a:ea typeface="Courier New"/>
                <a:cs typeface="Courier New"/>
                <a:sym typeface="Courier New"/>
              </a:rPr>
              <a:t>Query OK, 0 rows affected (0.01 sec)</a:t>
            </a:r>
            <a:endParaRPr sz="1900" b="0">
              <a:solidFill>
                <a:srgbClr val="000000"/>
              </a:solidFill>
              <a:uFillTx/>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71"/>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Arial"/>
              <a:buNone/>
            </a:pPr>
            <a:r>
              <a:rPr lang="en-US">
                <a:uFillTx/>
                <a:latin typeface="Arial"/>
                <a:ea typeface="Arial"/>
                <a:cs typeface="Arial"/>
                <a:sym typeface="Arial"/>
              </a:rPr>
              <a:t>Example</a:t>
            </a:r>
            <a:endParaRPr sz="2700">
              <a:uFillTx/>
            </a:endParaRPr>
          </a:p>
        </p:txBody>
      </p:sp>
      <p:sp>
        <p:nvSpPr>
          <p:cNvPr id="416" name="Google Shape;416;p71"/>
          <p:cNvSpPr txBox="1">
            <a:spLocks noGrp="1"/>
          </p:cNvSpPr>
          <p:nvPr>
            <p:ph type="body" idx="1"/>
          </p:nvPr>
        </p:nvSpPr>
        <p:spPr>
          <a:xfrm>
            <a:off x="838200" y="1671175"/>
            <a:ext cx="10960200" cy="46536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1100"/>
              </a:spcBef>
              <a:spcAft>
                <a:spcPts val="0"/>
              </a:spcAft>
              <a:buClr>
                <a:srgbClr val="000000"/>
              </a:buClr>
              <a:buSzPts val="1500"/>
              <a:buFont typeface="Arial"/>
              <a:buNone/>
            </a:pPr>
            <a:r>
              <a:rPr lang="en-US" sz="1700" b="0">
                <a:uFillTx/>
                <a:latin typeface="Courier New"/>
                <a:ea typeface="Courier New"/>
                <a:cs typeface="Courier New"/>
                <a:sym typeface="Courier New"/>
              </a:rPr>
              <a:t>mysql: root@localhost ((none)) &gt; select user, host, plugin, authentication_string from mysql.user where user like 'vgrippa%';</a:t>
            </a:r>
            <a:endParaRPr sz="1700" b="0">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r>
              <a:rPr lang="en-US" sz="1700" b="0">
                <a:uFillTx/>
                <a:latin typeface="Courier New"/>
                <a:ea typeface="Courier New"/>
                <a:cs typeface="Courier New"/>
                <a:sym typeface="Courier New"/>
              </a:rPr>
              <a:t>+----------+-----------+-----------------------+------------------------------------------------------------------------+</a:t>
            </a:r>
            <a:endParaRPr sz="1700" b="0">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r>
              <a:rPr lang="en-US" sz="1700" b="0">
                <a:uFillTx/>
                <a:latin typeface="Courier New"/>
                <a:ea typeface="Courier New"/>
                <a:cs typeface="Courier New"/>
                <a:sym typeface="Courier New"/>
              </a:rPr>
              <a:t>| user     | host      | plugin                | authentication_string                                                  |</a:t>
            </a:r>
            <a:endParaRPr sz="1700" b="0">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r>
              <a:rPr lang="en-US" sz="1700" b="0">
                <a:uFillTx/>
                <a:latin typeface="Courier New"/>
                <a:ea typeface="Courier New"/>
                <a:cs typeface="Courier New"/>
                <a:sym typeface="Courier New"/>
              </a:rPr>
              <a:t>+----------+-----------+-----------------------+------------------------------------------------------------------------+</a:t>
            </a:r>
            <a:endParaRPr sz="1700" b="0">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r>
              <a:rPr lang="en-US" sz="1700" b="0">
                <a:uFillTx/>
                <a:latin typeface="Courier New"/>
                <a:ea typeface="Courier New"/>
                <a:cs typeface="Courier New"/>
                <a:sym typeface="Courier New"/>
              </a:rPr>
              <a:t>| vgrippa  | localhost | caching_sha2_password | $A$005$)8?=V_"J75FFq |jUVMUZmnZ1t8aSybB4AISoj1MXdlseI0rQay6bGGlne8 |</a:t>
            </a:r>
            <a:endParaRPr sz="1700" b="0">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r>
              <a:rPr lang="en-US" sz="1700" b="0">
                <a:uFillTx/>
                <a:latin typeface="Courier New"/>
                <a:ea typeface="Courier New"/>
                <a:cs typeface="Courier New"/>
                <a:sym typeface="Courier New"/>
              </a:rPr>
              <a:t>| vgrippa1 | localhost | caching_sha2_password | $A$005$zEZ;bEmj[hq1T\!LFtqZzAB0hacxgwNfHM/gL6gBFHqY1wuozW2NO4Gj9958 |</a:t>
            </a:r>
            <a:endParaRPr sz="1700" b="0">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r>
              <a:rPr lang="en-US" sz="1700" b="0">
                <a:uFillTx/>
                <a:latin typeface="Courier New"/>
                <a:ea typeface="Courier New"/>
                <a:cs typeface="Courier New"/>
                <a:sym typeface="Courier New"/>
              </a:rPr>
              <a:t>+----------+-----------+-----------------------+------------------------------------------------------------------------+</a:t>
            </a:r>
            <a:endParaRPr sz="1700" b="0">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r>
              <a:rPr lang="en-US" sz="1700" b="0">
                <a:uFillTx/>
                <a:latin typeface="Courier New"/>
                <a:ea typeface="Courier New"/>
                <a:cs typeface="Courier New"/>
                <a:sym typeface="Courier New"/>
              </a:rPr>
              <a:t>2 rows in set (0.01 sec)</a:t>
            </a:r>
            <a:endParaRPr sz="1700" b="0">
              <a:uFillTx/>
              <a:latin typeface="Courier New"/>
              <a:ea typeface="Courier New"/>
              <a:cs typeface="Courier New"/>
              <a:sym typeface="Courier New"/>
            </a:endParaRPr>
          </a:p>
          <a:p>
            <a:pPr marL="0" lvl="0" indent="0" algn="l" rtl="0">
              <a:lnSpc>
                <a:spcPct val="70000"/>
              </a:lnSpc>
              <a:spcBef>
                <a:spcPts val="1100"/>
              </a:spcBef>
              <a:spcAft>
                <a:spcPts val="0"/>
              </a:spcAft>
              <a:buClr>
                <a:srgbClr val="000000"/>
              </a:buClr>
              <a:buSzPts val="1500"/>
              <a:buFont typeface="Arial"/>
              <a:buNone/>
            </a:pPr>
            <a:endParaRPr sz="1700" b="0">
              <a:uFillTx/>
              <a:latin typeface="Courier New"/>
              <a:ea typeface="Courier New"/>
              <a:cs typeface="Courier New"/>
              <a:sym typeface="Courier New"/>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72"/>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FIPS Mode</a:t>
            </a:r>
            <a:endParaRPr>
              <a:uFillTx/>
            </a:endParaRPr>
          </a:p>
        </p:txBody>
      </p:sp>
      <p:sp>
        <p:nvSpPr>
          <p:cNvPr id="422" name="Google Shape;422;p72"/>
          <p:cNvSpPr txBox="1">
            <a:spLocks noGrp="1"/>
          </p:cNvSpPr>
          <p:nvPr>
            <p:ph type="body" idx="1"/>
          </p:nvPr>
        </p:nvSpPr>
        <p:spPr>
          <a:xfrm>
            <a:off x="831850" y="3851541"/>
            <a:ext cx="10515600" cy="1500300"/>
          </a:xfrm>
          <a:prstGeom prst="rect">
            <a:avLst/>
          </a:prstGeom>
          <a:noFill/>
          <a:ln>
            <a:noFill/>
          </a:ln>
          <a:effectLst>
            <a:outerShdw dist="12700" dir="16200000" algn="tl" rotWithShape="0">
              <a:srgbClr val="000000">
                <a:alpha val="18823"/>
              </a:srgbClr>
            </a:outerShdw>
          </a:effectLst>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dk1"/>
              </a:buClr>
              <a:buSzPts val="1800"/>
              <a:buFont typeface="Arial"/>
              <a:buNone/>
            </a:pPr>
            <a:endParaRPr>
              <a:uFillTx/>
            </a:endParaRPr>
          </a:p>
        </p:txBody>
      </p:sp>
      <p:sp>
        <p:nvSpPr>
          <p:cNvPr id="423" name="Google Shape;423;p72"/>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52</a:t>
            </a:fld>
            <a:endParaRPr>
              <a:uFillTx/>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73"/>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Arial"/>
              <a:buNone/>
            </a:pPr>
            <a:r>
              <a:rPr lang="en-US">
                <a:uFillTx/>
                <a:latin typeface="Arial"/>
                <a:ea typeface="Arial"/>
                <a:cs typeface="Arial"/>
                <a:sym typeface="Arial"/>
              </a:rPr>
              <a:t>FIPS</a:t>
            </a:r>
            <a:endParaRPr sz="2700">
              <a:uFillTx/>
            </a:endParaRPr>
          </a:p>
        </p:txBody>
      </p:sp>
      <p:sp>
        <p:nvSpPr>
          <p:cNvPr id="429" name="Google Shape;429;p7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rgbClr val="000000"/>
              </a:buClr>
              <a:buSzPts val="2400"/>
              <a:buChar char="•"/>
            </a:pPr>
            <a:r>
              <a:rPr lang="en-US" b="0">
                <a:solidFill>
                  <a:srgbClr val="000000"/>
                </a:solidFill>
                <a:uFillTx/>
                <a:latin typeface="Arial"/>
                <a:ea typeface="Arial"/>
                <a:cs typeface="Arial"/>
                <a:sym typeface="Arial"/>
              </a:rPr>
              <a:t>MySQL supports FIPS mode, if compiled using OpenSSL, and an OpenSSL library and FIPS Object Module are available at runtime.</a:t>
            </a:r>
            <a:endParaRPr sz="1400" b="0">
              <a:solidFill>
                <a:srgbClr val="000000"/>
              </a:solidFill>
              <a:uFillTx/>
              <a:latin typeface="Arial"/>
              <a:ea typeface="Arial"/>
              <a:cs typeface="Arial"/>
              <a:sym typeface="Arial"/>
            </a:endParaRPr>
          </a:p>
          <a:p>
            <a:pPr marL="342900" lvl="0" indent="-342900" algn="l" rtl="0">
              <a:lnSpc>
                <a:spcPct val="90000"/>
              </a:lnSpc>
              <a:spcBef>
                <a:spcPts val="1100"/>
              </a:spcBef>
              <a:spcAft>
                <a:spcPts val="0"/>
              </a:spcAft>
              <a:buClr>
                <a:srgbClr val="000000"/>
              </a:buClr>
              <a:buSzPts val="2400"/>
              <a:buChar char="•"/>
            </a:pPr>
            <a:r>
              <a:rPr lang="en-US" b="0">
                <a:solidFill>
                  <a:srgbClr val="000000"/>
                </a:solidFill>
                <a:uFillTx/>
                <a:latin typeface="Arial"/>
                <a:ea typeface="Arial"/>
                <a:cs typeface="Arial"/>
                <a:sym typeface="Arial"/>
              </a:rPr>
              <a:t>FIPS mode on the server side applies to cryptographic operations performed by the server. This includes replication (master/slave and Group Replication) and X Plugin, which run within the server. FIPS mode also applies to attempts by clients to connect to the server.</a:t>
            </a:r>
            <a:endParaRPr b="0">
              <a:solidFill>
                <a:srgbClr val="000000"/>
              </a:solidFill>
              <a:uFillTx/>
              <a:latin typeface="Arial"/>
              <a:ea typeface="Arial"/>
              <a:cs typeface="Arial"/>
              <a:sym typeface="Arial"/>
            </a:endParaRPr>
          </a:p>
          <a:p>
            <a:pPr marL="0" marR="0" lvl="0" indent="0" algn="l" rtl="0">
              <a:lnSpc>
                <a:spcPct val="90000"/>
              </a:lnSpc>
              <a:spcBef>
                <a:spcPts val="1100"/>
              </a:spcBef>
              <a:spcAft>
                <a:spcPts val="0"/>
              </a:spcAft>
              <a:buClr>
                <a:schemeClr val="dk1"/>
              </a:buClr>
              <a:buSzPts val="2400"/>
              <a:buFont typeface="Arial"/>
              <a:buNone/>
            </a:pPr>
            <a:endParaRPr b="0">
              <a:solidFill>
                <a:srgbClr val="000000"/>
              </a:solidFill>
              <a:uFillTx/>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74"/>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Arial"/>
              <a:buNone/>
            </a:pPr>
            <a:r>
              <a:rPr lang="en-US">
                <a:uFillTx/>
                <a:latin typeface="Arial"/>
                <a:ea typeface="Arial"/>
                <a:cs typeface="Arial"/>
                <a:sym typeface="Arial"/>
              </a:rPr>
              <a:t>Example</a:t>
            </a:r>
            <a:endParaRPr sz="2700">
              <a:uFillTx/>
            </a:endParaRPr>
          </a:p>
        </p:txBody>
      </p:sp>
      <p:sp>
        <p:nvSpPr>
          <p:cNvPr id="435" name="Google Shape;435;p74"/>
          <p:cNvSpPr txBox="1">
            <a:spLocks noGrp="1"/>
          </p:cNvSpPr>
          <p:nvPr>
            <p:ph type="body" idx="1"/>
          </p:nvPr>
        </p:nvSpPr>
        <p:spPr>
          <a:xfrm>
            <a:off x="838200" y="1542536"/>
            <a:ext cx="10515600" cy="4172700"/>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0"/>
              </a:spcBef>
              <a:spcAft>
                <a:spcPts val="0"/>
              </a:spcAft>
              <a:buClr>
                <a:schemeClr val="dk1"/>
              </a:buClr>
              <a:buSzPts val="900"/>
              <a:buFont typeface="Arial"/>
              <a:buNone/>
            </a:pPr>
            <a:br>
              <a:rPr lang="en-US" sz="2000" b="0">
                <a:solidFill>
                  <a:srgbClr val="000000"/>
                </a:solidFill>
                <a:uFillTx/>
                <a:latin typeface="Courier New"/>
                <a:ea typeface="Courier New"/>
                <a:cs typeface="Courier New"/>
                <a:sym typeface="Courier New"/>
              </a:rPr>
            </a:br>
            <a:r>
              <a:rPr lang="en-US" sz="2000" b="0">
                <a:solidFill>
                  <a:srgbClr val="000000"/>
                </a:solidFill>
                <a:uFillTx/>
                <a:latin typeface="Courier New"/>
                <a:ea typeface="Courier New"/>
                <a:cs typeface="Courier New"/>
                <a:sym typeface="Courier New"/>
              </a:rPr>
              <a:t>mysql&gt; show global variables like '%fips%';</a:t>
            </a:r>
            <a:endParaRPr sz="20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2000" b="0">
                <a:solidFill>
                  <a:srgbClr val="000000"/>
                </a:solidFill>
                <a:uFillTx/>
                <a:latin typeface="Courier New"/>
                <a:ea typeface="Courier New"/>
                <a:cs typeface="Courier New"/>
                <a:sym typeface="Courier New"/>
              </a:rPr>
              <a:t>+---------------+-------+</a:t>
            </a:r>
            <a:endParaRPr sz="20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2000" b="0">
                <a:solidFill>
                  <a:srgbClr val="000000"/>
                </a:solidFill>
                <a:uFillTx/>
                <a:latin typeface="Courier New"/>
                <a:ea typeface="Courier New"/>
                <a:cs typeface="Courier New"/>
                <a:sym typeface="Courier New"/>
              </a:rPr>
              <a:t>| Variable_name | Value |</a:t>
            </a:r>
            <a:endParaRPr sz="20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2000" b="0">
                <a:solidFill>
                  <a:srgbClr val="000000"/>
                </a:solidFill>
                <a:uFillTx/>
                <a:latin typeface="Courier New"/>
                <a:ea typeface="Courier New"/>
                <a:cs typeface="Courier New"/>
                <a:sym typeface="Courier New"/>
              </a:rPr>
              <a:t>+---------------+-------+</a:t>
            </a:r>
            <a:endParaRPr sz="20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2000" b="0">
                <a:solidFill>
                  <a:srgbClr val="000000"/>
                </a:solidFill>
                <a:uFillTx/>
                <a:latin typeface="Courier New"/>
                <a:ea typeface="Courier New"/>
                <a:cs typeface="Courier New"/>
                <a:sym typeface="Courier New"/>
              </a:rPr>
              <a:t>| ssl_fips_mode | ON    |</a:t>
            </a:r>
            <a:endParaRPr sz="20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2000" b="0">
                <a:solidFill>
                  <a:srgbClr val="000000"/>
                </a:solidFill>
                <a:uFillTx/>
                <a:latin typeface="Courier New"/>
                <a:ea typeface="Courier New"/>
                <a:cs typeface="Courier New"/>
                <a:sym typeface="Courier New"/>
              </a:rPr>
              <a:t>+---------------+-------+</a:t>
            </a:r>
            <a:endParaRPr sz="20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2000" b="0">
                <a:solidFill>
                  <a:srgbClr val="000000"/>
                </a:solidFill>
                <a:uFillTx/>
                <a:latin typeface="Courier New"/>
                <a:ea typeface="Courier New"/>
                <a:cs typeface="Courier New"/>
                <a:sym typeface="Courier New"/>
              </a:rPr>
              <a:t>1 row in set (0.01 sec)</a:t>
            </a:r>
            <a:endParaRPr sz="20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br>
              <a:rPr lang="en-US" sz="2000" b="0">
                <a:solidFill>
                  <a:srgbClr val="000000"/>
                </a:solidFill>
                <a:uFillTx/>
                <a:latin typeface="Courier New"/>
                <a:ea typeface="Courier New"/>
                <a:cs typeface="Courier New"/>
                <a:sym typeface="Courier New"/>
              </a:rPr>
            </a:br>
            <a:r>
              <a:rPr lang="en-US" sz="2000" b="0">
                <a:solidFill>
                  <a:srgbClr val="000000"/>
                </a:solidFill>
                <a:uFillTx/>
                <a:latin typeface="Courier New"/>
                <a:ea typeface="Courier New"/>
                <a:cs typeface="Courier New"/>
                <a:sym typeface="Courier New"/>
              </a:rPr>
              <a:t>mysql&gt; set global ssl_fips_mode=1;</a:t>
            </a:r>
            <a:endParaRPr sz="20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2000" b="0">
                <a:solidFill>
                  <a:srgbClr val="000000"/>
                </a:solidFill>
                <a:uFillTx/>
                <a:latin typeface="Courier New"/>
                <a:ea typeface="Courier New"/>
                <a:cs typeface="Courier New"/>
                <a:sym typeface="Courier New"/>
              </a:rPr>
              <a:t>Query OK, 0 rows affected (0.06 sec)</a:t>
            </a:r>
            <a:endParaRPr sz="2000" b="0">
              <a:solidFill>
                <a:srgbClr val="000000"/>
              </a:solidFill>
              <a:uFillTx/>
              <a:latin typeface="Courier New"/>
              <a:ea typeface="Courier New"/>
              <a:cs typeface="Courier New"/>
              <a:sym typeface="Courier New"/>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75"/>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Arial"/>
              <a:buNone/>
            </a:pPr>
            <a:r>
              <a:rPr lang="en-US">
                <a:uFillTx/>
                <a:latin typeface="Arial"/>
                <a:ea typeface="Arial"/>
                <a:cs typeface="Arial"/>
                <a:sym typeface="Arial"/>
              </a:rPr>
              <a:t>Example</a:t>
            </a:r>
            <a:endParaRPr sz="2700">
              <a:uFillTx/>
            </a:endParaRPr>
          </a:p>
        </p:txBody>
      </p:sp>
      <p:sp>
        <p:nvSpPr>
          <p:cNvPr id="441" name="Google Shape;441;p75"/>
          <p:cNvSpPr txBox="1">
            <a:spLocks noGrp="1"/>
          </p:cNvSpPr>
          <p:nvPr>
            <p:ph type="body" idx="1"/>
          </p:nvPr>
        </p:nvSpPr>
        <p:spPr>
          <a:xfrm>
            <a:off x="838200" y="1618736"/>
            <a:ext cx="10515600" cy="4172700"/>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1100"/>
              </a:spcBef>
              <a:spcAft>
                <a:spcPts val="0"/>
              </a:spcAft>
              <a:buClr>
                <a:schemeClr val="dk1"/>
              </a:buClr>
              <a:buSzPts val="900"/>
              <a:buFont typeface="Arial"/>
              <a:buNone/>
            </a:pPr>
            <a:r>
              <a:rPr lang="en-US" sz="1800">
                <a:solidFill>
                  <a:srgbClr val="000000"/>
                </a:solidFill>
                <a:uFillTx/>
                <a:latin typeface="Courier New"/>
                <a:ea typeface="Courier New"/>
                <a:cs typeface="Courier New"/>
                <a:sym typeface="Courier New"/>
              </a:rPr>
              <a:t>mysql&gt; select md5('a');</a:t>
            </a:r>
            <a:endParaRPr sz="180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1800">
                <a:solidFill>
                  <a:srgbClr val="000000"/>
                </a:solidFill>
                <a:uFillTx/>
                <a:latin typeface="Courier New"/>
                <a:ea typeface="Courier New"/>
                <a:cs typeface="Courier New"/>
                <a:sym typeface="Courier New"/>
              </a:rPr>
              <a:t>+----------------------------------+</a:t>
            </a:r>
            <a:endParaRPr sz="180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1800">
                <a:solidFill>
                  <a:srgbClr val="000000"/>
                </a:solidFill>
                <a:uFillTx/>
                <a:latin typeface="Courier New"/>
                <a:ea typeface="Courier New"/>
                <a:cs typeface="Courier New"/>
                <a:sym typeface="Courier New"/>
              </a:rPr>
              <a:t>| md5('a')                         |</a:t>
            </a:r>
            <a:endParaRPr sz="180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1800">
                <a:solidFill>
                  <a:srgbClr val="000000"/>
                </a:solidFill>
                <a:uFillTx/>
                <a:latin typeface="Courier New"/>
                <a:ea typeface="Courier New"/>
                <a:cs typeface="Courier New"/>
                <a:sym typeface="Courier New"/>
              </a:rPr>
              <a:t>+----------------------------------+</a:t>
            </a:r>
            <a:endParaRPr sz="180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1800">
                <a:solidFill>
                  <a:srgbClr val="000000"/>
                </a:solidFill>
                <a:uFillTx/>
                <a:latin typeface="Courier New"/>
                <a:ea typeface="Courier New"/>
                <a:cs typeface="Courier New"/>
                <a:sym typeface="Courier New"/>
              </a:rPr>
              <a:t>| 00000000000000000000000000000000 |</a:t>
            </a:r>
            <a:endParaRPr sz="180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1800">
                <a:solidFill>
                  <a:srgbClr val="000000"/>
                </a:solidFill>
                <a:uFillTx/>
                <a:latin typeface="Courier New"/>
                <a:ea typeface="Courier New"/>
                <a:cs typeface="Courier New"/>
                <a:sym typeface="Courier New"/>
              </a:rPr>
              <a:t>+----------------------------------+</a:t>
            </a:r>
            <a:endParaRPr sz="180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900"/>
              <a:buFont typeface="Arial"/>
              <a:buNone/>
            </a:pPr>
            <a:r>
              <a:rPr lang="en-US" sz="1800">
                <a:solidFill>
                  <a:srgbClr val="000000"/>
                </a:solidFill>
                <a:uFillTx/>
                <a:latin typeface="Courier New"/>
                <a:ea typeface="Courier New"/>
                <a:cs typeface="Courier New"/>
                <a:sym typeface="Courier New"/>
              </a:rPr>
              <a:t>1 row in set, 1 warning (0.00 sec)</a:t>
            </a:r>
            <a:endParaRPr sz="1800">
              <a:solidFill>
                <a:srgbClr val="000000"/>
              </a:solidFill>
              <a:uFillTx/>
              <a:latin typeface="Courier New"/>
              <a:ea typeface="Courier New"/>
              <a:cs typeface="Courier New"/>
              <a:sym typeface="Courier New"/>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76"/>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Arial"/>
              <a:buNone/>
            </a:pPr>
            <a:r>
              <a:rPr lang="en-US">
                <a:uFillTx/>
                <a:latin typeface="Arial"/>
                <a:ea typeface="Arial"/>
                <a:cs typeface="Arial"/>
                <a:sym typeface="Arial"/>
              </a:rPr>
              <a:t>Example</a:t>
            </a:r>
            <a:endParaRPr sz="2700">
              <a:uFillTx/>
            </a:endParaRPr>
          </a:p>
        </p:txBody>
      </p:sp>
      <p:sp>
        <p:nvSpPr>
          <p:cNvPr id="447" name="Google Shape;447;p7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0"/>
              </a:spcBef>
              <a:spcAft>
                <a:spcPts val="0"/>
              </a:spcAft>
              <a:buClr>
                <a:schemeClr val="dk1"/>
              </a:buClr>
              <a:buSzPts val="1500"/>
              <a:buFont typeface="Arial"/>
              <a:buNone/>
            </a:pPr>
            <a:r>
              <a:rPr lang="en-US" sz="1800">
                <a:uFillTx/>
                <a:latin typeface="Courier New"/>
                <a:ea typeface="Courier New"/>
                <a:cs typeface="Courier New"/>
                <a:sym typeface="Courier New"/>
              </a:rPr>
              <a:t>mysql&gt; show warnings;</a:t>
            </a:r>
            <a:endParaRPr sz="1800">
              <a:uFillTx/>
              <a:latin typeface="Courier New"/>
              <a:ea typeface="Courier New"/>
              <a:cs typeface="Courier New"/>
              <a:sym typeface="Courier New"/>
            </a:endParaRPr>
          </a:p>
          <a:p>
            <a:pPr marL="0" lvl="0" indent="0" algn="l" rtl="0">
              <a:lnSpc>
                <a:spcPct val="70000"/>
              </a:lnSpc>
              <a:spcBef>
                <a:spcPts val="500"/>
              </a:spcBef>
              <a:spcAft>
                <a:spcPts val="0"/>
              </a:spcAft>
              <a:buClr>
                <a:schemeClr val="dk1"/>
              </a:buClr>
              <a:buSzPts val="1500"/>
              <a:buFont typeface="Arial"/>
              <a:buNone/>
            </a:pPr>
            <a:r>
              <a:rPr lang="en-US" sz="1800">
                <a:uFillTx/>
                <a:latin typeface="Courier New"/>
                <a:ea typeface="Courier New"/>
                <a:cs typeface="Courier New"/>
                <a:sym typeface="Courier New"/>
              </a:rPr>
              <a:t>+---------+-------+------------------------------------------------------------------------+</a:t>
            </a:r>
            <a:endParaRPr sz="1800">
              <a:uFillTx/>
              <a:latin typeface="Courier New"/>
              <a:ea typeface="Courier New"/>
              <a:cs typeface="Courier New"/>
              <a:sym typeface="Courier New"/>
            </a:endParaRPr>
          </a:p>
          <a:p>
            <a:pPr marL="0" lvl="0" indent="0" algn="l" rtl="0">
              <a:lnSpc>
                <a:spcPct val="70000"/>
              </a:lnSpc>
              <a:spcBef>
                <a:spcPts val="500"/>
              </a:spcBef>
              <a:spcAft>
                <a:spcPts val="0"/>
              </a:spcAft>
              <a:buClr>
                <a:schemeClr val="dk1"/>
              </a:buClr>
              <a:buSzPts val="1500"/>
              <a:buFont typeface="Arial"/>
              <a:buNone/>
            </a:pPr>
            <a:r>
              <a:rPr lang="en-US" sz="1800">
                <a:uFillTx/>
                <a:latin typeface="Courier New"/>
                <a:ea typeface="Courier New"/>
                <a:cs typeface="Courier New"/>
                <a:sym typeface="Courier New"/>
              </a:rPr>
              <a:t>| Level   | Code  | Message                                                                |</a:t>
            </a:r>
            <a:endParaRPr sz="1800">
              <a:uFillTx/>
              <a:latin typeface="Courier New"/>
              <a:ea typeface="Courier New"/>
              <a:cs typeface="Courier New"/>
              <a:sym typeface="Courier New"/>
            </a:endParaRPr>
          </a:p>
          <a:p>
            <a:pPr marL="0" lvl="0" indent="0" algn="l" rtl="0">
              <a:lnSpc>
                <a:spcPct val="70000"/>
              </a:lnSpc>
              <a:spcBef>
                <a:spcPts val="500"/>
              </a:spcBef>
              <a:spcAft>
                <a:spcPts val="0"/>
              </a:spcAft>
              <a:buClr>
                <a:schemeClr val="dk1"/>
              </a:buClr>
              <a:buSzPts val="1500"/>
              <a:buFont typeface="Arial"/>
              <a:buNone/>
            </a:pPr>
            <a:r>
              <a:rPr lang="en-US" sz="1800">
                <a:uFillTx/>
                <a:latin typeface="Courier New"/>
                <a:ea typeface="Courier New"/>
                <a:cs typeface="Courier New"/>
                <a:sym typeface="Courier New"/>
              </a:rPr>
              <a:t>+---------+-------+------------------------------------------------------------------------+</a:t>
            </a:r>
            <a:endParaRPr sz="1800">
              <a:uFillTx/>
              <a:latin typeface="Courier New"/>
              <a:ea typeface="Courier New"/>
              <a:cs typeface="Courier New"/>
              <a:sym typeface="Courier New"/>
            </a:endParaRPr>
          </a:p>
          <a:p>
            <a:pPr marL="0" lvl="0" indent="0" algn="l" rtl="0">
              <a:lnSpc>
                <a:spcPct val="70000"/>
              </a:lnSpc>
              <a:spcBef>
                <a:spcPts val="500"/>
              </a:spcBef>
              <a:spcAft>
                <a:spcPts val="0"/>
              </a:spcAft>
              <a:buClr>
                <a:schemeClr val="dk1"/>
              </a:buClr>
              <a:buSzPts val="1500"/>
              <a:buFont typeface="Arial"/>
              <a:buNone/>
            </a:pPr>
            <a:r>
              <a:rPr lang="en-US" sz="1800">
                <a:uFillTx/>
                <a:latin typeface="Courier New"/>
                <a:ea typeface="Courier New"/>
                <a:cs typeface="Courier New"/>
                <a:sym typeface="Courier New"/>
              </a:rPr>
              <a:t>| Warning | 11272 | SSL fips mode error: FIPS mode ON/STRICT: MD5 digest is not supported. |</a:t>
            </a:r>
            <a:endParaRPr sz="1800">
              <a:uFillTx/>
              <a:latin typeface="Courier New"/>
              <a:ea typeface="Courier New"/>
              <a:cs typeface="Courier New"/>
              <a:sym typeface="Courier New"/>
            </a:endParaRPr>
          </a:p>
          <a:p>
            <a:pPr marL="0" lvl="0" indent="0" algn="l" rtl="0">
              <a:lnSpc>
                <a:spcPct val="70000"/>
              </a:lnSpc>
              <a:spcBef>
                <a:spcPts val="500"/>
              </a:spcBef>
              <a:spcAft>
                <a:spcPts val="0"/>
              </a:spcAft>
              <a:buClr>
                <a:schemeClr val="dk1"/>
              </a:buClr>
              <a:buSzPts val="1500"/>
              <a:buFont typeface="Arial"/>
              <a:buNone/>
            </a:pPr>
            <a:r>
              <a:rPr lang="en-US" sz="1800">
                <a:uFillTx/>
                <a:latin typeface="Courier New"/>
                <a:ea typeface="Courier New"/>
                <a:cs typeface="Courier New"/>
                <a:sym typeface="Courier New"/>
              </a:rPr>
              <a:t>+---------+-------+------------------------------------------------------------------------+</a:t>
            </a:r>
            <a:endParaRPr sz="1800">
              <a:uFillTx/>
              <a:latin typeface="Courier New"/>
              <a:ea typeface="Courier New"/>
              <a:cs typeface="Courier New"/>
              <a:sym typeface="Courier New"/>
            </a:endParaRPr>
          </a:p>
          <a:p>
            <a:pPr marL="0" lvl="0" indent="0" algn="l" rtl="0">
              <a:lnSpc>
                <a:spcPct val="70000"/>
              </a:lnSpc>
              <a:spcBef>
                <a:spcPts val="500"/>
              </a:spcBef>
              <a:spcAft>
                <a:spcPts val="0"/>
              </a:spcAft>
              <a:buClr>
                <a:schemeClr val="dk1"/>
              </a:buClr>
              <a:buSzPts val="1500"/>
              <a:buFont typeface="Arial"/>
              <a:buNone/>
            </a:pPr>
            <a:r>
              <a:rPr lang="en-US" sz="1800">
                <a:uFillTx/>
                <a:latin typeface="Courier New"/>
                <a:ea typeface="Courier New"/>
                <a:cs typeface="Courier New"/>
                <a:sym typeface="Courier New"/>
              </a:rPr>
              <a:t>1 row in set (0.00 sec)</a:t>
            </a:r>
            <a:endParaRPr sz="1800">
              <a:uFillTx/>
              <a:latin typeface="Courier New"/>
              <a:ea typeface="Courier New"/>
              <a:cs typeface="Courier New"/>
              <a:sym typeface="Courier New"/>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77"/>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Example</a:t>
            </a:r>
            <a:endParaRPr>
              <a:uFillTx/>
              <a:latin typeface="Arial"/>
              <a:ea typeface="Arial"/>
              <a:cs typeface="Arial"/>
              <a:sym typeface="Arial"/>
            </a:endParaRPr>
          </a:p>
        </p:txBody>
      </p:sp>
      <p:sp>
        <p:nvSpPr>
          <p:cNvPr id="453" name="Google Shape;453;p77"/>
          <p:cNvSpPr txBox="1">
            <a:spLocks noGrp="1"/>
          </p:cNvSpPr>
          <p:nvPr>
            <p:ph type="body" idx="1"/>
          </p:nvPr>
        </p:nvSpPr>
        <p:spPr>
          <a:xfrm>
            <a:off x="838200" y="1618736"/>
            <a:ext cx="10515600" cy="4172700"/>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mysql&gt; select sha2('a', 256);</a:t>
            </a:r>
            <a:endParaRPr sz="18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a:t>
            </a:r>
            <a:endParaRPr sz="18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sha2('a', 256)                                                   |</a:t>
            </a:r>
            <a:endParaRPr sz="18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a:t>
            </a:r>
            <a:endParaRPr sz="18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 ca978112ca1bbdcafac231b39a23dc4da786eff8147c4e72b9807785afee48bb |</a:t>
            </a:r>
            <a:endParaRPr sz="18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a:t>
            </a:r>
            <a:endParaRPr sz="1800" b="0">
              <a:solidFill>
                <a:srgbClr val="000000"/>
              </a:solidFill>
              <a:uFillTx/>
              <a:latin typeface="Courier New"/>
              <a:ea typeface="Courier New"/>
              <a:cs typeface="Courier New"/>
              <a:sym typeface="Courier New"/>
            </a:endParaRPr>
          </a:p>
          <a:p>
            <a:pPr marL="0" marR="0" lvl="0" indent="0" algn="l" rtl="0">
              <a:lnSpc>
                <a:spcPct val="70000"/>
              </a:lnSpc>
              <a:spcBef>
                <a:spcPts val="1100"/>
              </a:spcBef>
              <a:spcAft>
                <a:spcPts val="0"/>
              </a:spcAft>
              <a:buClr>
                <a:schemeClr val="dk1"/>
              </a:buClr>
              <a:buSzPts val="1500"/>
              <a:buFont typeface="Arial"/>
              <a:buNone/>
            </a:pPr>
            <a:r>
              <a:rPr lang="en-US" sz="1800" b="0">
                <a:solidFill>
                  <a:srgbClr val="000000"/>
                </a:solidFill>
                <a:uFillTx/>
                <a:latin typeface="Courier New"/>
                <a:ea typeface="Courier New"/>
                <a:cs typeface="Courier New"/>
                <a:sym typeface="Courier New"/>
              </a:rPr>
              <a:t>1 row in set (0.00 sec)</a:t>
            </a:r>
            <a:endParaRPr sz="1800" b="0">
              <a:solidFill>
                <a:srgbClr val="000000"/>
              </a:solidFill>
              <a:uFillTx/>
              <a:latin typeface="Courier New"/>
              <a:ea typeface="Courier New"/>
              <a:cs typeface="Courier New"/>
              <a:sym typeface="Courier New"/>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78"/>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Roles</a:t>
            </a:r>
            <a:endParaRPr>
              <a:uFillTx/>
            </a:endParaRPr>
          </a:p>
        </p:txBody>
      </p:sp>
      <p:sp>
        <p:nvSpPr>
          <p:cNvPr id="459" name="Google Shape;459;p78"/>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58</a:t>
            </a:fld>
            <a:endParaRPr>
              <a:uFillTx/>
            </a:endParaRPr>
          </a:p>
        </p:txBody>
      </p:sp>
      <p:sp>
        <p:nvSpPr>
          <p:cNvPr id="460" name="Google Shape;460;p78"/>
          <p:cNvSpPr txBox="1">
            <a:spLocks noGrp="1"/>
          </p:cNvSpPr>
          <p:nvPr>
            <p:ph type="body" idx="1"/>
          </p:nvPr>
        </p:nvSpPr>
        <p:spPr>
          <a:xfrm>
            <a:off x="831850" y="3851541"/>
            <a:ext cx="10515600" cy="1500300"/>
          </a:xfrm>
          <a:prstGeom prst="rect">
            <a:avLst/>
          </a:prstGeom>
        </p:spPr>
        <p:txBody>
          <a:bodyPr spcFirstLastPara="1" wrap="square" lIns="45700" tIns="22875" rIns="45700" bIns="22875" anchor="t" anchorCtr="0">
            <a:noAutofit/>
          </a:bodyPr>
          <a:lstStyle/>
          <a:p>
            <a:pPr marL="0" lvl="0" indent="0" algn="r" rtl="0">
              <a:spcBef>
                <a:spcPts val="500"/>
              </a:spcBef>
              <a:spcAft>
                <a:spcPts val="0"/>
              </a:spcAft>
              <a:buNone/>
            </a:pPr>
            <a:endParaRPr>
              <a:uFillTx/>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79"/>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Arial"/>
              <a:buNone/>
            </a:pPr>
            <a:r>
              <a:rPr lang="en-US">
                <a:uFillTx/>
                <a:latin typeface="Arial"/>
                <a:ea typeface="Arial"/>
                <a:cs typeface="Arial"/>
                <a:sym typeface="Arial"/>
              </a:rPr>
              <a:t>Roles</a:t>
            </a:r>
            <a:endParaRPr sz="2700">
              <a:uFillTx/>
            </a:endParaRPr>
          </a:p>
        </p:txBody>
      </p:sp>
      <p:sp>
        <p:nvSpPr>
          <p:cNvPr id="466" name="Google Shape;466;p79"/>
          <p:cNvSpPr txBox="1">
            <a:spLocks/>
          </p:cNvSpPr>
          <p:nvPr/>
        </p:nvSpPr>
        <p:spPr>
          <a:xfrm>
            <a:off x="762000" y="1720775"/>
            <a:ext cx="10956600" cy="6393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Calibri"/>
              <a:buChar char="●"/>
            </a:pPr>
            <a:r>
              <a:rPr lang="en-US" sz="2400">
                <a:uFillTx/>
              </a:rPr>
              <a:t>MySQL 8 comes with Roles feature. A role is a named collection of privileges. Like user accounts, roles can have privileges granted to and revoked from them.</a:t>
            </a:r>
            <a:endParaRPr sz="2400">
              <a:uFillTx/>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80"/>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4000"/>
              <a:buFont typeface="Arial"/>
              <a:buNone/>
            </a:pPr>
            <a:r>
              <a:rPr lang="en-US">
                <a:uFillTx/>
                <a:latin typeface="Arial"/>
                <a:ea typeface="Arial"/>
                <a:cs typeface="Arial"/>
                <a:sym typeface="Arial"/>
              </a:rPr>
              <a:t>Roles</a:t>
            </a:r>
            <a:endParaRPr sz="2700">
              <a:uFillTx/>
            </a:endParaRPr>
          </a:p>
        </p:txBody>
      </p:sp>
      <p:sp>
        <p:nvSpPr>
          <p:cNvPr id="472" name="Google Shape;472;p80"/>
          <p:cNvSpPr txBox="1">
            <a:spLocks noGrp="1"/>
          </p:cNvSpPr>
          <p:nvPr>
            <p:ph type="body" idx="1"/>
          </p:nvPr>
        </p:nvSpPr>
        <p:spPr>
          <a:xfrm>
            <a:off x="609600" y="1771136"/>
            <a:ext cx="10515600" cy="4172700"/>
          </a:xfrm>
          <a:prstGeom prst="rect">
            <a:avLst/>
          </a:prstGeom>
          <a:noFill/>
          <a:ln>
            <a:noFill/>
          </a:ln>
        </p:spPr>
        <p:txBody>
          <a:bodyPr spcFirstLastPara="1" wrap="square" lIns="91425" tIns="45700" rIns="91425" bIns="45700" anchor="t" anchorCtr="0">
            <a:noAutofit/>
          </a:bodyPr>
          <a:lstStyle/>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mysql&gt; create role app_read;</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Query OK, 0 rows affected (0.03 sec)</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rgbClr val="40580F"/>
              </a:buClr>
              <a:buSzPts val="700"/>
              <a:buNone/>
            </a:pP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mysql&gt; grant select on *.* to app_read;</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Query OK, 0 rows affected (0.04 sec)</a:t>
            </a:r>
            <a:endParaRPr>
              <a:solidFill>
                <a:srgbClr val="000000"/>
              </a:solidFill>
              <a:uFillTx/>
              <a:latin typeface="Courier New"/>
              <a:ea typeface="Courier New"/>
              <a:cs typeface="Courier New"/>
              <a:sym typeface="Courier New"/>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81"/>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Roles</a:t>
            </a:r>
            <a:endParaRPr>
              <a:uFillTx/>
              <a:latin typeface="Arial"/>
              <a:ea typeface="Arial"/>
              <a:cs typeface="Arial"/>
              <a:sym typeface="Arial"/>
            </a:endParaRPr>
          </a:p>
        </p:txBody>
      </p:sp>
      <p:sp>
        <p:nvSpPr>
          <p:cNvPr id="478" name="Google Shape;478;p81"/>
          <p:cNvSpPr txBox="1">
            <a:spLocks noGrp="1"/>
          </p:cNvSpPr>
          <p:nvPr>
            <p:ph type="body" idx="1"/>
          </p:nvPr>
        </p:nvSpPr>
        <p:spPr>
          <a:xfrm>
            <a:off x="609600" y="1694936"/>
            <a:ext cx="10515600" cy="4172700"/>
          </a:xfrm>
          <a:prstGeom prst="rect">
            <a:avLst/>
          </a:prstGeom>
          <a:noFill/>
          <a:ln>
            <a:noFill/>
          </a:ln>
        </p:spPr>
        <p:txBody>
          <a:bodyPr spcFirstLastPara="1" wrap="square" lIns="91425" tIns="45700" rIns="91425" bIns="45700" anchor="t" anchorCtr="0">
            <a:noAutofit/>
          </a:bodyPr>
          <a:lstStyle/>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mysql&gt; select * from app_db.joinit;</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ERROR 1142 (42000): SELECT command denied to user 'test_role'@'localhost' for table 'joinit'</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rgbClr val="40580F"/>
              </a:buClr>
              <a:buSzPts val="700"/>
              <a:buNone/>
            </a:pP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mysql&gt; SELECT CURRENT_ROLE();</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 CURRENT_ROLE() |</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 NONE           |</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1 row in set (0.00 sec)</a:t>
            </a:r>
            <a:endParaRPr>
              <a:solidFill>
                <a:srgbClr val="000000"/>
              </a:solidFill>
              <a:uFillTx/>
              <a:latin typeface="Courier New"/>
              <a:ea typeface="Courier New"/>
              <a:cs typeface="Courier New"/>
              <a:sym typeface="Courier New"/>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82"/>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Roles</a:t>
            </a:r>
            <a:endParaRPr>
              <a:uFillTx/>
              <a:latin typeface="Arial"/>
              <a:ea typeface="Arial"/>
              <a:cs typeface="Arial"/>
              <a:sym typeface="Arial"/>
            </a:endParaRPr>
          </a:p>
        </p:txBody>
      </p:sp>
      <p:sp>
        <p:nvSpPr>
          <p:cNvPr id="484" name="Google Shape;484;p82"/>
          <p:cNvSpPr txBox="1">
            <a:spLocks noGrp="1"/>
          </p:cNvSpPr>
          <p:nvPr>
            <p:ph type="body" idx="1"/>
          </p:nvPr>
        </p:nvSpPr>
        <p:spPr>
          <a:xfrm>
            <a:off x="609600" y="1694936"/>
            <a:ext cx="10515600" cy="4172700"/>
          </a:xfrm>
          <a:prstGeom prst="rect">
            <a:avLst/>
          </a:prstGeom>
          <a:noFill/>
          <a:ln>
            <a:noFill/>
          </a:ln>
        </p:spPr>
        <p:txBody>
          <a:bodyPr spcFirstLastPara="1" wrap="square" lIns="91425" tIns="45700" rIns="91425" bIns="45700" anchor="t" anchorCtr="0">
            <a:noAutofit/>
          </a:bodyPr>
          <a:lstStyle/>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mysql&gt; SET ROLE all;</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Query OK, 0 rows affected (0.00 sec)</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rgbClr val="40580F"/>
              </a:buClr>
              <a:buSzPts val="700"/>
              <a:buNone/>
            </a:pP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mysql&gt; SELECT CURRENT_ROLE();</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 CURRENT_ROLE()                                        |</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 `app_read`@`%`,`app_write`@`%`,`app_read`@`localhost` |</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1 row in set (0.00 sec)</a:t>
            </a: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rgbClr val="40580F"/>
              </a:buClr>
              <a:buSzPts val="700"/>
              <a:buNone/>
            </a:pPr>
            <a:endParaRPr>
              <a:solidFill>
                <a:srgbClr val="000000"/>
              </a:solidFill>
              <a:uFillTx/>
              <a:latin typeface="Courier New"/>
              <a:ea typeface="Courier New"/>
              <a:cs typeface="Courier New"/>
              <a:sym typeface="Courier New"/>
            </a:endParaRPr>
          </a:p>
          <a:p>
            <a:pPr marL="241300" lvl="1" indent="0" algn="l" rtl="0">
              <a:lnSpc>
                <a:spcPct val="70000"/>
              </a:lnSpc>
              <a:spcBef>
                <a:spcPts val="500"/>
              </a:spcBef>
              <a:spcAft>
                <a:spcPts val="0"/>
              </a:spcAft>
              <a:buClr>
                <a:schemeClr val="dk1"/>
              </a:buClr>
              <a:buSzPts val="700"/>
              <a:buNone/>
            </a:pPr>
            <a:r>
              <a:rPr lang="en-US">
                <a:solidFill>
                  <a:srgbClr val="000000"/>
                </a:solidFill>
                <a:uFillTx/>
                <a:latin typeface="Courier New"/>
                <a:ea typeface="Courier New"/>
                <a:cs typeface="Courier New"/>
                <a:sym typeface="Courier New"/>
              </a:rPr>
              <a:t>mysql&gt; select * from app_db.joinit;</a:t>
            </a:r>
            <a:endParaRPr>
              <a:solidFill>
                <a:srgbClr val="000000"/>
              </a:solidFill>
              <a:uFillTx/>
              <a:latin typeface="Courier New"/>
              <a:ea typeface="Courier New"/>
              <a:cs typeface="Courier New"/>
              <a:sym typeface="Courier New"/>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83"/>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latin typeface="Arial"/>
                <a:ea typeface="Arial"/>
                <a:cs typeface="Arial"/>
                <a:sym typeface="Arial"/>
              </a:rPr>
              <a:t>Roles</a:t>
            </a:r>
            <a:endParaRPr>
              <a:uFillTx/>
              <a:latin typeface="Arial"/>
              <a:ea typeface="Arial"/>
              <a:cs typeface="Arial"/>
              <a:sym typeface="Arial"/>
            </a:endParaRPr>
          </a:p>
        </p:txBody>
      </p:sp>
      <p:sp>
        <p:nvSpPr>
          <p:cNvPr id="490" name="Google Shape;490;p83"/>
          <p:cNvSpPr txBox="1">
            <a:spLocks noGrp="1"/>
          </p:cNvSpPr>
          <p:nvPr>
            <p:ph type="body" idx="1"/>
          </p:nvPr>
        </p:nvSpPr>
        <p:spPr>
          <a:xfrm>
            <a:off x="609600" y="1771136"/>
            <a:ext cx="10515600" cy="4172700"/>
          </a:xfrm>
          <a:prstGeom prst="rect">
            <a:avLst/>
          </a:prstGeom>
          <a:noFill/>
          <a:ln>
            <a:noFill/>
          </a:ln>
        </p:spPr>
        <p:txBody>
          <a:bodyPr spcFirstLastPara="1" wrap="square" lIns="91425" tIns="45700" rIns="91425" bIns="45700" anchor="t" anchorCtr="0">
            <a:noAutofit/>
          </a:bodyPr>
          <a:lstStyle/>
          <a:p>
            <a:pPr marL="241300" lvl="1" indent="0" algn="l" rtl="0">
              <a:lnSpc>
                <a:spcPct val="70000"/>
              </a:lnSpc>
              <a:spcBef>
                <a:spcPts val="500"/>
              </a:spcBef>
              <a:spcAft>
                <a:spcPts val="0"/>
              </a:spcAft>
              <a:buClr>
                <a:schemeClr val="dk1"/>
              </a:buClr>
              <a:buSzPts val="700"/>
              <a:buNone/>
            </a:pPr>
            <a:r>
              <a:rPr lang="en-US" sz="2400">
                <a:solidFill>
                  <a:srgbClr val="000000"/>
                </a:solidFill>
                <a:uFillTx/>
                <a:latin typeface="Arial"/>
                <a:ea typeface="Arial"/>
                <a:cs typeface="Arial"/>
                <a:sym typeface="Arial"/>
              </a:rPr>
              <a:t>It is possible to use </a:t>
            </a:r>
            <a:r>
              <a:rPr lang="en-US" sz="2400">
                <a:solidFill>
                  <a:srgbClr val="000000"/>
                </a:solidFill>
                <a:uFillTx/>
                <a:latin typeface="Courier New"/>
                <a:ea typeface="Courier New"/>
                <a:cs typeface="Courier New"/>
                <a:sym typeface="Courier New"/>
              </a:rPr>
              <a:t>activate_all_roles_on_login</a:t>
            </a:r>
            <a:r>
              <a:rPr lang="en-US" sz="2400">
                <a:solidFill>
                  <a:srgbClr val="000000"/>
                </a:solidFill>
                <a:uFillTx/>
                <a:latin typeface="Arial"/>
                <a:ea typeface="Arial"/>
                <a:cs typeface="Arial"/>
                <a:sym typeface="Arial"/>
              </a:rPr>
              <a:t> to activate all roles granted to each account at login time.</a:t>
            </a:r>
            <a:endParaRPr sz="2400">
              <a:solidFill>
                <a:srgbClr val="000000"/>
              </a:solidFill>
              <a:uFillTx/>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84"/>
          <p:cNvSpPr txBox="1">
            <a:spLocks noGrp="1"/>
          </p:cNvSpPr>
          <p:nvPr>
            <p:ph type="title"/>
          </p:nvPr>
        </p:nvSpPr>
        <p:spPr>
          <a:xfrm>
            <a:off x="838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2"/>
              </a:buClr>
              <a:buSzPts val="4000"/>
              <a:buFont typeface="Arial"/>
              <a:buNone/>
            </a:pPr>
            <a:r>
              <a:rPr lang="en-US">
                <a:uFillTx/>
              </a:rPr>
              <a:t>References</a:t>
            </a:r>
            <a:endParaRPr>
              <a:uFillTx/>
            </a:endParaRPr>
          </a:p>
        </p:txBody>
      </p:sp>
      <p:sp>
        <p:nvSpPr>
          <p:cNvPr id="496" name="Google Shape;496;p84"/>
          <p:cNvSpPr txBox="1">
            <a:spLocks noGrp="1"/>
          </p:cNvSpPr>
          <p:nvPr>
            <p:ph type="body" idx="1"/>
          </p:nvPr>
        </p:nvSpPr>
        <p:spPr>
          <a:xfrm>
            <a:off x="866825" y="1806850"/>
            <a:ext cx="5471100" cy="48009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800"/>
              <a:buFont typeface="Arial"/>
              <a:buNone/>
            </a:pPr>
            <a:r>
              <a:rPr lang="en-US" sz="1100" b="1">
                <a:uFillTx/>
              </a:rPr>
              <a:t># SO/Cloud security</a:t>
            </a:r>
            <a:endParaRPr sz="1100" b="1">
              <a:uFillTx/>
            </a:endParaRPr>
          </a:p>
          <a:p>
            <a:pPr marL="0" marR="0" lvl="0" indent="0" algn="l" rtl="0">
              <a:lnSpc>
                <a:spcPct val="90000"/>
              </a:lnSpc>
              <a:spcBef>
                <a:spcPts val="1000"/>
              </a:spcBef>
              <a:spcAft>
                <a:spcPts val="0"/>
              </a:spcAft>
              <a:buClr>
                <a:schemeClr val="dk1"/>
              </a:buClr>
              <a:buSzPts val="800"/>
              <a:buFont typeface="Arial"/>
              <a:buNone/>
            </a:pPr>
            <a:r>
              <a:rPr lang="en-US" sz="1100" u="sng">
                <a:solidFill>
                  <a:schemeClr val="hlink"/>
                </a:solidFill>
                <a:uFillTx/>
                <a:hlinkClick r:id="rId3"/>
              </a:rPr>
              <a:t>https://docs.aws.amazon.com/AmazonRDS/latest/UserGuide/UsingWithRDS.html</a:t>
            </a:r>
            <a:endParaRPr sz="1100">
              <a:uFillTx/>
            </a:endParaRPr>
          </a:p>
          <a:p>
            <a:pPr marL="0" marR="0" lvl="0" indent="0" algn="l" rtl="0">
              <a:lnSpc>
                <a:spcPct val="90000"/>
              </a:lnSpc>
              <a:spcBef>
                <a:spcPts val="1000"/>
              </a:spcBef>
              <a:spcAft>
                <a:spcPts val="0"/>
              </a:spcAft>
              <a:buClr>
                <a:schemeClr val="dk1"/>
              </a:buClr>
              <a:buSzPts val="800"/>
              <a:buFont typeface="Arial"/>
              <a:buNone/>
            </a:pPr>
            <a:r>
              <a:rPr lang="en-US" sz="1100" u="sng">
                <a:solidFill>
                  <a:schemeClr val="hlink"/>
                </a:solidFill>
                <a:uFillTx/>
                <a:hlinkClick r:id="rId4"/>
              </a:rPr>
              <a:t>https://docs.aws.amazon.com/vpc/latest/userguide/VPC_SecurityGroups.html</a:t>
            </a:r>
            <a:endParaRPr sz="1100">
              <a:uFillTx/>
            </a:endParaRPr>
          </a:p>
          <a:p>
            <a:pPr marL="0" marR="0" lvl="0" indent="0" algn="l" rtl="0">
              <a:lnSpc>
                <a:spcPct val="90000"/>
              </a:lnSpc>
              <a:spcBef>
                <a:spcPts val="1000"/>
              </a:spcBef>
              <a:spcAft>
                <a:spcPts val="0"/>
              </a:spcAft>
              <a:buClr>
                <a:schemeClr val="dk1"/>
              </a:buClr>
              <a:buSzPts val="800"/>
              <a:buFont typeface="Arial"/>
              <a:buNone/>
            </a:pPr>
            <a:r>
              <a:rPr lang="en-US" sz="1100" b="1">
                <a:uFillTx/>
              </a:rPr>
              <a:t># Audit log</a:t>
            </a:r>
            <a:endParaRPr sz="1100" b="1">
              <a:uFillTx/>
            </a:endParaRPr>
          </a:p>
          <a:p>
            <a:pPr marL="0" marR="0" lvl="0" indent="0" algn="l" rtl="0">
              <a:lnSpc>
                <a:spcPct val="90000"/>
              </a:lnSpc>
              <a:spcBef>
                <a:spcPts val="1000"/>
              </a:spcBef>
              <a:spcAft>
                <a:spcPts val="0"/>
              </a:spcAft>
              <a:buClr>
                <a:schemeClr val="dk1"/>
              </a:buClr>
              <a:buSzPts val="800"/>
              <a:buFont typeface="Arial"/>
              <a:buNone/>
            </a:pPr>
            <a:r>
              <a:rPr lang="en-US" sz="1100" u="sng">
                <a:solidFill>
                  <a:schemeClr val="hlink"/>
                </a:solidFill>
                <a:uFillTx/>
                <a:hlinkClick r:id="rId5"/>
              </a:rPr>
              <a:t>https://www.percona.com/blog/2015/09/10/percona-server-audit-log-plugin-best-practices/</a:t>
            </a:r>
            <a:endParaRPr sz="1100">
              <a:uFillTx/>
            </a:endParaRPr>
          </a:p>
          <a:p>
            <a:pPr marL="0" marR="0" lvl="0" indent="0" algn="l" rtl="0">
              <a:lnSpc>
                <a:spcPct val="90000"/>
              </a:lnSpc>
              <a:spcBef>
                <a:spcPts val="1000"/>
              </a:spcBef>
              <a:spcAft>
                <a:spcPts val="0"/>
              </a:spcAft>
              <a:buClr>
                <a:schemeClr val="dk1"/>
              </a:buClr>
              <a:buSzPts val="800"/>
              <a:buFont typeface="Arial"/>
              <a:buNone/>
            </a:pPr>
            <a:r>
              <a:rPr lang="en-US" sz="1100" b="1">
                <a:uFillTx/>
              </a:rPr>
              <a:t>#caching_sha2_password</a:t>
            </a:r>
            <a:endParaRPr sz="1100" b="1">
              <a:uFillTx/>
            </a:endParaRPr>
          </a:p>
          <a:p>
            <a:pPr marL="0" marR="0" lvl="0" indent="0" algn="l" rtl="0">
              <a:lnSpc>
                <a:spcPct val="90000"/>
              </a:lnSpc>
              <a:spcBef>
                <a:spcPts val="1000"/>
              </a:spcBef>
              <a:spcAft>
                <a:spcPts val="0"/>
              </a:spcAft>
              <a:buClr>
                <a:schemeClr val="dk1"/>
              </a:buClr>
              <a:buSzPts val="800"/>
              <a:buFont typeface="Arial"/>
              <a:buNone/>
            </a:pPr>
            <a:r>
              <a:rPr lang="en-US" sz="1100" u="sng">
                <a:solidFill>
                  <a:schemeClr val="hlink"/>
                </a:solidFill>
                <a:uFillTx/>
                <a:hlinkClick r:id="rId6"/>
              </a:rPr>
              <a:t>https://dev.mysql.com/doc/refman/5.7/en/caching-sha2-pluggable-authentication.html</a:t>
            </a:r>
            <a:endParaRPr sz="1100">
              <a:uFillTx/>
            </a:endParaRPr>
          </a:p>
          <a:p>
            <a:pPr marL="0" marR="0" lvl="0" indent="0" algn="l" rtl="0">
              <a:lnSpc>
                <a:spcPct val="90000"/>
              </a:lnSpc>
              <a:spcBef>
                <a:spcPts val="1000"/>
              </a:spcBef>
              <a:spcAft>
                <a:spcPts val="0"/>
              </a:spcAft>
              <a:buClr>
                <a:schemeClr val="dk1"/>
              </a:buClr>
              <a:buSzPts val="800"/>
              <a:buFont typeface="Arial"/>
              <a:buNone/>
            </a:pPr>
            <a:r>
              <a:rPr lang="en-US" sz="1100" b="1">
                <a:uFillTx/>
              </a:rPr>
              <a:t># SSL</a:t>
            </a:r>
            <a:endParaRPr sz="1100" b="1">
              <a:uFillTx/>
            </a:endParaRPr>
          </a:p>
          <a:p>
            <a:pPr marL="0" marR="0" lvl="0" indent="0" algn="l" rtl="0">
              <a:lnSpc>
                <a:spcPct val="90000"/>
              </a:lnSpc>
              <a:spcBef>
                <a:spcPts val="1000"/>
              </a:spcBef>
              <a:spcAft>
                <a:spcPts val="0"/>
              </a:spcAft>
              <a:buClr>
                <a:schemeClr val="dk1"/>
              </a:buClr>
              <a:buSzPts val="800"/>
              <a:buFont typeface="Arial"/>
              <a:buNone/>
            </a:pPr>
            <a:r>
              <a:rPr lang="en-US" sz="1100" u="sng">
                <a:solidFill>
                  <a:schemeClr val="hlink"/>
                </a:solidFill>
                <a:uFillTx/>
                <a:hlinkClick r:id="rId7"/>
              </a:rPr>
              <a:t>https://www.percona.com/blog/2013/06/22/setting-up-mysql-ssl-and-secure-connections/#setup</a:t>
            </a:r>
            <a:endParaRPr sz="1100">
              <a:uFillTx/>
            </a:endParaRPr>
          </a:p>
          <a:p>
            <a:pPr marL="0" marR="0" lvl="0" indent="0" algn="l" rtl="0">
              <a:lnSpc>
                <a:spcPct val="90000"/>
              </a:lnSpc>
              <a:spcBef>
                <a:spcPts val="1000"/>
              </a:spcBef>
              <a:spcAft>
                <a:spcPts val="0"/>
              </a:spcAft>
              <a:buClr>
                <a:schemeClr val="dk1"/>
              </a:buClr>
              <a:buSzPts val="800"/>
              <a:buFont typeface="Arial"/>
              <a:buNone/>
            </a:pPr>
            <a:r>
              <a:rPr lang="en-US" sz="1100" u="sng">
                <a:solidFill>
                  <a:schemeClr val="hlink"/>
                </a:solidFill>
                <a:uFillTx/>
                <a:hlinkClick r:id="rId8"/>
              </a:rPr>
              <a:t>https://www.percona.com/blog/2013/10/10/mysql-ssl-performance-overhead/</a:t>
            </a:r>
            <a:endParaRPr sz="1100">
              <a:uFillTx/>
            </a:endParaRPr>
          </a:p>
          <a:p>
            <a:pPr marL="0" marR="0" lvl="0" indent="0" algn="l" rtl="0">
              <a:lnSpc>
                <a:spcPct val="90000"/>
              </a:lnSpc>
              <a:spcBef>
                <a:spcPts val="1000"/>
              </a:spcBef>
              <a:spcAft>
                <a:spcPts val="0"/>
              </a:spcAft>
              <a:buClr>
                <a:schemeClr val="dk1"/>
              </a:buClr>
              <a:buSzPts val="800"/>
              <a:buFont typeface="Arial"/>
              <a:buNone/>
            </a:pPr>
            <a:r>
              <a:rPr lang="en-US" sz="1100" b="1">
                <a:uFillTx/>
              </a:rPr>
              <a:t># TDE</a:t>
            </a:r>
            <a:br>
              <a:rPr lang="en-US" sz="1100">
                <a:uFillTx/>
              </a:rPr>
            </a:br>
            <a:r>
              <a:rPr lang="en-US" sz="1100" u="sng">
                <a:solidFill>
                  <a:schemeClr val="hlink"/>
                </a:solidFill>
                <a:uFillTx/>
                <a:hlinkClick r:id="rId9"/>
              </a:rPr>
              <a:t>https://www.percona.com/doc/percona-server/LATEST/management/data_at_rest_encryption.html</a:t>
            </a:r>
            <a:endParaRPr sz="1100">
              <a:uFillTx/>
            </a:endParaRPr>
          </a:p>
          <a:p>
            <a:pPr marL="0" marR="0" lvl="0" indent="0" algn="l" rtl="0">
              <a:lnSpc>
                <a:spcPct val="90000"/>
              </a:lnSpc>
              <a:spcBef>
                <a:spcPts val="1000"/>
              </a:spcBef>
              <a:spcAft>
                <a:spcPts val="0"/>
              </a:spcAft>
              <a:buClr>
                <a:schemeClr val="dk1"/>
              </a:buClr>
              <a:buSzPts val="800"/>
              <a:buFont typeface="Arial"/>
              <a:buNone/>
            </a:pPr>
            <a:r>
              <a:rPr lang="en-US" sz="1100" u="sng">
                <a:solidFill>
                  <a:schemeClr val="hlink"/>
                </a:solidFill>
                <a:uFillTx/>
                <a:hlinkClick r:id="rId10"/>
              </a:rPr>
              <a:t>https://www.percona.com/doc/percona-server/LATEST/management/data_at_rest_encryption.html#usage</a:t>
            </a:r>
            <a:endParaRPr sz="1100">
              <a:uFillTx/>
            </a:endParaRPr>
          </a:p>
          <a:p>
            <a:pPr marL="0" marR="0" lvl="0" indent="0" algn="l" rtl="0">
              <a:lnSpc>
                <a:spcPct val="90000"/>
              </a:lnSpc>
              <a:spcBef>
                <a:spcPts val="1000"/>
              </a:spcBef>
              <a:spcAft>
                <a:spcPts val="0"/>
              </a:spcAft>
              <a:buClr>
                <a:schemeClr val="dk1"/>
              </a:buClr>
              <a:buSzPts val="800"/>
              <a:buFont typeface="Arial"/>
              <a:buNone/>
            </a:pPr>
            <a:r>
              <a:rPr lang="en-US" sz="1100" u="sng">
                <a:solidFill>
                  <a:schemeClr val="hlink"/>
                </a:solidFill>
                <a:uFillTx/>
                <a:hlinkClick r:id="rId11"/>
              </a:rPr>
              <a:t>https://dev.mysql.com/doc/refman/5.7/en/keyring-file-plugin.html</a:t>
            </a:r>
            <a:endParaRPr sz="1100">
              <a:uFillTx/>
            </a:endParaRPr>
          </a:p>
          <a:p>
            <a:pPr marL="0" marR="0" lvl="0" indent="0" algn="l" rtl="0">
              <a:lnSpc>
                <a:spcPct val="90000"/>
              </a:lnSpc>
              <a:spcBef>
                <a:spcPts val="1000"/>
              </a:spcBef>
              <a:spcAft>
                <a:spcPts val="0"/>
              </a:spcAft>
              <a:buClr>
                <a:schemeClr val="dk1"/>
              </a:buClr>
              <a:buSzPts val="800"/>
              <a:buFont typeface="Arial"/>
              <a:buNone/>
            </a:pPr>
            <a:endParaRPr sz="800">
              <a:uFillTx/>
            </a:endParaRPr>
          </a:p>
        </p:txBody>
      </p:sp>
      <p:sp>
        <p:nvSpPr>
          <p:cNvPr id="497" name="Google Shape;497;p84"/>
          <p:cNvSpPr txBox="1">
            <a:spLocks/>
          </p:cNvSpPr>
          <p:nvPr/>
        </p:nvSpPr>
        <p:spPr>
          <a:xfrm>
            <a:off x="6337935" y="1790125"/>
            <a:ext cx="5844600" cy="48009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800"/>
              <a:buFont typeface="Arial"/>
              <a:buNone/>
            </a:pPr>
            <a:r>
              <a:rPr lang="en-US" sz="1100" b="1">
                <a:solidFill>
                  <a:schemeClr val="dk1"/>
                </a:solidFill>
                <a:uFillTx/>
              </a:rPr>
              <a:t># Roles</a:t>
            </a:r>
            <a:endParaRPr sz="1100" b="1">
              <a:uFillTx/>
            </a:endParaRPr>
          </a:p>
          <a:p>
            <a:pPr marL="0" marR="0" lvl="0" indent="0" algn="l" rtl="0">
              <a:lnSpc>
                <a:spcPct val="90000"/>
              </a:lnSpc>
              <a:spcBef>
                <a:spcPts val="1000"/>
              </a:spcBef>
              <a:spcAft>
                <a:spcPts val="0"/>
              </a:spcAft>
              <a:buClr>
                <a:schemeClr val="dk1"/>
              </a:buClr>
              <a:buSzPts val="800"/>
              <a:buFont typeface="Arial"/>
              <a:buNone/>
            </a:pPr>
            <a:r>
              <a:rPr lang="en-US" sz="1100" b="0" u="sng">
                <a:solidFill>
                  <a:schemeClr val="hlink"/>
                </a:solidFill>
                <a:uFillTx/>
                <a:latin typeface="Arial"/>
                <a:ea typeface="Arial"/>
                <a:cs typeface="Arial"/>
                <a:sym typeface="Arial"/>
                <a:hlinkClick r:id="rId12"/>
              </a:rPr>
              <a:t>https://dev.mysql.com/doc/refman/8.0/en/server-system-variables.html#sysvar_activate_all_roles_on_login</a:t>
            </a:r>
            <a:endParaRPr sz="1100" b="0">
              <a:solidFill>
                <a:schemeClr val="dk1"/>
              </a:solidFill>
              <a:uFillTx/>
              <a:latin typeface="Arial"/>
              <a:ea typeface="Arial"/>
              <a:cs typeface="Arial"/>
              <a:sym typeface="Arial"/>
            </a:endParaRPr>
          </a:p>
          <a:p>
            <a:pPr marL="0" marR="0" lvl="0" indent="0" algn="l" rtl="0">
              <a:lnSpc>
                <a:spcPct val="90000"/>
              </a:lnSpc>
              <a:spcBef>
                <a:spcPts val="1000"/>
              </a:spcBef>
              <a:spcAft>
                <a:spcPts val="0"/>
              </a:spcAft>
              <a:buClr>
                <a:schemeClr val="dk1"/>
              </a:buClr>
              <a:buSzPts val="800"/>
              <a:buFont typeface="Arial"/>
              <a:buNone/>
            </a:pPr>
            <a:r>
              <a:rPr lang="en-US" sz="1100" b="0" u="sng">
                <a:solidFill>
                  <a:schemeClr val="hlink"/>
                </a:solidFill>
                <a:uFillTx/>
                <a:latin typeface="Arial"/>
                <a:ea typeface="Arial"/>
                <a:cs typeface="Arial"/>
                <a:sym typeface="Arial"/>
                <a:hlinkClick r:id="rId13"/>
              </a:rPr>
              <a:t>https://dev.mysql.com/doc/refman/8.0/en/roles.html</a:t>
            </a:r>
            <a:endParaRPr sz="1100" b="0">
              <a:solidFill>
                <a:schemeClr val="dk1"/>
              </a:solidFill>
              <a:uFillTx/>
              <a:latin typeface="Arial"/>
              <a:ea typeface="Arial"/>
              <a:cs typeface="Arial"/>
              <a:sym typeface="Arial"/>
            </a:endParaRPr>
          </a:p>
          <a:p>
            <a:pPr marL="0" marR="0" lvl="0" indent="0" algn="l" rtl="0">
              <a:lnSpc>
                <a:spcPct val="90000"/>
              </a:lnSpc>
              <a:spcBef>
                <a:spcPts val="1000"/>
              </a:spcBef>
              <a:spcAft>
                <a:spcPts val="0"/>
              </a:spcAft>
              <a:buClr>
                <a:schemeClr val="dk1"/>
              </a:buClr>
              <a:buSzPts val="800"/>
              <a:buFont typeface="Arial"/>
              <a:buNone/>
            </a:pPr>
            <a:r>
              <a:rPr lang="en-US" sz="1100" b="1">
                <a:solidFill>
                  <a:schemeClr val="dk1"/>
                </a:solidFill>
                <a:uFillTx/>
              </a:rPr>
              <a:t># Password management</a:t>
            </a:r>
            <a:endParaRPr sz="1100" b="1">
              <a:uFillTx/>
            </a:endParaRPr>
          </a:p>
          <a:p>
            <a:pPr marL="0" marR="0" lvl="0" indent="0" algn="l" rtl="0">
              <a:lnSpc>
                <a:spcPct val="90000"/>
              </a:lnSpc>
              <a:spcBef>
                <a:spcPts val="1000"/>
              </a:spcBef>
              <a:spcAft>
                <a:spcPts val="0"/>
              </a:spcAft>
              <a:buClr>
                <a:schemeClr val="dk1"/>
              </a:buClr>
              <a:buSzPts val="800"/>
              <a:buFont typeface="Arial"/>
              <a:buNone/>
            </a:pPr>
            <a:r>
              <a:rPr lang="en-US" sz="1100" b="0" u="sng">
                <a:solidFill>
                  <a:schemeClr val="hlink"/>
                </a:solidFill>
                <a:uFillTx/>
                <a:latin typeface="Arial"/>
                <a:ea typeface="Arial"/>
                <a:cs typeface="Arial"/>
                <a:sym typeface="Arial"/>
                <a:hlinkClick r:id="rId14"/>
              </a:rPr>
              <a:t>https://dev.mysql.com/doc/refman/5.7/en/password-management.html</a:t>
            </a:r>
            <a:endParaRPr sz="1100" b="0">
              <a:solidFill>
                <a:schemeClr val="dk1"/>
              </a:solidFill>
              <a:uFillTx/>
              <a:latin typeface="Arial"/>
              <a:ea typeface="Arial"/>
              <a:cs typeface="Arial"/>
              <a:sym typeface="Arial"/>
            </a:endParaRPr>
          </a:p>
          <a:p>
            <a:pPr marL="0" marR="0" lvl="0" indent="0" algn="l" rtl="0">
              <a:lnSpc>
                <a:spcPct val="90000"/>
              </a:lnSpc>
              <a:spcBef>
                <a:spcPts val="1000"/>
              </a:spcBef>
              <a:spcAft>
                <a:spcPts val="0"/>
              </a:spcAft>
              <a:buClr>
                <a:schemeClr val="dk1"/>
              </a:buClr>
              <a:buSzPts val="800"/>
              <a:buFont typeface="Arial"/>
              <a:buNone/>
            </a:pPr>
            <a:r>
              <a:rPr lang="en-US" sz="1100" b="0" u="sng">
                <a:solidFill>
                  <a:schemeClr val="hlink"/>
                </a:solidFill>
                <a:uFillTx/>
                <a:latin typeface="Arial"/>
                <a:ea typeface="Arial"/>
                <a:cs typeface="Arial"/>
                <a:sym typeface="Arial"/>
                <a:hlinkClick r:id="rId15"/>
              </a:rPr>
              <a:t>https://dev.mysql.com/doc/refman/5.7/en/validate-password-installation.html</a:t>
            </a:r>
            <a:endParaRPr sz="1100" b="0">
              <a:solidFill>
                <a:schemeClr val="dk1"/>
              </a:solidFill>
              <a:uFillTx/>
              <a:latin typeface="Arial"/>
              <a:ea typeface="Arial"/>
              <a:cs typeface="Arial"/>
              <a:sym typeface="Arial"/>
            </a:endParaRPr>
          </a:p>
          <a:p>
            <a:pPr marL="0" marR="0" lvl="0" indent="0" algn="l" rtl="0">
              <a:lnSpc>
                <a:spcPct val="90000"/>
              </a:lnSpc>
              <a:spcBef>
                <a:spcPts val="1000"/>
              </a:spcBef>
              <a:spcAft>
                <a:spcPts val="0"/>
              </a:spcAft>
              <a:buClr>
                <a:schemeClr val="dk1"/>
              </a:buClr>
              <a:buSzPts val="800"/>
              <a:buFont typeface="Arial"/>
              <a:buNone/>
            </a:pPr>
            <a:r>
              <a:rPr lang="en-US" sz="1100" b="0" u="sng">
                <a:solidFill>
                  <a:schemeClr val="hlink"/>
                </a:solidFill>
                <a:uFillTx/>
                <a:latin typeface="Arial"/>
                <a:ea typeface="Arial"/>
                <a:cs typeface="Arial"/>
                <a:sym typeface="Arial"/>
                <a:hlinkClick r:id="rId16"/>
              </a:rPr>
              <a:t>https://dev.mysql.com/doc/refman/5.7/en/validate-password-options-variables.html</a:t>
            </a:r>
            <a:endParaRPr sz="1100" b="0">
              <a:solidFill>
                <a:schemeClr val="dk1"/>
              </a:solidFill>
              <a:uFillTx/>
              <a:latin typeface="Arial"/>
              <a:ea typeface="Arial"/>
              <a:cs typeface="Arial"/>
              <a:sym typeface="Arial"/>
            </a:endParaRPr>
          </a:p>
          <a:p>
            <a:pPr marL="0" marR="0" lvl="0" indent="0" algn="l" rtl="0">
              <a:lnSpc>
                <a:spcPct val="90000"/>
              </a:lnSpc>
              <a:spcBef>
                <a:spcPts val="1000"/>
              </a:spcBef>
              <a:spcAft>
                <a:spcPts val="0"/>
              </a:spcAft>
              <a:buClr>
                <a:schemeClr val="dk1"/>
              </a:buClr>
              <a:buSzPts val="800"/>
              <a:buFont typeface="Arial"/>
              <a:buNone/>
            </a:pPr>
            <a:r>
              <a:rPr lang="en-US" sz="1100" b="1">
                <a:solidFill>
                  <a:schemeClr val="dk1"/>
                </a:solidFill>
                <a:uFillTx/>
              </a:rPr>
              <a:t># FIPS</a:t>
            </a:r>
            <a:endParaRPr sz="1100" b="1">
              <a:uFillTx/>
            </a:endParaRPr>
          </a:p>
          <a:p>
            <a:pPr marL="0" marR="0" lvl="0" indent="0" algn="l" rtl="0">
              <a:lnSpc>
                <a:spcPct val="90000"/>
              </a:lnSpc>
              <a:spcBef>
                <a:spcPts val="1000"/>
              </a:spcBef>
              <a:spcAft>
                <a:spcPts val="0"/>
              </a:spcAft>
              <a:buClr>
                <a:schemeClr val="dk1"/>
              </a:buClr>
              <a:buSzPts val="800"/>
              <a:buFont typeface="Arial"/>
              <a:buNone/>
            </a:pPr>
            <a:r>
              <a:rPr lang="en-US" sz="1100" b="0" u="sng">
                <a:solidFill>
                  <a:schemeClr val="hlink"/>
                </a:solidFill>
                <a:uFillTx/>
                <a:latin typeface="Arial"/>
                <a:ea typeface="Arial"/>
                <a:cs typeface="Arial"/>
                <a:sym typeface="Arial"/>
                <a:hlinkClick r:id="rId17"/>
              </a:rPr>
              <a:t>https://dev.mysql.com/doc/refman/8.0/en/fips-mode.html</a:t>
            </a:r>
            <a:endParaRPr sz="1100" b="0">
              <a:solidFill>
                <a:schemeClr val="dk1"/>
              </a:solidFill>
              <a:uFillTx/>
              <a:latin typeface="Arial"/>
              <a:ea typeface="Arial"/>
              <a:cs typeface="Arial"/>
              <a:sym typeface="Arial"/>
            </a:endParaRPr>
          </a:p>
          <a:p>
            <a:pPr marL="0" marR="0" lvl="0" indent="0" algn="l" rtl="0">
              <a:lnSpc>
                <a:spcPct val="90000"/>
              </a:lnSpc>
              <a:spcBef>
                <a:spcPts val="1000"/>
              </a:spcBef>
              <a:spcAft>
                <a:spcPts val="0"/>
              </a:spcAft>
              <a:buClr>
                <a:schemeClr val="dk1"/>
              </a:buClr>
              <a:buSzPts val="800"/>
              <a:buFont typeface="Arial"/>
              <a:buNone/>
            </a:pPr>
            <a:r>
              <a:rPr lang="en-US" sz="1100" b="1">
                <a:solidFill>
                  <a:schemeClr val="dk1"/>
                </a:solidFill>
                <a:uFillTx/>
              </a:rPr>
              <a:t># Percona Server 8.0 Alpha release</a:t>
            </a:r>
            <a:endParaRPr sz="1100" b="1">
              <a:uFillTx/>
            </a:endParaRPr>
          </a:p>
          <a:p>
            <a:pPr marL="0" marR="0" lvl="0" indent="0" algn="l" rtl="0">
              <a:lnSpc>
                <a:spcPct val="90000"/>
              </a:lnSpc>
              <a:spcBef>
                <a:spcPts val="1000"/>
              </a:spcBef>
              <a:spcAft>
                <a:spcPts val="0"/>
              </a:spcAft>
              <a:buClr>
                <a:schemeClr val="dk1"/>
              </a:buClr>
              <a:buSzPts val="800"/>
              <a:buFont typeface="Arial"/>
              <a:buNone/>
            </a:pPr>
            <a:r>
              <a:rPr lang="en-US" sz="1100" b="0" u="sng">
                <a:solidFill>
                  <a:schemeClr val="hlink"/>
                </a:solidFill>
                <a:uFillTx/>
                <a:latin typeface="Arial"/>
                <a:ea typeface="Arial"/>
                <a:cs typeface="Arial"/>
                <a:sym typeface="Arial"/>
                <a:hlinkClick r:id="rId18"/>
              </a:rPr>
              <a:t>https://www.percona.com/blog/2018/09/27/announcement-alpha-build-of-percona-server-8-0/</a:t>
            </a:r>
            <a:endParaRPr sz="1100" b="0">
              <a:solidFill>
                <a:schemeClr val="dk1"/>
              </a:solidFill>
              <a:uFillTx/>
              <a:latin typeface="Arial"/>
              <a:ea typeface="Arial"/>
              <a:cs typeface="Arial"/>
              <a:sym typeface="Arial"/>
            </a:endParaRPr>
          </a:p>
          <a:p>
            <a:pPr marL="0" marR="0" lvl="0" indent="0" algn="l" rtl="0">
              <a:lnSpc>
                <a:spcPct val="90000"/>
              </a:lnSpc>
              <a:spcBef>
                <a:spcPts val="1000"/>
              </a:spcBef>
              <a:spcAft>
                <a:spcPts val="0"/>
              </a:spcAft>
              <a:buClr>
                <a:schemeClr val="dk1"/>
              </a:buClr>
              <a:buSzPts val="800"/>
              <a:buFont typeface="Arial"/>
              <a:buNone/>
            </a:pPr>
            <a:r>
              <a:rPr lang="en-US" sz="1100" b="1">
                <a:solidFill>
                  <a:schemeClr val="dk1"/>
                </a:solidFill>
                <a:uFillTx/>
              </a:rPr>
              <a:t># MySQL 8 redo and undo encryption</a:t>
            </a:r>
            <a:endParaRPr sz="1100" b="1">
              <a:uFillTx/>
            </a:endParaRPr>
          </a:p>
          <a:p>
            <a:pPr marL="0" marR="0" lvl="0" indent="0" algn="l" rtl="0">
              <a:lnSpc>
                <a:spcPct val="90000"/>
              </a:lnSpc>
              <a:spcBef>
                <a:spcPts val="1000"/>
              </a:spcBef>
              <a:spcAft>
                <a:spcPts val="0"/>
              </a:spcAft>
              <a:buClr>
                <a:schemeClr val="dk1"/>
              </a:buClr>
              <a:buSzPts val="800"/>
              <a:buFont typeface="Arial"/>
              <a:buNone/>
            </a:pPr>
            <a:r>
              <a:rPr lang="en-US" sz="1100" b="0" u="sng">
                <a:solidFill>
                  <a:schemeClr val="hlink"/>
                </a:solidFill>
                <a:uFillTx/>
                <a:latin typeface="Arial"/>
                <a:ea typeface="Arial"/>
                <a:cs typeface="Arial"/>
                <a:sym typeface="Arial"/>
                <a:hlinkClick r:id="rId19"/>
              </a:rPr>
              <a:t>https://dev.mysql.com/doc/refman/8.0/en/innodb-tablespace-encryption.html#innodb-tablespace-encryption-about</a:t>
            </a:r>
            <a:endParaRPr sz="1100" b="0">
              <a:solidFill>
                <a:schemeClr val="dk1"/>
              </a:solidFill>
              <a:uFillTx/>
              <a:latin typeface="Arial"/>
              <a:ea typeface="Arial"/>
              <a:cs typeface="Arial"/>
              <a:sym typeface="Arial"/>
            </a:endParaRPr>
          </a:p>
          <a:p>
            <a:pPr marL="0" marR="0" lvl="0" indent="0" algn="l" rtl="0">
              <a:lnSpc>
                <a:spcPct val="90000"/>
              </a:lnSpc>
              <a:spcBef>
                <a:spcPts val="1000"/>
              </a:spcBef>
              <a:spcAft>
                <a:spcPts val="0"/>
              </a:spcAft>
              <a:buClr>
                <a:schemeClr val="dk1"/>
              </a:buClr>
              <a:buSzPts val="800"/>
              <a:buFont typeface="Arial"/>
              <a:buNone/>
            </a:pPr>
            <a:endParaRPr sz="1100" b="0">
              <a:solidFill>
                <a:schemeClr val="dk1"/>
              </a:solidFill>
              <a:uFillTx/>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85"/>
          <p:cNvSpPr txBox="1">
            <a:spLocks noGrp="1"/>
          </p:cNvSpPr>
          <p:nvPr>
            <p:ph type="title"/>
          </p:nvPr>
        </p:nvSpPr>
        <p:spPr>
          <a:xfrm>
            <a:off x="831850" y="971817"/>
            <a:ext cx="10515600" cy="2852700"/>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Clr>
                <a:schemeClr val="lt2"/>
              </a:buClr>
              <a:buSzPts val="4800"/>
              <a:buFont typeface="Arial"/>
              <a:buNone/>
            </a:pPr>
            <a:r>
              <a:rPr lang="en-US">
                <a:uFillTx/>
              </a:rPr>
              <a:t>Any Questions?</a:t>
            </a:r>
            <a:endParaRPr>
              <a:uFillTx/>
            </a:endParaRPr>
          </a:p>
        </p:txBody>
      </p:sp>
      <p:sp>
        <p:nvSpPr>
          <p:cNvPr id="503" name="Google Shape;503;p85"/>
          <p:cNvSpPr txBox="1">
            <a:spLocks noGrp="1"/>
          </p:cNvSpPr>
          <p:nvPr>
            <p:ph type="sldNum" idx="12"/>
          </p:nvPr>
        </p:nvSpPr>
        <p:spPr>
          <a:xfrm>
            <a:off x="11718234" y="6269703"/>
            <a:ext cx="333300" cy="365100"/>
          </a:xfrm>
          <a:prstGeom prst="rect">
            <a:avLst/>
          </a:prstGeom>
        </p:spPr>
        <p:txBody>
          <a:bodyPr spcFirstLastPara="1" wrap="square" lIns="45700" tIns="22875" rIns="45700" bIns="22875" anchor="ctr" anchorCtr="0">
            <a:noAutofit/>
          </a:bodyPr>
          <a:lstStyle/>
          <a:p>
            <a:pPr marL="0" lvl="0" indent="0" algn="ctr" rtl="0">
              <a:spcBef>
                <a:spcPts val="0"/>
              </a:spcBef>
              <a:spcAft>
                <a:spcPts val="0"/>
              </a:spcAft>
              <a:buClr>
                <a:schemeClr val="lt1"/>
              </a:buClr>
              <a:buSzPts val="1100"/>
              <a:buFont typeface="Arial"/>
              <a:buNone/>
            </a:pPr>
            <a:fld id="{00000000-1234-1234-1234-123412341234}" type="slidenum">
              <a:rPr lang="en-US">
                <a:uFillTx/>
              </a:rPr>
              <a:t>65</a:t>
            </a:fld>
            <a:endParaRPr>
              <a:uFillTx/>
            </a:endParaRPr>
          </a:p>
        </p:txBody>
      </p:sp>
      <p:sp>
        <p:nvSpPr>
          <p:cNvPr id="504" name="Google Shape;504;p85"/>
          <p:cNvSpPr txBox="1">
            <a:spLocks noGrp="1"/>
          </p:cNvSpPr>
          <p:nvPr>
            <p:ph type="body" idx="1"/>
          </p:nvPr>
        </p:nvSpPr>
        <p:spPr>
          <a:xfrm>
            <a:off x="831850" y="3851541"/>
            <a:ext cx="10515600" cy="1500300"/>
          </a:xfrm>
          <a:prstGeom prst="rect">
            <a:avLst/>
          </a:prstGeom>
        </p:spPr>
        <p:txBody>
          <a:bodyPr spcFirstLastPara="1" wrap="square" lIns="45700" tIns="22875" rIns="45700" bIns="22875" anchor="t" anchorCtr="0">
            <a:noAutofit/>
          </a:bodyPr>
          <a:lstStyle/>
          <a:p>
            <a:pPr marL="0" lvl="0" indent="0" algn="r" rtl="0">
              <a:spcBef>
                <a:spcPts val="500"/>
              </a:spcBef>
              <a:spcAft>
                <a:spcPts val="0"/>
              </a:spcAft>
              <a:buNone/>
            </a:pPr>
            <a:endParaRPr>
              <a:uFillTx/>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86"/>
          <p:cNvSpPr txBox="1">
            <a:spLocks noGrp="1"/>
          </p:cNvSpPr>
          <p:nvPr>
            <p:ph type="title"/>
          </p:nvPr>
        </p:nvSpPr>
        <p:spPr>
          <a:xfrm>
            <a:off x="838200" y="365125"/>
            <a:ext cx="10515600" cy="13256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None/>
            </a:pPr>
            <a:r>
              <a:rPr lang="en-US">
                <a:uFillTx/>
              </a:rPr>
              <a:t>Rate My Session</a:t>
            </a:r>
            <a:endParaRPr>
              <a:uFillTx/>
            </a:endParaRPr>
          </a:p>
        </p:txBody>
      </p:sp>
      <p:pic>
        <p:nvPicPr>
          <p:cNvPr id="510" name="Google Shape;510;p86"/>
          <p:cNvPicPr preferRelativeResize="0"/>
          <p:nvPr/>
        </p:nvPicPr>
        <p:blipFill>
          <a:blip r:embed="rId3"/>
          <a:stretch>
            <a:fillRect/>
          </a:stretch>
        </p:blipFill>
        <p:spPr>
          <a:xfrm>
            <a:off x="2908233" y="1825633"/>
            <a:ext cx="6375521" cy="43512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87"/>
          <p:cNvSpPr txBox="1">
            <a:spLocks noGrp="1"/>
          </p:cNvSpPr>
          <p:nvPr>
            <p:ph type="title"/>
          </p:nvPr>
        </p:nvSpPr>
        <p:spPr>
          <a:xfrm>
            <a:off x="838200" y="365125"/>
            <a:ext cx="10515600" cy="1325600"/>
          </a:xfrm>
          <a:prstGeom prst="rect">
            <a:avLst/>
          </a:prstGeom>
        </p:spPr>
        <p:txBody>
          <a:bodyPr spcFirstLastPara="1" wrap="square" lIns="121900" tIns="121900" rIns="121900" bIns="121900" anchor="ctr" anchorCtr="0">
            <a:noAutofit/>
          </a:bodyPr>
          <a:lstStyle/>
          <a:p>
            <a:pPr marL="0" marR="0" lvl="0" indent="0" algn="l" rtl="0">
              <a:lnSpc>
                <a:spcPct val="90000"/>
              </a:lnSpc>
              <a:spcBef>
                <a:spcPts val="0"/>
              </a:spcBef>
              <a:spcAft>
                <a:spcPts val="0"/>
              </a:spcAft>
              <a:buNone/>
            </a:pPr>
            <a:r>
              <a:rPr lang="en-US">
                <a:uFillTx/>
              </a:rPr>
              <a:t>We’re Hiring!</a:t>
            </a:r>
            <a:endParaRPr>
              <a:uFillTx/>
            </a:endParaRPr>
          </a:p>
        </p:txBody>
      </p:sp>
      <p:sp>
        <p:nvSpPr>
          <p:cNvPr id="516" name="Google Shape;516;p87"/>
          <p:cNvSpPr txBox="1">
            <a:spLocks noGrp="1"/>
          </p:cNvSpPr>
          <p:nvPr>
            <p:ph type="body" idx="1"/>
          </p:nvPr>
        </p:nvSpPr>
        <p:spPr>
          <a:xfrm>
            <a:off x="838200" y="1825625"/>
            <a:ext cx="5219600" cy="4351200"/>
          </a:xfrm>
          <a:prstGeom prst="rect">
            <a:avLst/>
          </a:prstGeom>
        </p:spPr>
        <p:txBody>
          <a:bodyPr spcFirstLastPara="1" wrap="square" lIns="121900" tIns="121900" rIns="121900" bIns="121900" anchor="t" anchorCtr="0">
            <a:noAutofit/>
          </a:bodyPr>
          <a:lstStyle/>
          <a:p>
            <a:pPr marL="0" lvl="0" indent="0" algn="l" rtl="0">
              <a:spcBef>
                <a:spcPts val="500"/>
              </a:spcBef>
              <a:spcAft>
                <a:spcPts val="0"/>
              </a:spcAft>
              <a:buClr>
                <a:schemeClr val="dk2"/>
              </a:buClr>
              <a:buSzPts val="1500"/>
              <a:buFont typeface="Arial"/>
              <a:buNone/>
            </a:pPr>
            <a:r>
              <a:rPr lang="en-US" sz="2100">
                <a:uFillTx/>
              </a:rPr>
              <a:t>Percona’s open source database </a:t>
            </a:r>
            <a:br>
              <a:rPr lang="en-US" sz="2100">
                <a:uFillTx/>
              </a:rPr>
            </a:br>
            <a:r>
              <a:rPr lang="en-US" sz="2100">
                <a:uFillTx/>
              </a:rPr>
              <a:t>experts are true superheroes, improving database performance for customers across the globe. </a:t>
            </a:r>
            <a:endParaRPr sz="2100">
              <a:uFillTx/>
            </a:endParaRPr>
          </a:p>
          <a:p>
            <a:pPr marL="0" lvl="0" indent="0" algn="l" rtl="0">
              <a:spcBef>
                <a:spcPts val="500"/>
              </a:spcBef>
              <a:spcAft>
                <a:spcPts val="0"/>
              </a:spcAft>
              <a:buClr>
                <a:schemeClr val="dk2"/>
              </a:buClr>
              <a:buSzPts val="1500"/>
              <a:buFont typeface="Arial"/>
              <a:buNone/>
            </a:pPr>
            <a:endParaRPr sz="2100">
              <a:uFillTx/>
            </a:endParaRPr>
          </a:p>
          <a:p>
            <a:pPr marL="0" lvl="0" indent="0" algn="l" rtl="0">
              <a:spcBef>
                <a:spcPts val="500"/>
              </a:spcBef>
              <a:spcAft>
                <a:spcPts val="0"/>
              </a:spcAft>
              <a:buClr>
                <a:schemeClr val="dk2"/>
              </a:buClr>
              <a:buSzPts val="1500"/>
              <a:buFont typeface="Arial"/>
              <a:buNone/>
            </a:pPr>
            <a:r>
              <a:rPr lang="en-US" sz="2100">
                <a:uFillTx/>
              </a:rPr>
              <a:t>Our staff live in nearly 30 different countries around the world, and most </a:t>
            </a:r>
            <a:br>
              <a:rPr lang="en-US" sz="2100">
                <a:uFillTx/>
              </a:rPr>
            </a:br>
            <a:r>
              <a:rPr lang="en-US" sz="2100">
                <a:uFillTx/>
              </a:rPr>
              <a:t>work remotely from home.</a:t>
            </a:r>
            <a:endParaRPr sz="2100">
              <a:uFillTx/>
            </a:endParaRPr>
          </a:p>
          <a:p>
            <a:pPr marL="0" lvl="0" indent="0" algn="l" rtl="0">
              <a:spcBef>
                <a:spcPts val="500"/>
              </a:spcBef>
              <a:spcAft>
                <a:spcPts val="0"/>
              </a:spcAft>
              <a:buClr>
                <a:schemeClr val="dk2"/>
              </a:buClr>
              <a:buSzPts val="1500"/>
              <a:buFont typeface="Arial"/>
              <a:buNone/>
            </a:pPr>
            <a:endParaRPr sz="2100">
              <a:uFillTx/>
            </a:endParaRPr>
          </a:p>
          <a:p>
            <a:pPr marL="0" lvl="0" indent="0" algn="l" rtl="0">
              <a:spcBef>
                <a:spcPts val="500"/>
              </a:spcBef>
              <a:spcAft>
                <a:spcPts val="0"/>
              </a:spcAft>
              <a:buNone/>
            </a:pPr>
            <a:r>
              <a:rPr lang="en-US" sz="2100">
                <a:uFillTx/>
              </a:rPr>
              <a:t>Discover what it means to have a Percona career with the smartest people in the database performance industries, solving the most challenging problems our customers come across.</a:t>
            </a:r>
            <a:endParaRPr sz="2100">
              <a:uFillTx/>
            </a:endParaRPr>
          </a:p>
        </p:txBody>
      </p:sp>
      <p:pic>
        <p:nvPicPr>
          <p:cNvPr id="517" name="Google Shape;517;p87"/>
          <p:cNvPicPr preferRelativeResize="0"/>
          <p:nvPr/>
        </p:nvPicPr>
        <p:blipFill>
          <a:blip r:embed="rId3"/>
          <a:stretch>
            <a:fillRect/>
          </a:stretch>
        </p:blipFill>
        <p:spPr>
          <a:xfrm>
            <a:off x="6755333" y="650067"/>
            <a:ext cx="4773899" cy="5435699"/>
          </a:xfrm>
          <a:prstGeom prst="rect">
            <a:avLst/>
          </a:prstGeom>
          <a:noFill/>
          <a:ln>
            <a:noFill/>
          </a:ln>
        </p:spPr>
      </p:pic>
    </p:spTree>
  </p:cSld>
  <p:clrMapOvr>
    <a:masterClrMapping/>
  </p:clrMapOvr>
</p:sld>
</file>

<file path=ppt/theme/theme1.xml><?xml version="1.0" encoding="utf-8"?>
<a:theme xmlns:a="http://schemas.openxmlformats.org/drawingml/2006/main" name="PLE19 Master">
  <a:themeElements>
    <a:clrScheme name="Custom 2">
      <a:dk1>
        <a:srgbClr val="252E62"/>
      </a:dk1>
      <a:lt1>
        <a:srgbClr val="FFFFFF"/>
      </a:lt1>
      <a:dk2>
        <a:srgbClr val="000000"/>
      </a:dk2>
      <a:lt2>
        <a:srgbClr val="D5D5D5"/>
      </a:lt2>
      <a:accent1>
        <a:srgbClr val="EF9000"/>
      </a:accent1>
      <a:accent2>
        <a:srgbClr val="BE1818"/>
      </a:accent2>
      <a:accent3>
        <a:srgbClr val="EFC700"/>
      </a:accent3>
      <a:accent4>
        <a:srgbClr val="4E378C"/>
      </a:accent4>
      <a:accent5>
        <a:srgbClr val="7E4191"/>
      </a:accent5>
      <a:accent6>
        <a:srgbClr val="EFD979"/>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LE19 Master">
  <a:themeElements>
    <a:clrScheme name="Custom 2">
      <a:dk1>
        <a:srgbClr val="252E62"/>
      </a:dk1>
      <a:lt1>
        <a:srgbClr val="FFFFFF"/>
      </a:lt1>
      <a:dk2>
        <a:srgbClr val="000000"/>
      </a:dk2>
      <a:lt2>
        <a:srgbClr val="D5D5D5"/>
      </a:lt2>
      <a:accent1>
        <a:srgbClr val="EF9000"/>
      </a:accent1>
      <a:accent2>
        <a:srgbClr val="BE1818"/>
      </a:accent2>
      <a:accent3>
        <a:srgbClr val="EFC700"/>
      </a:accent3>
      <a:accent4>
        <a:srgbClr val="4E378C"/>
      </a:accent4>
      <a:accent5>
        <a:srgbClr val="7E4191"/>
      </a:accent5>
      <a:accent6>
        <a:srgbClr val="EFD979"/>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3797</Words>
  <Application>Microsoft Macintosh PowerPoint</Application>
  <PresentationFormat>Widescreen</PresentationFormat>
  <Paragraphs>480</Paragraphs>
  <Slides>67</Slides>
  <Notes>67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67</vt:i4>
      </vt:variant>
    </vt:vector>
  </HeadingPairs>
  <TitlesOfParts>
    <vt:vector size="73" baseType="lpstr">
      <vt:lpstr>Arial</vt:lpstr>
      <vt:lpstr>Calibri</vt:lpstr>
      <vt:lpstr>Courier New</vt:lpstr>
      <vt:lpstr>Exo 2</vt:lpstr>
      <vt:lpstr>PLE19 Master</vt:lpstr>
      <vt:lpstr>PLE19 Master</vt:lpstr>
      <vt:lpstr>MySQL e LGPD</vt:lpstr>
      <vt:lpstr>About Me</vt:lpstr>
      <vt:lpstr>Basic Principles</vt:lpstr>
      <vt:lpstr>Agenda</vt:lpstr>
      <vt:lpstr>OS/Cloud Security</vt:lpstr>
      <vt:lpstr>OS/Cloud Security</vt:lpstr>
      <vt:lpstr>OS/Cloud Security</vt:lpstr>
      <vt:lpstr>OS/Cloud Security</vt:lpstr>
      <vt:lpstr>OS/Cloud Security</vt:lpstr>
      <vt:lpstr>OS/Cloud Security</vt:lpstr>
      <vt:lpstr>SSL</vt:lpstr>
      <vt:lpstr>SSL</vt:lpstr>
      <vt:lpstr>SSL</vt:lpstr>
      <vt:lpstr>SSL</vt:lpstr>
      <vt:lpstr>SSL</vt:lpstr>
      <vt:lpstr>SSL</vt:lpstr>
      <vt:lpstr>Password Management</vt:lpstr>
      <vt:lpstr>Password Management</vt:lpstr>
      <vt:lpstr>Password Expiration</vt:lpstr>
      <vt:lpstr>Password Expiration</vt:lpstr>
      <vt:lpstr>Password Expiration</vt:lpstr>
      <vt:lpstr>validate_plugin</vt:lpstr>
      <vt:lpstr>validate_plugin - Installing</vt:lpstr>
      <vt:lpstr>validate_plugin - Validate</vt:lpstr>
      <vt:lpstr>validate_plugin - Example</vt:lpstr>
      <vt:lpstr>validate_plugin - Example</vt:lpstr>
      <vt:lpstr>Audit Plugin</vt:lpstr>
      <vt:lpstr>Audit Plugin</vt:lpstr>
      <vt:lpstr>Audit Plugin - Installing</vt:lpstr>
      <vt:lpstr>Audit Plugin</vt:lpstr>
      <vt:lpstr>Audit Plugin</vt:lpstr>
      <vt:lpstr>Audit Plugin</vt:lpstr>
      <vt:lpstr>Percona Server Encryption Features</vt:lpstr>
      <vt:lpstr>Percona Server Encryption</vt:lpstr>
      <vt:lpstr>Percona Server Encryption</vt:lpstr>
      <vt:lpstr>Percona Server Encryption</vt:lpstr>
      <vt:lpstr>MySQL 8 Features  (Undo, Redo Encryption)</vt:lpstr>
      <vt:lpstr>MySQL 8 - (Undo, Redo Encryption)</vt:lpstr>
      <vt:lpstr>MySQL 8 - (Undo, Redo Encryption)</vt:lpstr>
      <vt:lpstr>Transparent Data Encryption (TDE)</vt:lpstr>
      <vt:lpstr>Transparent Data Encryption (TDE)</vt:lpstr>
      <vt:lpstr>Transparent Data Encryption (TDE)</vt:lpstr>
      <vt:lpstr>Transparent Data Encryption (TDE)</vt:lpstr>
      <vt:lpstr>Transparent Data Encryption (TDE)</vt:lpstr>
      <vt:lpstr>caching_sha2_password</vt:lpstr>
      <vt:lpstr>caching_sha2_password</vt:lpstr>
      <vt:lpstr>caching_sha2_password</vt:lpstr>
      <vt:lpstr>caching_sha2_password</vt:lpstr>
      <vt:lpstr>Example</vt:lpstr>
      <vt:lpstr>Example</vt:lpstr>
      <vt:lpstr>Example</vt:lpstr>
      <vt:lpstr>FIPS Mode</vt:lpstr>
      <vt:lpstr>FIPS</vt:lpstr>
      <vt:lpstr>Example</vt:lpstr>
      <vt:lpstr>Example</vt:lpstr>
      <vt:lpstr>Example</vt:lpstr>
      <vt:lpstr>Example</vt:lpstr>
      <vt:lpstr>Roles</vt:lpstr>
      <vt:lpstr>Roles</vt:lpstr>
      <vt:lpstr>Roles</vt:lpstr>
      <vt:lpstr>Roles</vt:lpstr>
      <vt:lpstr>Roles</vt:lpstr>
      <vt:lpstr>Roles</vt:lpstr>
      <vt:lpstr>References</vt:lpstr>
      <vt:lpstr>Any Questions?</vt:lpstr>
      <vt:lpstr>Rate My Session</vt:lpstr>
      <vt:lpstr>We’re Hiring!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Vinicius Grippa</cp:lastModifiedBy>
  <cp:revision>1</cp:revision>
  <dcterms:modified xsi:type="dcterms:W3CDTF">2026-01-25T21:11:55Z</dcterms:modified>
</cp:coreProperties>
</file>