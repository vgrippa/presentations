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Poppins"/>
      <p:regular r:id="rId30"/>
      <p:bold r:id="rId31"/>
      <p:italic r:id="rId32"/>
      <p:boldItalic r:id="rId33"/>
    </p:embeddedFont>
    <p:embeddedFont>
      <p:font typeface="Poppins Medium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6.xml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7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6.xml"/><Relationship Id="rId32" Type="http://schemas.openxmlformats.org/officeDocument/2006/relationships/font" Target="fonts/Poppins-italic.fntdata"/><Relationship Id="rId13" Type="http://schemas.openxmlformats.org/officeDocument/2006/relationships/slide" Target="slides/slide9.xml"/><Relationship Id="rId35" Type="http://schemas.openxmlformats.org/officeDocument/2006/relationships/font" Target="fonts/PoppinsMedium-bold.fntdata"/><Relationship Id="rId12" Type="http://schemas.openxmlformats.org/officeDocument/2006/relationships/slide" Target="slides/slide8.xml"/><Relationship Id="rId34" Type="http://schemas.openxmlformats.org/officeDocument/2006/relationships/font" Target="fonts/PoppinsMedium-regular.fntdata"/><Relationship Id="rId15" Type="http://schemas.openxmlformats.org/officeDocument/2006/relationships/slide" Target="slides/slide11.xml"/><Relationship Id="rId37" Type="http://schemas.openxmlformats.org/officeDocument/2006/relationships/font" Target="fonts/Poppins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PoppinsMedium-italic.fntdata"/><Relationship Id="rId17" Type="http://schemas.openxmlformats.org/officeDocument/2006/relationships/slide" Target="slides/slide13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2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b127212ef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1b127212ef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25a99f63d_6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025a99f63d_6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025a99f63d_6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bd764828c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bd764828c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1dbd764828c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fae2d4d0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ffae2d4d06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1ffae2d4d0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bf943e513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bf943e513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bf943e513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bf943e513f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bf943e513f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bf943e513f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f943e513f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f943e513f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bf943e513f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f943e513f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f943e513f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bf943e513f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dc5082bc3d_1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dc5082bc3d_1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1dc5082bc3d_1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dc5082bc3d_1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dc5082bc3d_1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1dc5082bc3d_1_1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b7eabb8c00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1b7eabb8c00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dc5082bc3d_1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dc5082bc3d_1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1dc5082bc3d_1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dbebbe6008_3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dbebbe6008_3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dbebbe6008_3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dbebbe6008_3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dbebbe6008_3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dbebbe6008_3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dbebbe6008_3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dbebbe6008_3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1dbebbe6008_3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dbebbe6008_3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dbebbe6008_3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dbebbe6008_3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dc5082bc3d_1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dc5082bc3d_1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1dc5082bc3d_1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bf943e513f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bf943e513f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bf943e513f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025a99f63d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025a99f63d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2025a99f63d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ffae2d4d06_0_4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ffae2d4d06_0_4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1ffae2d4d06_0_4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dbd76482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dbd76482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1dbd764828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ffae2d4d06_0_4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ffae2d4d06_0_4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1ffae2d4d06_0_4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dbd764828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1dbd764828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1dbd764828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ffae2d4d06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ffae2d4d06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1ffae2d4d06_0_4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dbd764828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dbd764828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1dbd764828c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24744" r="0" t="0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5448526" y="3452550"/>
            <a:ext cx="546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59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You!</a:t>
            </a:r>
            <a:endParaRPr sz="59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ona 2023  1" showMasterSp="0">
  <p:cSld name="TITLE_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24744" r="0" t="0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5713565" y="471466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Databases run better with Percona</a:t>
            </a:r>
            <a:endParaRPr sz="2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17149" r="0" t="0"/>
          <a:stretch/>
        </p:blipFill>
        <p:spPr>
          <a:xfrm>
            <a:off x="5784350" y="3874650"/>
            <a:ext cx="4869228" cy="7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 Slide" showMasterSp="0">
  <p:cSld name="TITLE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88350" y="-76200"/>
            <a:ext cx="12406800" cy="70305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ctrTitle"/>
          </p:nvPr>
        </p:nvSpPr>
        <p:spPr>
          <a:xfrm>
            <a:off x="5729750" y="2780300"/>
            <a:ext cx="60912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Poppins"/>
              <a:buChar char="●"/>
              <a:defRPr sz="5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5790240" y="492971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SemiBold"/>
              <a:buNone/>
              <a:defRPr sz="2200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 rotWithShape="1">
          <a:blip r:embed="rId3">
            <a:alphaModFix/>
          </a:blip>
          <a:srcRect b="0" l="24744" r="0" t="0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17149" r="0" t="0"/>
          <a:stretch/>
        </p:blipFill>
        <p:spPr>
          <a:xfrm>
            <a:off x="9951550" y="429475"/>
            <a:ext cx="2056202" cy="3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 Slide op.2" showMasterSp="0">
  <p:cSld name="TITLE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-88350" y="-76200"/>
            <a:ext cx="12406800" cy="70446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ctrTitle"/>
          </p:nvPr>
        </p:nvSpPr>
        <p:spPr>
          <a:xfrm>
            <a:off x="776925" y="171050"/>
            <a:ext cx="7023600" cy="408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Poppins"/>
              <a:buChar char="●"/>
              <a:defRPr sz="5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944475" y="4845687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SemiBold"/>
              <a:buNone/>
              <a:defRPr sz="2200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9272250" y="6384725"/>
            <a:ext cx="2625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©2025 Percona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 showMasterSp="0">
  <p:cSld name="Closing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"/>
          <p:cNvSpPr txBox="1"/>
          <p:nvPr>
            <p:ph idx="1" type="subTitle"/>
          </p:nvPr>
        </p:nvSpPr>
        <p:spPr>
          <a:xfrm>
            <a:off x="1251275" y="387495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" name="Google Shape;40;p6"/>
          <p:cNvSpPr txBox="1"/>
          <p:nvPr>
            <p:ph idx="2" type="subTitle"/>
          </p:nvPr>
        </p:nvSpPr>
        <p:spPr>
          <a:xfrm>
            <a:off x="1169775" y="4901312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 cap="none">
                <a:solidFill>
                  <a:schemeClr val="accent3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" name="Google Shape;41;p6"/>
          <p:cNvSpPr txBox="1"/>
          <p:nvPr/>
        </p:nvSpPr>
        <p:spPr>
          <a:xfrm>
            <a:off x="4783350" y="6568100"/>
            <a:ext cx="26253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©2025 Percona 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op.2" showMasterSp="0">
  <p:cSld name="Closing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129650" y="1274750"/>
            <a:ext cx="9932700" cy="15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200"/>
              <a:buNone/>
              <a:defRPr sz="4200" cap="none">
                <a:solidFill>
                  <a:schemeClr val="lt1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2782950" y="5477525"/>
            <a:ext cx="6626100" cy="46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6" name="Google Shape;46;p7"/>
          <p:cNvSpPr txBox="1"/>
          <p:nvPr/>
        </p:nvSpPr>
        <p:spPr>
          <a:xfrm>
            <a:off x="7620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©2025 Percona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39393" y="6316400"/>
            <a:ext cx="1713207" cy="3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with attribution">
  <p:cSld name="1_Title and Content with attribu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idx="1" type="body"/>
          </p:nvPr>
        </p:nvSpPr>
        <p:spPr>
          <a:xfrm>
            <a:off x="1417202" y="2200750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5976911" y="2190858"/>
            <a:ext cx="0" cy="35442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6175852" y="2175525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"/>
              <a:buNone/>
              <a:defRPr sz="2000" u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indent="-3048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body"/>
          </p:nvPr>
        </p:nvSpPr>
        <p:spPr>
          <a:xfrm>
            <a:off x="2384337" y="2334836"/>
            <a:ext cx="3474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6334888" y="2334836"/>
            <a:ext cx="3474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" name="Google Shape;57;p9"/>
          <p:cNvSpPr txBox="1"/>
          <p:nvPr>
            <p:ph idx="3" type="subTitle"/>
          </p:nvPr>
        </p:nvSpPr>
        <p:spPr>
          <a:xfrm>
            <a:off x="1501925" y="1642875"/>
            <a:ext cx="4355100" cy="8133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4" type="subTitle"/>
          </p:nvPr>
        </p:nvSpPr>
        <p:spPr>
          <a:xfrm>
            <a:off x="6334950" y="1642875"/>
            <a:ext cx="4153200" cy="8133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2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000"/>
            </a:lvl1pPr>
            <a:lvl2pPr indent="0" lvl="1" marL="0" rtl="0" algn="r">
              <a:spcBef>
                <a:spcPts val="0"/>
              </a:spcBef>
              <a:buNone/>
              <a:defRPr sz="1000"/>
            </a:lvl2pPr>
            <a:lvl3pPr indent="0" lvl="2" marL="0" rtl="0" algn="r">
              <a:spcBef>
                <a:spcPts val="0"/>
              </a:spcBef>
              <a:buNone/>
              <a:defRPr sz="1000"/>
            </a:lvl3pPr>
            <a:lvl4pPr indent="0" lvl="3" marL="0" rtl="0" algn="r">
              <a:spcBef>
                <a:spcPts val="0"/>
              </a:spcBef>
              <a:buNone/>
              <a:defRPr sz="1000"/>
            </a:lvl4pPr>
            <a:lvl5pPr indent="0" lvl="4" marL="0" rtl="0" algn="r">
              <a:spcBef>
                <a:spcPts val="0"/>
              </a:spcBef>
              <a:buNone/>
              <a:defRPr sz="1000"/>
            </a:lvl5pPr>
            <a:lvl6pPr indent="0" lvl="5" marL="0" rtl="0" algn="r">
              <a:spcBef>
                <a:spcPts val="0"/>
              </a:spcBef>
              <a:buNone/>
              <a:defRPr sz="1000"/>
            </a:lvl6pPr>
            <a:lvl7pPr indent="0" lvl="6" marL="0" rtl="0" algn="r">
              <a:spcBef>
                <a:spcPts val="0"/>
              </a:spcBef>
              <a:buNone/>
              <a:defRPr sz="1000"/>
            </a:lvl7pPr>
            <a:lvl8pPr indent="0" lvl="7" marL="0" rtl="0" algn="r">
              <a:spcBef>
                <a:spcPts val="0"/>
              </a:spcBef>
              <a:buNone/>
              <a:defRPr sz="1000"/>
            </a:lvl8pPr>
            <a:lvl9pPr indent="0" lvl="8" marL="0" rtl="0" algn="r">
              <a:spcBef>
                <a:spcPts val="0"/>
              </a:spcBef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6058750" y="1779575"/>
            <a:ext cx="0" cy="441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1">
  <p:cSld name="TWO_OBJECTS_WITH_TEXT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1578575" y="3584400"/>
            <a:ext cx="44328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4" name="Google Shape;64;p10"/>
          <p:cNvSpPr txBox="1"/>
          <p:nvPr>
            <p:ph idx="2" type="body"/>
          </p:nvPr>
        </p:nvSpPr>
        <p:spPr>
          <a:xfrm>
            <a:off x="6639700" y="3584400"/>
            <a:ext cx="53145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000"/>
            </a:lvl1pPr>
            <a:lvl2pPr indent="0" lvl="1" marL="0" rtl="0" algn="r">
              <a:spcBef>
                <a:spcPts val="0"/>
              </a:spcBef>
              <a:buNone/>
              <a:defRPr sz="1000"/>
            </a:lvl2pPr>
            <a:lvl3pPr indent="0" lvl="2" marL="0" rtl="0" algn="r">
              <a:spcBef>
                <a:spcPts val="0"/>
              </a:spcBef>
              <a:buNone/>
              <a:defRPr sz="1000"/>
            </a:lvl3pPr>
            <a:lvl4pPr indent="0" lvl="3" marL="0" rtl="0" algn="r">
              <a:spcBef>
                <a:spcPts val="0"/>
              </a:spcBef>
              <a:buNone/>
              <a:defRPr sz="1000"/>
            </a:lvl4pPr>
            <a:lvl5pPr indent="0" lvl="4" marL="0" rtl="0" algn="r">
              <a:spcBef>
                <a:spcPts val="0"/>
              </a:spcBef>
              <a:buNone/>
              <a:defRPr sz="1000"/>
            </a:lvl5pPr>
            <a:lvl6pPr indent="0" lvl="5" marL="0" rtl="0" algn="r">
              <a:spcBef>
                <a:spcPts val="0"/>
              </a:spcBef>
              <a:buNone/>
              <a:defRPr sz="1000"/>
            </a:lvl6pPr>
            <a:lvl7pPr indent="0" lvl="6" marL="0" rtl="0" algn="r">
              <a:spcBef>
                <a:spcPts val="0"/>
              </a:spcBef>
              <a:buNone/>
              <a:defRPr sz="1000"/>
            </a:lvl7pPr>
            <a:lvl8pPr indent="0" lvl="7" marL="0" rtl="0" algn="r">
              <a:spcBef>
                <a:spcPts val="0"/>
              </a:spcBef>
              <a:buNone/>
              <a:defRPr sz="1000"/>
            </a:lvl8pPr>
            <a:lvl9pPr indent="0" lvl="8" marL="0" rtl="0" algn="r">
              <a:spcBef>
                <a:spcPts val="0"/>
              </a:spcBef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0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7" name="Google Shape;67;p10"/>
          <p:cNvCxnSpPr/>
          <p:nvPr/>
        </p:nvCxnSpPr>
        <p:spPr>
          <a:xfrm>
            <a:off x="6058750" y="1779575"/>
            <a:ext cx="0" cy="44196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0"/>
          <p:cNvSpPr/>
          <p:nvPr>
            <p:ph idx="3" type="pic"/>
          </p:nvPr>
        </p:nvSpPr>
        <p:spPr>
          <a:xfrm>
            <a:off x="1578575" y="2006750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/>
          <p:nvPr>
            <p:ph idx="4" type="pic"/>
          </p:nvPr>
        </p:nvSpPr>
        <p:spPr>
          <a:xfrm>
            <a:off x="6791700" y="2006750"/>
            <a:ext cx="2562000" cy="142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1 1">
  <p:cSld name="TWO_OBJECTS_WITH_TEXT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1700325" y="3584400"/>
            <a:ext cx="85710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000"/>
            </a:lvl1pPr>
            <a:lvl2pPr indent="0" lvl="1" marL="0" rtl="0" algn="r">
              <a:spcBef>
                <a:spcPts val="0"/>
              </a:spcBef>
              <a:buNone/>
              <a:defRPr sz="1000"/>
            </a:lvl2pPr>
            <a:lvl3pPr indent="0" lvl="2" marL="0" rtl="0" algn="r">
              <a:spcBef>
                <a:spcPts val="0"/>
              </a:spcBef>
              <a:buNone/>
              <a:defRPr sz="1000"/>
            </a:lvl3pPr>
            <a:lvl4pPr indent="0" lvl="3" marL="0" rtl="0" algn="r">
              <a:spcBef>
                <a:spcPts val="0"/>
              </a:spcBef>
              <a:buNone/>
              <a:defRPr sz="1000"/>
            </a:lvl4pPr>
            <a:lvl5pPr indent="0" lvl="4" marL="0" rtl="0" algn="r">
              <a:spcBef>
                <a:spcPts val="0"/>
              </a:spcBef>
              <a:buNone/>
              <a:defRPr sz="1000"/>
            </a:lvl5pPr>
            <a:lvl6pPr indent="0" lvl="5" marL="0" rtl="0" algn="r">
              <a:spcBef>
                <a:spcPts val="0"/>
              </a:spcBef>
              <a:buNone/>
              <a:defRPr sz="1000"/>
            </a:lvl6pPr>
            <a:lvl7pPr indent="0" lvl="6" marL="0" rtl="0" algn="r">
              <a:spcBef>
                <a:spcPts val="0"/>
              </a:spcBef>
              <a:buNone/>
              <a:defRPr sz="1000"/>
            </a:lvl7pPr>
            <a:lvl8pPr indent="0" lvl="7" marL="0" rtl="0" algn="r">
              <a:spcBef>
                <a:spcPts val="0"/>
              </a:spcBef>
              <a:buNone/>
              <a:defRPr sz="1000"/>
            </a:lvl8pPr>
            <a:lvl9pPr indent="0" lvl="8" marL="0" rtl="0" algn="r">
              <a:spcBef>
                <a:spcPts val="0"/>
              </a:spcBef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1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1"/>
          <p:cNvSpPr/>
          <p:nvPr>
            <p:ph idx="2" type="pic"/>
          </p:nvPr>
        </p:nvSpPr>
        <p:spPr>
          <a:xfrm>
            <a:off x="1700325" y="1994125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3" type="pic"/>
          </p:nvPr>
        </p:nvSpPr>
        <p:spPr>
          <a:xfrm>
            <a:off x="4704750" y="1994125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4" type="pic"/>
          </p:nvPr>
        </p:nvSpPr>
        <p:spPr>
          <a:xfrm>
            <a:off x="7709175" y="1994125"/>
            <a:ext cx="2562000" cy="142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1 1 1">
  <p:cSld name="TWO_OBJECTS_WITH_TEXT_1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729475" y="1880550"/>
            <a:ext cx="50889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/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175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000"/>
            </a:lvl1pPr>
            <a:lvl2pPr indent="0" lvl="1" marL="0" rtl="0" algn="r">
              <a:spcBef>
                <a:spcPts val="0"/>
              </a:spcBef>
              <a:buNone/>
              <a:defRPr sz="1000"/>
            </a:lvl2pPr>
            <a:lvl3pPr indent="0" lvl="2" marL="0" rtl="0" algn="r">
              <a:spcBef>
                <a:spcPts val="0"/>
              </a:spcBef>
              <a:buNone/>
              <a:defRPr sz="1000"/>
            </a:lvl3pPr>
            <a:lvl4pPr indent="0" lvl="3" marL="0" rtl="0" algn="r">
              <a:spcBef>
                <a:spcPts val="0"/>
              </a:spcBef>
              <a:buNone/>
              <a:defRPr sz="1000"/>
            </a:lvl4pPr>
            <a:lvl5pPr indent="0" lvl="4" marL="0" rtl="0" algn="r">
              <a:spcBef>
                <a:spcPts val="0"/>
              </a:spcBef>
              <a:buNone/>
              <a:defRPr sz="1000"/>
            </a:lvl5pPr>
            <a:lvl6pPr indent="0" lvl="5" marL="0" rtl="0" algn="r">
              <a:spcBef>
                <a:spcPts val="0"/>
              </a:spcBef>
              <a:buNone/>
              <a:defRPr sz="1000"/>
            </a:lvl6pPr>
            <a:lvl7pPr indent="0" lvl="6" marL="0" rtl="0" algn="r">
              <a:spcBef>
                <a:spcPts val="0"/>
              </a:spcBef>
              <a:buNone/>
              <a:defRPr sz="1000"/>
            </a:lvl7pPr>
            <a:lvl8pPr indent="0" lvl="7" marL="0" rtl="0" algn="r">
              <a:spcBef>
                <a:spcPts val="0"/>
              </a:spcBef>
              <a:buNone/>
              <a:defRPr sz="1000"/>
            </a:lvl8pPr>
            <a:lvl9pPr indent="0" lvl="8" marL="0" rtl="0" algn="r">
              <a:spcBef>
                <a:spcPts val="0"/>
              </a:spcBef>
              <a:buNone/>
              <a:defRPr sz="1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2"/>
          <p:cNvSpPr/>
          <p:nvPr>
            <p:ph idx="2" type="pic"/>
          </p:nvPr>
        </p:nvSpPr>
        <p:spPr>
          <a:xfrm>
            <a:off x="6055550" y="1880550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2"/>
          <p:cNvSpPr/>
          <p:nvPr>
            <p:ph idx="3" type="pic"/>
          </p:nvPr>
        </p:nvSpPr>
        <p:spPr>
          <a:xfrm>
            <a:off x="6055550" y="3679125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"/>
          <p:cNvSpPr/>
          <p:nvPr>
            <p:ph idx="4" type="pic"/>
          </p:nvPr>
        </p:nvSpPr>
        <p:spPr>
          <a:xfrm>
            <a:off x="9017825" y="1880550"/>
            <a:ext cx="2562000" cy="14262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2"/>
          <p:cNvSpPr/>
          <p:nvPr>
            <p:ph idx="5" type="pic"/>
          </p:nvPr>
        </p:nvSpPr>
        <p:spPr>
          <a:xfrm>
            <a:off x="9017825" y="3679125"/>
            <a:ext cx="2562000" cy="142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©2025 Percona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" showMasterSp="0">
  <p:cSld name="1_Title Slide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48201" y="1907925"/>
            <a:ext cx="11379900" cy="40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©2025 Percona 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2" showMasterSp="0">
  <p:cSld name="1_Title Slide_2_2"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2 2" showMasterSp="0">
  <p:cSld name="1_Title Slide_2_2_2">
    <p:bg>
      <p:bgPr>
        <a:solidFill>
          <a:schemeClr val="accent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2 1" showMasterSp="0">
  <p:cSld name="1_Title Slide_2_2_1">
    <p:bg>
      <p:bgPr>
        <a:solidFill>
          <a:schemeClr val="accen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2 1 1" showMasterSp="0">
  <p:cSld name="1_Title Slide_2_2_1_1">
    <p:bg>
      <p:bgPr>
        <a:solidFill>
          <a:schemeClr val="accent3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2 1 1 1" showMasterSp="0">
  <p:cSld name="1_Title Slide_2_2_1_1_1">
    <p:bg>
      <p:bgPr>
        <a:solidFill>
          <a:schemeClr val="accent4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1812375" y="180425"/>
            <a:ext cx="7153714" cy="619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Medium"/>
              <a:buChar char="●"/>
              <a:defRPr sz="4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5124175" y="45169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None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25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25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250"/>
              </a:spcBef>
              <a:spcAft>
                <a:spcPts val="25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2 1" showMasterSp="0">
  <p:cSld name="1_Title Slide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©2025 Percona 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685800" y="6542675"/>
            <a:ext cx="4456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©2025 Percona</a:t>
            </a:r>
            <a:endParaRPr sz="800">
              <a:solidFill>
                <a:srgbClr val="59595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rtl="0" algn="r">
              <a:spcBef>
                <a:spcPts val="0"/>
              </a:spcBef>
              <a:buNone/>
              <a:defRPr sz="1100">
                <a:solidFill>
                  <a:srgbClr val="0E1A5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-63100" y="-75725"/>
            <a:ext cx="315000" cy="7009800"/>
          </a:xfrm>
          <a:prstGeom prst="rect">
            <a:avLst/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 Medium"/>
              <a:buChar char="●"/>
              <a:defRPr sz="34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2865002" y="2200750"/>
            <a:ext cx="45597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Poppins Medium"/>
              <a:buNone/>
              <a:defRPr sz="2000" u="none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30200" lvl="2" marL="1371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oppins"/>
              <a:buChar char="■"/>
              <a:defRPr sz="1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●"/>
              <a:defRPr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Poppins"/>
              <a:buChar char="○"/>
              <a:defRPr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rtl="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8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5" name="Google Shape;15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0283356" y="6492875"/>
            <a:ext cx="1245836" cy="265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17149" r="0" t="0"/>
          <a:stretch/>
        </p:blipFill>
        <p:spPr>
          <a:xfrm>
            <a:off x="5784350" y="3874650"/>
            <a:ext cx="4869228" cy="71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 rotWithShape="1">
          <a:blip r:embed="rId4">
            <a:alphaModFix/>
          </a:blip>
          <a:srcRect b="0" l="24744" r="0" t="0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ctrTitle"/>
          </p:nvPr>
        </p:nvSpPr>
        <p:spPr>
          <a:xfrm>
            <a:off x="5729750" y="2780300"/>
            <a:ext cx="6091200" cy="173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135" name="Google Shape;135;p22"/>
          <p:cNvSpPr txBox="1"/>
          <p:nvPr>
            <p:ph idx="1" type="subTitle"/>
          </p:nvPr>
        </p:nvSpPr>
        <p:spPr>
          <a:xfrm>
            <a:off x="5790240" y="4929712"/>
            <a:ext cx="7315200" cy="91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Importing slides from another slide deck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1100025" y="1895301"/>
            <a:ext cx="10084500" cy="1431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When importing another slide or slides to this presentation, please choose the option: </a:t>
            </a:r>
            <a:r>
              <a:rPr b="1" lang="en-US"/>
              <a:t>Match styles in this presentation</a:t>
            </a:r>
            <a:endParaRPr b="1"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827" y="3585873"/>
            <a:ext cx="4214650" cy="30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4184125" y="4382200"/>
            <a:ext cx="3924300" cy="6189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4294967295" type="title"/>
          </p:nvPr>
        </p:nvSpPr>
        <p:spPr>
          <a:xfrm>
            <a:off x="1472702" y="5303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Colour/Color Palette </a:t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153" name="Google Shape;153;p24"/>
          <p:cNvSpPr/>
          <p:nvPr/>
        </p:nvSpPr>
        <p:spPr>
          <a:xfrm>
            <a:off x="1569400" y="1715500"/>
            <a:ext cx="3960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1569400" y="2255996"/>
            <a:ext cx="396000" cy="36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1569400" y="3247317"/>
            <a:ext cx="396000" cy="36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/>
          <p:nvPr/>
        </p:nvSpPr>
        <p:spPr>
          <a:xfrm>
            <a:off x="1569400" y="3787813"/>
            <a:ext cx="396000" cy="365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/>
          <p:nvPr/>
        </p:nvSpPr>
        <p:spPr>
          <a:xfrm>
            <a:off x="1569400" y="4328308"/>
            <a:ext cx="396000" cy="36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4"/>
          <p:cNvSpPr/>
          <p:nvPr/>
        </p:nvSpPr>
        <p:spPr>
          <a:xfrm>
            <a:off x="1569400" y="4868804"/>
            <a:ext cx="396000" cy="36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1569400" y="5409300"/>
            <a:ext cx="396000" cy="365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2046400" y="1697950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#0e1a53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2046400" y="2236057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#ff7e1a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2046400" y="3236071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#1486ff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046400" y="3774179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#f0b336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2046400" y="4312286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#30d1b2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2046400" y="4850393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#a86fef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2046400" y="5388500"/>
            <a:ext cx="11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#697793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1569400" y="2751658"/>
            <a:ext cx="396000" cy="365100"/>
          </a:xfrm>
          <a:prstGeom prst="rect">
            <a:avLst/>
          </a:prstGeom>
          <a:solidFill>
            <a:srgbClr val="F2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2039200" y="2774164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#f24500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3957725" y="1715500"/>
            <a:ext cx="396000" cy="365100"/>
          </a:xfrm>
          <a:prstGeom prst="rect">
            <a:avLst/>
          </a:prstGeom>
          <a:solidFill>
            <a:srgbClr val="5E66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3957725" y="2255996"/>
            <a:ext cx="396000" cy="365100"/>
          </a:xfrm>
          <a:prstGeom prst="rect">
            <a:avLst/>
          </a:prstGeom>
          <a:solidFill>
            <a:srgbClr val="FFC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3957725" y="3247317"/>
            <a:ext cx="396000" cy="365100"/>
          </a:xfrm>
          <a:prstGeom prst="rect">
            <a:avLst/>
          </a:prstGeom>
          <a:solidFill>
            <a:srgbClr val="93C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3957725" y="3787813"/>
            <a:ext cx="396000" cy="365100"/>
          </a:xfrm>
          <a:prstGeom prst="rect">
            <a:avLst/>
          </a:prstGeom>
          <a:solidFill>
            <a:srgbClr val="F8DC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3957725" y="4328308"/>
            <a:ext cx="396000" cy="365100"/>
          </a:xfrm>
          <a:prstGeom prst="rect">
            <a:avLst/>
          </a:prstGeom>
          <a:solidFill>
            <a:srgbClr val="A0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3957725" y="4868804"/>
            <a:ext cx="396000" cy="365100"/>
          </a:xfrm>
          <a:prstGeom prst="rect">
            <a:avLst/>
          </a:prstGeom>
          <a:solidFill>
            <a:srgbClr val="D7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3957725" y="5409300"/>
            <a:ext cx="396000" cy="365100"/>
          </a:xfrm>
          <a:prstGeom prst="rect">
            <a:avLst/>
          </a:prstGeom>
          <a:solidFill>
            <a:srgbClr val="BAC0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4434725" y="1697950"/>
            <a:ext cx="11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#5e6686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4434725" y="2236057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#ffc496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4434725" y="3236071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#93c7ff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4434725" y="3774179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#f8dca3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4434725" y="4312275"/>
            <a:ext cx="11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#a0eadc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4434725" y="4850393"/>
            <a:ext cx="9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#d7bdf8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434725" y="5388500"/>
            <a:ext cx="11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#bac0cd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3957725" y="2751658"/>
            <a:ext cx="396000" cy="365100"/>
          </a:xfrm>
          <a:prstGeom prst="rect">
            <a:avLst/>
          </a:prstGeom>
          <a:solidFill>
            <a:srgbClr val="F9A9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/>
        </p:nvSpPr>
        <p:spPr>
          <a:xfrm>
            <a:off x="4427525" y="2774175"/>
            <a:ext cx="11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#f9a98a</a:t>
            </a:r>
            <a:endParaRPr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idx="3" type="subTitle"/>
          </p:nvPr>
        </p:nvSpPr>
        <p:spPr>
          <a:xfrm>
            <a:off x="1501925" y="1642875"/>
            <a:ext cx="4355100" cy="8133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Subtitle</a:t>
            </a:r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>
                <a:solidFill>
                  <a:schemeClr val="accent1"/>
                </a:solidFill>
              </a:rPr>
              <a:t>Poppins Medium Size 20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2384337" y="2334836"/>
            <a:ext cx="3474600" cy="402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Text - 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>
            <p:ph idx="2" type="body"/>
          </p:nvPr>
        </p:nvSpPr>
        <p:spPr>
          <a:xfrm>
            <a:off x="6334888" y="2334836"/>
            <a:ext cx="3474600" cy="4023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Text - 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Or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 txBox="1"/>
          <p:nvPr>
            <p:ph idx="4" type="subTitle"/>
          </p:nvPr>
        </p:nvSpPr>
        <p:spPr>
          <a:xfrm>
            <a:off x="6334950" y="1642875"/>
            <a:ext cx="4153200" cy="8133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Subtitle Poppins Medium Size 20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26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 - Poppins Medium size 34 colour #oe1a53</a:t>
            </a:r>
            <a:endParaRPr/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1100015" y="1895302"/>
            <a:ext cx="10084500" cy="408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-US"/>
              <a:t>body text goes here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1417202" y="2200750"/>
            <a:ext cx="4559700" cy="352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Poppins Medium"/>
                <a:ea typeface="Poppins Medium"/>
                <a:cs typeface="Poppins Medium"/>
                <a:sym typeface="Poppins Medium"/>
              </a:rPr>
              <a:t>Poppins Medium size </a:t>
            </a:r>
            <a:r>
              <a:rPr lang="en-US" sz="1800">
                <a:latin typeface="Poppins Medium"/>
                <a:ea typeface="Poppins Medium"/>
                <a:cs typeface="Poppins Medium"/>
                <a:sym typeface="Poppins Medium"/>
              </a:rPr>
              <a:t>18</a:t>
            </a:r>
            <a:endParaRPr sz="18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/>
              <a:t>Poppins Normal size 18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6942127" y="2303650"/>
            <a:ext cx="4559700" cy="352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Poppins Medium"/>
                <a:ea typeface="Poppins Medium"/>
                <a:cs typeface="Poppins Medium"/>
                <a:sym typeface="Poppins Medium"/>
              </a:rPr>
              <a:t>Poppins Medium size 18</a:t>
            </a:r>
            <a:endParaRPr sz="18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/>
              <a:t>Poppins Normal size 18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Poppins Normal size 18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27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Title here - Poppins Medium size 34 colour #oe1a53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448201" y="1907925"/>
            <a:ext cx="11379900" cy="4089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Poppins </a:t>
            </a:r>
            <a:r>
              <a:rPr lang="en-US">
                <a:solidFill>
                  <a:schemeClr val="dk1"/>
                </a:solidFill>
              </a:rPr>
              <a:t>N</a:t>
            </a:r>
            <a:r>
              <a:rPr lang="en-U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ormal size 20 - colour #oe1a53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1700325" y="3584400"/>
            <a:ext cx="8571000" cy="277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Text - Poppins Normal size 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229" name="Google Shape;229;p29"/>
          <p:cNvSpPr/>
          <p:nvPr>
            <p:ph idx="2" type="pic"/>
          </p:nvPr>
        </p:nvSpPr>
        <p:spPr>
          <a:xfrm>
            <a:off x="1700325" y="1994125"/>
            <a:ext cx="2562000" cy="1426200"/>
          </a:xfrm>
          <a:prstGeom prst="rect">
            <a:avLst/>
          </a:prstGeom>
        </p:spPr>
      </p:sp>
      <p:sp>
        <p:nvSpPr>
          <p:cNvPr id="230" name="Google Shape;230;p29"/>
          <p:cNvSpPr/>
          <p:nvPr>
            <p:ph idx="3" type="pic"/>
          </p:nvPr>
        </p:nvSpPr>
        <p:spPr>
          <a:xfrm>
            <a:off x="4704750" y="1994125"/>
            <a:ext cx="2562000" cy="1426200"/>
          </a:xfrm>
          <a:prstGeom prst="rect">
            <a:avLst/>
          </a:prstGeom>
        </p:spPr>
      </p:sp>
      <p:sp>
        <p:nvSpPr>
          <p:cNvPr id="231" name="Google Shape;231;p29"/>
          <p:cNvSpPr/>
          <p:nvPr>
            <p:ph idx="4" type="pic"/>
          </p:nvPr>
        </p:nvSpPr>
        <p:spPr>
          <a:xfrm>
            <a:off x="7709175" y="1994125"/>
            <a:ext cx="2562000" cy="1426200"/>
          </a:xfrm>
          <a:prstGeom prst="rect">
            <a:avLst/>
          </a:prstGeom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729475" y="1880550"/>
            <a:ext cx="5088900" cy="32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Text - Poppins Normal size 18</a:t>
            </a:r>
            <a:endParaRPr/>
          </a:p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240" name="Google Shape;240;p30"/>
          <p:cNvSpPr/>
          <p:nvPr>
            <p:ph idx="2" type="pic"/>
          </p:nvPr>
        </p:nvSpPr>
        <p:spPr>
          <a:xfrm>
            <a:off x="6055550" y="1880550"/>
            <a:ext cx="2562000" cy="1426200"/>
          </a:xfrm>
          <a:prstGeom prst="rect">
            <a:avLst/>
          </a:prstGeom>
        </p:spPr>
      </p:sp>
      <p:sp>
        <p:nvSpPr>
          <p:cNvPr id="241" name="Google Shape;241;p30"/>
          <p:cNvSpPr/>
          <p:nvPr>
            <p:ph idx="3" type="pic"/>
          </p:nvPr>
        </p:nvSpPr>
        <p:spPr>
          <a:xfrm>
            <a:off x="6055550" y="3679125"/>
            <a:ext cx="2562000" cy="1426200"/>
          </a:xfrm>
          <a:prstGeom prst="rect">
            <a:avLst/>
          </a:prstGeom>
        </p:spPr>
      </p:sp>
      <p:sp>
        <p:nvSpPr>
          <p:cNvPr id="242" name="Google Shape;242;p30"/>
          <p:cNvSpPr/>
          <p:nvPr>
            <p:ph idx="4" type="pic"/>
          </p:nvPr>
        </p:nvSpPr>
        <p:spPr>
          <a:xfrm>
            <a:off x="9017825" y="1880550"/>
            <a:ext cx="2562000" cy="1426200"/>
          </a:xfrm>
          <a:prstGeom prst="rect">
            <a:avLst/>
          </a:prstGeom>
        </p:spPr>
      </p:sp>
      <p:sp>
        <p:nvSpPr>
          <p:cNvPr id="243" name="Google Shape;243;p30"/>
          <p:cNvSpPr/>
          <p:nvPr>
            <p:ph idx="5" type="pic"/>
          </p:nvPr>
        </p:nvSpPr>
        <p:spPr>
          <a:xfrm>
            <a:off x="9017825" y="3679125"/>
            <a:ext cx="2562000" cy="1426200"/>
          </a:xfrm>
          <a:prstGeom prst="rect">
            <a:avLst/>
          </a:prstGeom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>
            <p:ph idx="4294967295" type="subTitle"/>
          </p:nvPr>
        </p:nvSpPr>
        <p:spPr>
          <a:xfrm>
            <a:off x="5540050" y="5998325"/>
            <a:ext cx="53865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percona.com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 rotWithShape="1">
          <a:blip r:embed="rId3">
            <a:alphaModFix/>
          </a:blip>
          <a:srcRect b="0" l="24744" r="0" t="0"/>
          <a:stretch/>
        </p:blipFill>
        <p:spPr>
          <a:xfrm>
            <a:off x="-67902" y="177900"/>
            <a:ext cx="5386575" cy="61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91702" y="758953"/>
            <a:ext cx="100929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256" name="Google Shape;256;p32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000"/>
              <a:t>‹#›</a:t>
            </a:fld>
            <a:endParaRPr sz="1000"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1578575" y="3584400"/>
            <a:ext cx="4432800" cy="277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Text - Poppins Normal size 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 txBox="1"/>
          <p:nvPr>
            <p:ph idx="2" type="body"/>
          </p:nvPr>
        </p:nvSpPr>
        <p:spPr>
          <a:xfrm>
            <a:off x="6639700" y="3584400"/>
            <a:ext cx="5314500" cy="2773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Text - Poppins Normal size 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/>
          <p:nvPr>
            <p:ph idx="3" type="pic"/>
          </p:nvPr>
        </p:nvSpPr>
        <p:spPr>
          <a:xfrm>
            <a:off x="1578575" y="2006750"/>
            <a:ext cx="2562000" cy="1426200"/>
          </a:xfrm>
          <a:prstGeom prst="rect">
            <a:avLst/>
          </a:prstGeom>
        </p:spPr>
      </p:sp>
      <p:sp>
        <p:nvSpPr>
          <p:cNvPr id="260" name="Google Shape;260;p32"/>
          <p:cNvSpPr/>
          <p:nvPr>
            <p:ph idx="4" type="pic"/>
          </p:nvPr>
        </p:nvSpPr>
        <p:spPr>
          <a:xfrm>
            <a:off x="6791700" y="2006750"/>
            <a:ext cx="2562000" cy="1426200"/>
          </a:xfrm>
          <a:prstGeom prst="rect">
            <a:avLst/>
          </a:prstGeom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Cover</a:t>
            </a:r>
            <a:endParaRPr/>
          </a:p>
        </p:txBody>
      </p:sp>
      <p:sp>
        <p:nvSpPr>
          <p:cNvPr id="267" name="Google Shape;267;p33"/>
          <p:cNvSpPr txBox="1"/>
          <p:nvPr>
            <p:ph idx="1" type="subTitle"/>
          </p:nvPr>
        </p:nvSpPr>
        <p:spPr>
          <a:xfrm>
            <a:off x="5124175" y="4288350"/>
            <a:ext cx="5401800" cy="454500"/>
          </a:xfrm>
          <a:prstGeom prst="rect">
            <a:avLst/>
          </a:prstGeom>
        </p:spPr>
        <p:txBody>
          <a:bodyPr anchorCtr="0" anchor="ctr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Subhead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Cover</a:t>
            </a:r>
            <a:endParaRPr/>
          </a:p>
        </p:txBody>
      </p:sp>
      <p:sp>
        <p:nvSpPr>
          <p:cNvPr id="274" name="Google Shape;274;p34"/>
          <p:cNvSpPr txBox="1"/>
          <p:nvPr>
            <p:ph idx="1" type="subTitle"/>
          </p:nvPr>
        </p:nvSpPr>
        <p:spPr>
          <a:xfrm>
            <a:off x="5124175" y="42121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Subhead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/>
          <p:nvPr>
            <p:ph idx="1" type="subTitle"/>
          </p:nvPr>
        </p:nvSpPr>
        <p:spPr>
          <a:xfrm>
            <a:off x="5124175" y="42883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Subhead</a:t>
            </a:r>
            <a:endParaRPr/>
          </a:p>
        </p:txBody>
      </p:sp>
      <p:sp>
        <p:nvSpPr>
          <p:cNvPr id="281" name="Google Shape;281;p35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Cover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Cover</a:t>
            </a:r>
            <a:endParaRPr/>
          </a:p>
        </p:txBody>
      </p:sp>
      <p:sp>
        <p:nvSpPr>
          <p:cNvPr id="288" name="Google Shape;288;p36"/>
          <p:cNvSpPr txBox="1"/>
          <p:nvPr>
            <p:ph idx="1" type="subTitle"/>
          </p:nvPr>
        </p:nvSpPr>
        <p:spPr>
          <a:xfrm>
            <a:off x="5124175" y="42883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Subhead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Cover</a:t>
            </a:r>
            <a:endParaRPr/>
          </a:p>
        </p:txBody>
      </p:sp>
      <p:sp>
        <p:nvSpPr>
          <p:cNvPr id="295" name="Google Shape;295;p37"/>
          <p:cNvSpPr txBox="1"/>
          <p:nvPr>
            <p:ph idx="1" type="subTitle"/>
          </p:nvPr>
        </p:nvSpPr>
        <p:spPr>
          <a:xfrm>
            <a:off x="5124175" y="4288350"/>
            <a:ext cx="5401800" cy="454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Subhead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idx="1" type="subTitle"/>
          </p:nvPr>
        </p:nvSpPr>
        <p:spPr>
          <a:xfrm>
            <a:off x="1251275" y="3874950"/>
            <a:ext cx="9932700" cy="151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Title Goes Here</a:t>
            </a:r>
            <a:endParaRPr/>
          </a:p>
        </p:txBody>
      </p:sp>
      <p:sp>
        <p:nvSpPr>
          <p:cNvPr id="302" name="Google Shape;302;p38"/>
          <p:cNvSpPr txBox="1"/>
          <p:nvPr>
            <p:ph idx="2" type="subTitle"/>
          </p:nvPr>
        </p:nvSpPr>
        <p:spPr>
          <a:xfrm>
            <a:off x="1169775" y="4901312"/>
            <a:ext cx="9932700" cy="1514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Subtitle</a:t>
            </a:r>
            <a:r>
              <a:rPr lang="en-US"/>
              <a:t> Goes Here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 txBox="1"/>
          <p:nvPr>
            <p:ph type="title"/>
          </p:nvPr>
        </p:nvSpPr>
        <p:spPr>
          <a:xfrm>
            <a:off x="5010575" y="3497750"/>
            <a:ext cx="8218500" cy="862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Extras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315" name="Google Shape;315;p40"/>
          <p:cNvSpPr/>
          <p:nvPr/>
        </p:nvSpPr>
        <p:spPr>
          <a:xfrm>
            <a:off x="7784500" y="1302000"/>
            <a:ext cx="3870000" cy="4245900"/>
          </a:xfrm>
          <a:prstGeom prst="roundRect">
            <a:avLst>
              <a:gd fmla="val 7771" name="adj"/>
            </a:avLst>
          </a:prstGeom>
          <a:solidFill>
            <a:srgbClr val="0E1A5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6" name="Google Shape;316;p40"/>
          <p:cNvSpPr txBox="1"/>
          <p:nvPr/>
        </p:nvSpPr>
        <p:spPr>
          <a:xfrm>
            <a:off x="8185540" y="2095482"/>
            <a:ext cx="33153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Bold 24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8185540" y="2816874"/>
            <a:ext cx="33153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16</a:t>
            </a: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40"/>
          <p:cNvSpPr/>
          <p:nvPr/>
        </p:nvSpPr>
        <p:spPr>
          <a:xfrm flipH="1">
            <a:off x="3974094" y="739275"/>
            <a:ext cx="2971800" cy="26124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A86FE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4271650" y="1142875"/>
            <a:ext cx="25518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Bold Size 17</a:t>
            </a:r>
            <a:endParaRPr b="1"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4347850" y="1908403"/>
            <a:ext cx="2218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12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40"/>
          <p:cNvSpPr/>
          <p:nvPr/>
        </p:nvSpPr>
        <p:spPr>
          <a:xfrm rot="10800000">
            <a:off x="857050" y="739160"/>
            <a:ext cx="2971800" cy="26124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774FA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40"/>
          <p:cNvSpPr/>
          <p:nvPr/>
        </p:nvSpPr>
        <p:spPr>
          <a:xfrm flipH="1">
            <a:off x="857050" y="3498015"/>
            <a:ext cx="2971800" cy="26124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A86FE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40"/>
          <p:cNvSpPr/>
          <p:nvPr/>
        </p:nvSpPr>
        <p:spPr>
          <a:xfrm rot="10800000">
            <a:off x="3974094" y="3497901"/>
            <a:ext cx="2971800" cy="26124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774FA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3523887" y="3024408"/>
            <a:ext cx="762000" cy="81630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F0B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5" name="Google Shape;325;p40"/>
          <p:cNvSpPr/>
          <p:nvPr/>
        </p:nvSpPr>
        <p:spPr>
          <a:xfrm>
            <a:off x="3663117" y="3173557"/>
            <a:ext cx="483600" cy="518100"/>
          </a:xfrm>
          <a:prstGeom prst="mathPlus">
            <a:avLst>
              <a:gd fmla="val 9900" name="adj1"/>
            </a:avLst>
          </a:prstGeom>
          <a:solidFill>
            <a:srgbClr val="F0B336"/>
          </a:solidFill>
          <a:ln cap="flat" cmpd="sng" w="9525">
            <a:solidFill>
              <a:srgbClr val="F0B3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326" name="Google Shape;326;p40"/>
          <p:cNvGrpSpPr/>
          <p:nvPr/>
        </p:nvGrpSpPr>
        <p:grpSpPr>
          <a:xfrm>
            <a:off x="6899648" y="3020529"/>
            <a:ext cx="762000" cy="822900"/>
            <a:chOff x="6671048" y="3020529"/>
            <a:chExt cx="762000" cy="822900"/>
          </a:xfrm>
        </p:grpSpPr>
        <p:sp>
          <p:nvSpPr>
            <p:cNvPr id="327" name="Google Shape;327;p40"/>
            <p:cNvSpPr/>
            <p:nvPr/>
          </p:nvSpPr>
          <p:spPr>
            <a:xfrm>
              <a:off x="6671048" y="3020529"/>
              <a:ext cx="762000" cy="822900"/>
            </a:xfrm>
            <a:prstGeom prst="ellipse">
              <a:avLst/>
            </a:prstGeom>
            <a:solidFill>
              <a:srgbClr val="F0B33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0"/>
            <p:cNvSpPr txBox="1"/>
            <p:nvPr/>
          </p:nvSpPr>
          <p:spPr>
            <a:xfrm>
              <a:off x="6775275" y="3154951"/>
              <a:ext cx="483600" cy="518100"/>
            </a:xfrm>
            <a:prstGeom prst="rect">
              <a:avLst/>
            </a:prstGeom>
            <a:solidFill>
              <a:srgbClr val="F0B3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40"/>
          <p:cNvSpPr txBox="1"/>
          <p:nvPr/>
        </p:nvSpPr>
        <p:spPr>
          <a:xfrm>
            <a:off x="1157451" y="1225800"/>
            <a:ext cx="24294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Bold Size 17</a:t>
            </a:r>
            <a:endParaRPr b="1"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1233650" y="1877866"/>
            <a:ext cx="22185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12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157451" y="3987438"/>
            <a:ext cx="2429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Bold Size 17</a:t>
            </a:r>
            <a:endParaRPr b="1"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1233638" y="4836682"/>
            <a:ext cx="22185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12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4271726" y="3994950"/>
            <a:ext cx="24294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Bold Size 17</a:t>
            </a:r>
            <a:endParaRPr b="1"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4271725" y="4760478"/>
            <a:ext cx="2218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12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341" name="Google Shape;341;p41"/>
          <p:cNvSpPr/>
          <p:nvPr/>
        </p:nvSpPr>
        <p:spPr>
          <a:xfrm>
            <a:off x="1001300" y="213497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1"/>
          <p:cNvSpPr/>
          <p:nvPr/>
        </p:nvSpPr>
        <p:spPr>
          <a:xfrm>
            <a:off x="1075575" y="45156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1"/>
          <p:cNvSpPr/>
          <p:nvPr/>
        </p:nvSpPr>
        <p:spPr>
          <a:xfrm>
            <a:off x="8861200" y="213497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1"/>
          <p:cNvSpPr/>
          <p:nvPr/>
        </p:nvSpPr>
        <p:spPr>
          <a:xfrm>
            <a:off x="8861200" y="45156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1"/>
          <p:cNvSpPr txBox="1"/>
          <p:nvPr/>
        </p:nvSpPr>
        <p:spPr>
          <a:xfrm>
            <a:off x="1205450" y="2582275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1279725" y="4962900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9065350" y="2582275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41"/>
          <p:cNvSpPr/>
          <p:nvPr/>
        </p:nvSpPr>
        <p:spPr>
          <a:xfrm>
            <a:off x="4889100" y="254922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1"/>
          <p:cNvSpPr/>
          <p:nvPr/>
        </p:nvSpPr>
        <p:spPr>
          <a:xfrm>
            <a:off x="4889100" y="49827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1"/>
          <p:cNvSpPr txBox="1"/>
          <p:nvPr/>
        </p:nvSpPr>
        <p:spPr>
          <a:xfrm>
            <a:off x="5093250" y="2996525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5093250" y="5430000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9065350" y="4962900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1"/>
          <p:cNvSpPr txBox="1"/>
          <p:nvPr>
            <p:ph type="title"/>
          </p:nvPr>
        </p:nvSpPr>
        <p:spPr>
          <a:xfrm>
            <a:off x="1091702" y="530353"/>
            <a:ext cx="10092900" cy="8628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 -Poppins Medium Size 34</a:t>
            </a:r>
            <a:endParaRPr/>
          </a:p>
        </p:txBody>
      </p:sp>
      <p:sp>
        <p:nvSpPr>
          <p:cNvPr id="354" name="Google Shape;354;p41"/>
          <p:cNvSpPr txBox="1"/>
          <p:nvPr/>
        </p:nvSpPr>
        <p:spPr>
          <a:xfrm>
            <a:off x="1344298" y="1271200"/>
            <a:ext cx="92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Subtitle - Poppins S</a:t>
            </a:r>
            <a:r>
              <a:rPr lang="en-US" sz="18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emibold</a:t>
            </a:r>
            <a:r>
              <a:rPr lang="en-US" sz="18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Size 18</a:t>
            </a:r>
            <a:endParaRPr sz="18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2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grpSp>
        <p:nvGrpSpPr>
          <p:cNvPr id="361" name="Google Shape;361;p42"/>
          <p:cNvGrpSpPr/>
          <p:nvPr/>
        </p:nvGrpSpPr>
        <p:grpSpPr>
          <a:xfrm>
            <a:off x="8281275" y="483485"/>
            <a:ext cx="3424800" cy="5549091"/>
            <a:chOff x="2762500" y="1030120"/>
            <a:chExt cx="3424800" cy="5310135"/>
          </a:xfrm>
        </p:grpSpPr>
        <p:sp>
          <p:nvSpPr>
            <p:cNvPr id="362" name="Google Shape;362;p42"/>
            <p:cNvSpPr/>
            <p:nvPr/>
          </p:nvSpPr>
          <p:spPr>
            <a:xfrm>
              <a:off x="2762500" y="1030120"/>
              <a:ext cx="3424800" cy="456600"/>
            </a:xfrm>
            <a:prstGeom prst="roundRect">
              <a:avLst>
                <a:gd fmla="val 16667" name="adj"/>
              </a:avLst>
            </a:prstGeom>
            <a:solidFill>
              <a:srgbClr val="F0B3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 rot="10800000">
              <a:off x="2762500" y="1690555"/>
              <a:ext cx="3424800" cy="4649700"/>
            </a:xfrm>
            <a:prstGeom prst="round2SameRect">
              <a:avLst>
                <a:gd fmla="val 5661" name="adj1"/>
                <a:gd fmla="val 0" name="adj2"/>
              </a:avLst>
            </a:prstGeom>
            <a:solidFill>
              <a:srgbClr val="0E1A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42"/>
          <p:cNvSpPr txBox="1"/>
          <p:nvPr/>
        </p:nvSpPr>
        <p:spPr>
          <a:xfrm>
            <a:off x="8493675" y="444547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endParaRPr b="1"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42"/>
          <p:cNvSpPr/>
          <p:nvPr/>
        </p:nvSpPr>
        <p:spPr>
          <a:xfrm>
            <a:off x="8281275" y="1101404"/>
            <a:ext cx="3424800" cy="273300"/>
          </a:xfrm>
          <a:prstGeom prst="rect">
            <a:avLst/>
          </a:prstGeom>
          <a:solidFill>
            <a:srgbClr val="F0B3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Subhead</a:t>
            </a:r>
            <a:endParaRPr sz="12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66" name="Google Shape;366;p42"/>
          <p:cNvSpPr/>
          <p:nvPr/>
        </p:nvSpPr>
        <p:spPr>
          <a:xfrm>
            <a:off x="4537300" y="483471"/>
            <a:ext cx="3424800" cy="477000"/>
          </a:xfrm>
          <a:prstGeom prst="roundRect">
            <a:avLst>
              <a:gd fmla="val 16667" name="adj"/>
            </a:avLst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42"/>
          <p:cNvSpPr/>
          <p:nvPr/>
        </p:nvSpPr>
        <p:spPr>
          <a:xfrm rot="10800000">
            <a:off x="4537300" y="1118550"/>
            <a:ext cx="3424800" cy="4914000"/>
          </a:xfrm>
          <a:prstGeom prst="round2SameRect">
            <a:avLst>
              <a:gd fmla="val 5661" name="adj1"/>
              <a:gd fmla="val 0" name="adj2"/>
            </a:avLst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4749700" y="452535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2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endParaRPr b="1"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42"/>
          <p:cNvSpPr/>
          <p:nvPr/>
        </p:nvSpPr>
        <p:spPr>
          <a:xfrm>
            <a:off x="4537300" y="1087309"/>
            <a:ext cx="3424800" cy="266700"/>
          </a:xfrm>
          <a:prstGeom prst="rect">
            <a:avLst/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Subhead</a:t>
            </a:r>
            <a:endParaRPr sz="12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0" name="Google Shape;370;p42"/>
          <p:cNvSpPr/>
          <p:nvPr/>
        </p:nvSpPr>
        <p:spPr>
          <a:xfrm>
            <a:off x="793325" y="483452"/>
            <a:ext cx="3424800" cy="4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42"/>
          <p:cNvSpPr/>
          <p:nvPr/>
        </p:nvSpPr>
        <p:spPr>
          <a:xfrm rot="10800000">
            <a:off x="793325" y="1104675"/>
            <a:ext cx="3424800" cy="4927800"/>
          </a:xfrm>
          <a:prstGeom prst="round2SameRect">
            <a:avLst>
              <a:gd fmla="val 5661" name="adj1"/>
              <a:gd fmla="val 0" name="adj2"/>
            </a:avLst>
          </a:prstGeom>
          <a:solidFill>
            <a:srgbClr val="0E1A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2102592" y="1326490"/>
            <a:ext cx="9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42"/>
          <p:cNvSpPr txBox="1"/>
          <p:nvPr/>
        </p:nvSpPr>
        <p:spPr>
          <a:xfrm>
            <a:off x="974077" y="1658963"/>
            <a:ext cx="30633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1005725" y="444548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Title</a:t>
            </a:r>
            <a:endParaRPr b="1"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793325" y="1101405"/>
            <a:ext cx="3424800" cy="27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Subhead</a:t>
            </a:r>
            <a:endParaRPr sz="12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4718052" y="1658963"/>
            <a:ext cx="30633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8462027" y="1658963"/>
            <a:ext cx="30633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384" name="Google Shape;384;p43"/>
          <p:cNvSpPr/>
          <p:nvPr/>
        </p:nvSpPr>
        <p:spPr>
          <a:xfrm>
            <a:off x="1001300" y="213497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1075575" y="45156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"/>
          <p:cNvSpPr/>
          <p:nvPr/>
        </p:nvSpPr>
        <p:spPr>
          <a:xfrm>
            <a:off x="8861200" y="213497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3"/>
          <p:cNvSpPr/>
          <p:nvPr/>
        </p:nvSpPr>
        <p:spPr>
          <a:xfrm>
            <a:off x="8861200" y="45156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3"/>
          <p:cNvSpPr txBox="1"/>
          <p:nvPr/>
        </p:nvSpPr>
        <p:spPr>
          <a:xfrm>
            <a:off x="1205450" y="2582275"/>
            <a:ext cx="200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1279725" y="4962900"/>
            <a:ext cx="200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43"/>
          <p:cNvSpPr txBox="1"/>
          <p:nvPr/>
        </p:nvSpPr>
        <p:spPr>
          <a:xfrm>
            <a:off x="9065350" y="2582275"/>
            <a:ext cx="200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4889100" y="2549225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3"/>
          <p:cNvSpPr/>
          <p:nvPr/>
        </p:nvSpPr>
        <p:spPr>
          <a:xfrm>
            <a:off x="4889100" y="4982700"/>
            <a:ext cx="2413800" cy="1510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3"/>
          <p:cNvSpPr txBox="1"/>
          <p:nvPr/>
        </p:nvSpPr>
        <p:spPr>
          <a:xfrm>
            <a:off x="5093250" y="2996525"/>
            <a:ext cx="200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43"/>
          <p:cNvSpPr txBox="1"/>
          <p:nvPr/>
        </p:nvSpPr>
        <p:spPr>
          <a:xfrm>
            <a:off x="5093250" y="5430000"/>
            <a:ext cx="200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9065350" y="4962900"/>
            <a:ext cx="2005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Poppins Normal size 13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43"/>
          <p:cNvSpPr txBox="1"/>
          <p:nvPr>
            <p:ph type="title"/>
          </p:nvPr>
        </p:nvSpPr>
        <p:spPr>
          <a:xfrm>
            <a:off x="1091702" y="530353"/>
            <a:ext cx="10092900" cy="8628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397" name="Google Shape;397;p43"/>
          <p:cNvSpPr txBox="1"/>
          <p:nvPr/>
        </p:nvSpPr>
        <p:spPr>
          <a:xfrm>
            <a:off x="1344298" y="1271200"/>
            <a:ext cx="927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Subtitle</a:t>
            </a:r>
            <a:endParaRPr sz="1800">
              <a:solidFill>
                <a:schemeClr val="accent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404" name="Google Shape;404;p44"/>
          <p:cNvSpPr txBox="1"/>
          <p:nvPr/>
        </p:nvSpPr>
        <p:spPr>
          <a:xfrm>
            <a:off x="1091702" y="758953"/>
            <a:ext cx="10092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Timeline</a:t>
            </a:r>
            <a:endParaRPr sz="3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5986633" y="3200965"/>
            <a:ext cx="2611200" cy="177900"/>
          </a:xfrm>
          <a:prstGeom prst="rect">
            <a:avLst/>
          </a:prstGeom>
          <a:solidFill>
            <a:srgbClr val="30D1B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"/>
          <p:cNvSpPr txBox="1"/>
          <p:nvPr/>
        </p:nvSpPr>
        <p:spPr>
          <a:xfrm>
            <a:off x="5259773" y="2698475"/>
            <a:ext cx="1414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March</a:t>
            </a:r>
            <a:endParaRPr sz="1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7" name="Google Shape;407;p44"/>
          <p:cNvSpPr/>
          <p:nvPr/>
        </p:nvSpPr>
        <p:spPr>
          <a:xfrm>
            <a:off x="8597698" y="3200965"/>
            <a:ext cx="3132300" cy="177900"/>
          </a:xfrm>
          <a:prstGeom prst="rect">
            <a:avLst/>
          </a:prstGeom>
          <a:solidFill>
            <a:srgbClr val="FF7E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8" name="Google Shape;408;p44"/>
          <p:cNvGrpSpPr/>
          <p:nvPr/>
        </p:nvGrpSpPr>
        <p:grpSpPr>
          <a:xfrm rot="10800000">
            <a:off x="7315014" y="3200955"/>
            <a:ext cx="123197" cy="549086"/>
            <a:chOff x="2984523" y="2563700"/>
            <a:chExt cx="92400" cy="411825"/>
          </a:xfrm>
        </p:grpSpPr>
        <p:cxnSp>
          <p:nvCxnSpPr>
            <p:cNvPr id="409" name="Google Shape;409;p44"/>
            <p:cNvCxnSpPr/>
            <p:nvPr/>
          </p:nvCxnSpPr>
          <p:spPr>
            <a:xfrm>
              <a:off x="3030723" y="2616125"/>
              <a:ext cx="0" cy="359400"/>
            </a:xfrm>
            <a:prstGeom prst="straightConnector1">
              <a:avLst/>
            </a:prstGeom>
            <a:noFill/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0" name="Google Shape;410;p44"/>
            <p:cNvSpPr/>
            <p:nvPr/>
          </p:nvSpPr>
          <p:spPr>
            <a:xfrm>
              <a:off x="2984523" y="2563700"/>
              <a:ext cx="92400" cy="92400"/>
            </a:xfrm>
            <a:prstGeom prst="ellipse">
              <a:avLst/>
            </a:prstGeom>
            <a:solidFill>
              <a:srgbClr val="A86FEF"/>
            </a:solidFill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44"/>
          <p:cNvSpPr txBox="1"/>
          <p:nvPr/>
        </p:nvSpPr>
        <p:spPr>
          <a:xfrm>
            <a:off x="6849825" y="2698475"/>
            <a:ext cx="292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Mid-March — Mid-April</a:t>
            </a:r>
            <a:endParaRPr sz="1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2" name="Google Shape;412;p44"/>
          <p:cNvSpPr/>
          <p:nvPr/>
        </p:nvSpPr>
        <p:spPr>
          <a:xfrm>
            <a:off x="3375565" y="3200965"/>
            <a:ext cx="2611200" cy="177900"/>
          </a:xfrm>
          <a:prstGeom prst="rect">
            <a:avLst/>
          </a:prstGeom>
          <a:solidFill>
            <a:srgbClr val="F0B33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4"/>
          <p:cNvSpPr txBox="1"/>
          <p:nvPr/>
        </p:nvSpPr>
        <p:spPr>
          <a:xfrm>
            <a:off x="2728675" y="2698475"/>
            <a:ext cx="168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February</a:t>
            </a:r>
            <a:endParaRPr sz="1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414" name="Google Shape;414;p44"/>
          <p:cNvCxnSpPr/>
          <p:nvPr/>
        </p:nvCxnSpPr>
        <p:spPr>
          <a:xfrm rot="10800000">
            <a:off x="3421875" y="3219275"/>
            <a:ext cx="1163400" cy="557100"/>
          </a:xfrm>
          <a:prstGeom prst="straightConnector1">
            <a:avLst/>
          </a:prstGeom>
          <a:noFill/>
          <a:ln cap="flat" cmpd="sng" w="38100">
            <a:solidFill>
              <a:srgbClr val="A86F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44"/>
          <p:cNvSpPr/>
          <p:nvPr/>
        </p:nvSpPr>
        <p:spPr>
          <a:xfrm>
            <a:off x="764494" y="3200965"/>
            <a:ext cx="2611200" cy="177900"/>
          </a:xfrm>
          <a:prstGeom prst="rect">
            <a:avLst/>
          </a:prstGeom>
          <a:solidFill>
            <a:srgbClr val="A86FE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 txBox="1"/>
          <p:nvPr/>
        </p:nvSpPr>
        <p:spPr>
          <a:xfrm>
            <a:off x="297625" y="2698475"/>
            <a:ext cx="168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January</a:t>
            </a:r>
            <a:endParaRPr sz="1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17" name="Google Shape;417;p44"/>
          <p:cNvGrpSpPr/>
          <p:nvPr/>
        </p:nvGrpSpPr>
        <p:grpSpPr>
          <a:xfrm rot="10800000">
            <a:off x="713479" y="3215455"/>
            <a:ext cx="141596" cy="558190"/>
            <a:chOff x="2063274" y="2556872"/>
            <a:chExt cx="106200" cy="418653"/>
          </a:xfrm>
        </p:grpSpPr>
        <p:cxnSp>
          <p:nvCxnSpPr>
            <p:cNvPr id="418" name="Google Shape;418;p44"/>
            <p:cNvCxnSpPr/>
            <p:nvPr/>
          </p:nvCxnSpPr>
          <p:spPr>
            <a:xfrm>
              <a:off x="2116300" y="2616125"/>
              <a:ext cx="0" cy="359400"/>
            </a:xfrm>
            <a:prstGeom prst="straightConnector1">
              <a:avLst/>
            </a:prstGeom>
            <a:noFill/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19" name="Google Shape;419;p44"/>
            <p:cNvSpPr/>
            <p:nvPr/>
          </p:nvSpPr>
          <p:spPr>
            <a:xfrm rot="-4839598">
              <a:off x="2070161" y="2563760"/>
              <a:ext cx="92425" cy="92425"/>
            </a:xfrm>
            <a:prstGeom prst="ellipse">
              <a:avLst/>
            </a:prstGeom>
            <a:solidFill>
              <a:srgbClr val="A86FEF"/>
            </a:solidFill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44"/>
          <p:cNvSpPr txBox="1"/>
          <p:nvPr/>
        </p:nvSpPr>
        <p:spPr>
          <a:xfrm>
            <a:off x="-8038" y="3978650"/>
            <a:ext cx="20631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100"/>
              </a:spcAft>
              <a:buNone/>
            </a:pPr>
            <a:r>
              <a:rPr lang="en-US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Poppins </a:t>
            </a:r>
            <a:br>
              <a:rPr lang="en-US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Semi Bold </a:t>
            </a:r>
            <a:br>
              <a:rPr lang="en-US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Size 14 </a:t>
            </a:r>
            <a:endParaRPr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9641250" y="2698475"/>
            <a:ext cx="1858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en-US" sz="1600">
                <a:solidFill>
                  <a:srgbClr val="0E1A5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April</a:t>
            </a:r>
            <a:endParaRPr sz="1600"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422" name="Google Shape;422;p44"/>
          <p:cNvGrpSpPr/>
          <p:nvPr/>
        </p:nvGrpSpPr>
        <p:grpSpPr>
          <a:xfrm rot="10800000">
            <a:off x="10134414" y="3200955"/>
            <a:ext cx="123197" cy="549086"/>
            <a:chOff x="2984523" y="2563700"/>
            <a:chExt cx="92400" cy="411825"/>
          </a:xfrm>
        </p:grpSpPr>
        <p:cxnSp>
          <p:nvCxnSpPr>
            <p:cNvPr id="423" name="Google Shape;423;p44"/>
            <p:cNvCxnSpPr/>
            <p:nvPr/>
          </p:nvCxnSpPr>
          <p:spPr>
            <a:xfrm>
              <a:off x="3030723" y="2616125"/>
              <a:ext cx="0" cy="359400"/>
            </a:xfrm>
            <a:prstGeom prst="straightConnector1">
              <a:avLst/>
            </a:prstGeom>
            <a:noFill/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4" name="Google Shape;424;p44"/>
            <p:cNvSpPr/>
            <p:nvPr/>
          </p:nvSpPr>
          <p:spPr>
            <a:xfrm>
              <a:off x="2984523" y="2563700"/>
              <a:ext cx="92400" cy="92400"/>
            </a:xfrm>
            <a:prstGeom prst="ellipse">
              <a:avLst/>
            </a:prstGeom>
            <a:solidFill>
              <a:srgbClr val="A86FEF"/>
            </a:solidFill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44"/>
          <p:cNvGrpSpPr/>
          <p:nvPr/>
        </p:nvGrpSpPr>
        <p:grpSpPr>
          <a:xfrm>
            <a:off x="4498719" y="3219339"/>
            <a:ext cx="1403638" cy="590310"/>
            <a:chOff x="-175036" y="2849334"/>
            <a:chExt cx="1062236" cy="453248"/>
          </a:xfrm>
        </p:grpSpPr>
        <p:cxnSp>
          <p:nvCxnSpPr>
            <p:cNvPr id="426" name="Google Shape;426;p44"/>
            <p:cNvCxnSpPr/>
            <p:nvPr/>
          </p:nvCxnSpPr>
          <p:spPr>
            <a:xfrm flipH="1" rot="10800000">
              <a:off x="-97101" y="2849334"/>
              <a:ext cx="984300" cy="405600"/>
            </a:xfrm>
            <a:prstGeom prst="straightConnector1">
              <a:avLst/>
            </a:prstGeom>
            <a:noFill/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7" name="Google Shape;427;p44"/>
            <p:cNvSpPr/>
            <p:nvPr/>
          </p:nvSpPr>
          <p:spPr>
            <a:xfrm rot="10800000">
              <a:off x="-175036" y="3210182"/>
              <a:ext cx="92400" cy="92400"/>
            </a:xfrm>
            <a:prstGeom prst="ellipse">
              <a:avLst/>
            </a:prstGeom>
            <a:solidFill>
              <a:srgbClr val="A86FEF"/>
            </a:solidFill>
            <a:ln cap="flat" cmpd="sng" w="38100">
              <a:solidFill>
                <a:srgbClr val="A86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8" name="Google Shape;428;p44"/>
          <p:cNvSpPr txBox="1"/>
          <p:nvPr/>
        </p:nvSpPr>
        <p:spPr>
          <a:xfrm>
            <a:off x="3497237" y="4013875"/>
            <a:ext cx="20631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100"/>
              </a:spcAft>
              <a:buNone/>
            </a:pP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Poppins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Semi Bold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Size 14 </a:t>
            </a:r>
            <a:endParaRPr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9" name="Google Shape;429;p44"/>
          <p:cNvSpPr txBox="1"/>
          <p:nvPr/>
        </p:nvSpPr>
        <p:spPr>
          <a:xfrm>
            <a:off x="6345075" y="3991025"/>
            <a:ext cx="20631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100"/>
              </a:spcAft>
              <a:buNone/>
            </a:pP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Poppins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Semi Bold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Size 14 </a:t>
            </a:r>
            <a:endParaRPr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9164475" y="4013875"/>
            <a:ext cx="20631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100"/>
              </a:spcAft>
              <a:buNone/>
            </a:pP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Poppins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Semi Bold </a:t>
            </a:r>
            <a:b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Size 14 </a:t>
            </a:r>
            <a:endParaRPr>
              <a:solidFill>
                <a:srgbClr val="0E1A53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idx="12" type="sldNum"/>
          </p:nvPr>
        </p:nvSpPr>
        <p:spPr>
          <a:xfrm>
            <a:off x="10661090" y="6492900"/>
            <a:ext cx="153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/>
              <a:t>‹#›</a:t>
            </a:fld>
            <a:endParaRPr sz="1100"/>
          </a:p>
        </p:txBody>
      </p:sp>
      <p:sp>
        <p:nvSpPr>
          <p:cNvPr id="437" name="Google Shape;437;p45"/>
          <p:cNvSpPr/>
          <p:nvPr/>
        </p:nvSpPr>
        <p:spPr>
          <a:xfrm>
            <a:off x="2727301" y="5087998"/>
            <a:ext cx="2245800" cy="1404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5"/>
          <p:cNvSpPr/>
          <p:nvPr/>
        </p:nvSpPr>
        <p:spPr>
          <a:xfrm>
            <a:off x="7461467" y="5164198"/>
            <a:ext cx="2245800" cy="1404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5"/>
          <p:cNvSpPr txBox="1"/>
          <p:nvPr/>
        </p:nvSpPr>
        <p:spPr>
          <a:xfrm>
            <a:off x="2917230" y="5504141"/>
            <a:ext cx="186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Call out Text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45"/>
          <p:cNvSpPr/>
          <p:nvPr/>
        </p:nvSpPr>
        <p:spPr>
          <a:xfrm>
            <a:off x="5123575" y="2773596"/>
            <a:ext cx="2245800" cy="1404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5"/>
          <p:cNvSpPr txBox="1"/>
          <p:nvPr/>
        </p:nvSpPr>
        <p:spPr>
          <a:xfrm>
            <a:off x="5239350" y="3189738"/>
            <a:ext cx="186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Call out Text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45"/>
          <p:cNvSpPr txBox="1"/>
          <p:nvPr/>
        </p:nvSpPr>
        <p:spPr>
          <a:xfrm>
            <a:off x="7651396" y="5580341"/>
            <a:ext cx="186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Call out Text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45"/>
          <p:cNvSpPr txBox="1"/>
          <p:nvPr>
            <p:ph idx="4294967295" type="title"/>
          </p:nvPr>
        </p:nvSpPr>
        <p:spPr>
          <a:xfrm>
            <a:off x="1049550" y="277003"/>
            <a:ext cx="10092900" cy="862800"/>
          </a:xfrm>
          <a:prstGeom prst="rect">
            <a:avLst/>
          </a:prstGeom>
          <a:noFill/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here</a:t>
            </a:r>
            <a:endParaRPr/>
          </a:p>
        </p:txBody>
      </p:sp>
      <p:sp>
        <p:nvSpPr>
          <p:cNvPr id="444" name="Google Shape;444;p45"/>
          <p:cNvSpPr/>
          <p:nvPr/>
        </p:nvSpPr>
        <p:spPr>
          <a:xfrm>
            <a:off x="2983650" y="4178750"/>
            <a:ext cx="1733100" cy="461700"/>
          </a:xfrm>
          <a:prstGeom prst="roundRect">
            <a:avLst>
              <a:gd fmla="val 16667" name="adj"/>
            </a:avLst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5"/>
          <p:cNvSpPr/>
          <p:nvPr/>
        </p:nvSpPr>
        <p:spPr>
          <a:xfrm>
            <a:off x="5379925" y="1784000"/>
            <a:ext cx="1733100" cy="461700"/>
          </a:xfrm>
          <a:prstGeom prst="roundRect">
            <a:avLst>
              <a:gd fmla="val 16667" name="adj"/>
            </a:avLst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5"/>
          <p:cNvSpPr/>
          <p:nvPr/>
        </p:nvSpPr>
        <p:spPr>
          <a:xfrm>
            <a:off x="7707800" y="4254950"/>
            <a:ext cx="1733100" cy="461700"/>
          </a:xfrm>
          <a:prstGeom prst="roundRect">
            <a:avLst>
              <a:gd fmla="val 16667" name="adj"/>
            </a:avLst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5"/>
          <p:cNvSpPr/>
          <p:nvPr/>
        </p:nvSpPr>
        <p:spPr>
          <a:xfrm>
            <a:off x="1049425" y="2225275"/>
            <a:ext cx="2245800" cy="1404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8" name="Google Shape;448;p45"/>
          <p:cNvSpPr txBox="1"/>
          <p:nvPr/>
        </p:nvSpPr>
        <p:spPr>
          <a:xfrm>
            <a:off x="1239354" y="2641418"/>
            <a:ext cx="186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Call out Text</a:t>
            </a:r>
            <a:endParaRPr sz="130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9" name="Google Shape;449;p45"/>
          <p:cNvSpPr/>
          <p:nvPr/>
        </p:nvSpPr>
        <p:spPr>
          <a:xfrm>
            <a:off x="1305775" y="1274350"/>
            <a:ext cx="1733100" cy="461700"/>
          </a:xfrm>
          <a:prstGeom prst="roundRect">
            <a:avLst>
              <a:gd fmla="val 16667" name="adj"/>
            </a:avLst>
          </a:prstGeom>
          <a:solidFill>
            <a:srgbClr val="FF7E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45"/>
          <p:cNvCxnSpPr/>
          <p:nvPr/>
        </p:nvCxnSpPr>
        <p:spPr>
          <a:xfrm>
            <a:off x="2172200" y="1736050"/>
            <a:ext cx="0" cy="58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45"/>
          <p:cNvCxnSpPr/>
          <p:nvPr/>
        </p:nvCxnSpPr>
        <p:spPr>
          <a:xfrm>
            <a:off x="6246475" y="2256000"/>
            <a:ext cx="0" cy="58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52" name="Google Shape;452;p45"/>
          <p:cNvGrpSpPr/>
          <p:nvPr/>
        </p:nvGrpSpPr>
        <p:grpSpPr>
          <a:xfrm>
            <a:off x="9407192" y="1278975"/>
            <a:ext cx="2245800" cy="2346575"/>
            <a:chOff x="9407192" y="1278975"/>
            <a:chExt cx="2245800" cy="2346575"/>
          </a:xfrm>
        </p:grpSpPr>
        <p:sp>
          <p:nvSpPr>
            <p:cNvPr id="453" name="Google Shape;453;p45"/>
            <p:cNvSpPr/>
            <p:nvPr/>
          </p:nvSpPr>
          <p:spPr>
            <a:xfrm>
              <a:off x="9407192" y="2220650"/>
              <a:ext cx="2245800" cy="14049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5"/>
            <p:cNvSpPr txBox="1"/>
            <p:nvPr/>
          </p:nvSpPr>
          <p:spPr>
            <a:xfrm>
              <a:off x="9597121" y="2560593"/>
              <a:ext cx="18657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Call out Text</a:t>
              </a:r>
              <a:endParaRPr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55" name="Google Shape;455;p45"/>
            <p:cNvSpPr/>
            <p:nvPr/>
          </p:nvSpPr>
          <p:spPr>
            <a:xfrm>
              <a:off x="9663550" y="1278975"/>
              <a:ext cx="1733100" cy="461700"/>
            </a:xfrm>
            <a:prstGeom prst="roundRect">
              <a:avLst>
                <a:gd fmla="val 16667" name="adj"/>
              </a:avLst>
            </a:prstGeom>
            <a:solidFill>
              <a:srgbClr val="FF7E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6" name="Google Shape;456;p45"/>
            <p:cNvCxnSpPr/>
            <p:nvPr/>
          </p:nvCxnSpPr>
          <p:spPr>
            <a:xfrm>
              <a:off x="10529975" y="1704738"/>
              <a:ext cx="0" cy="581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457" name="Google Shape;457;p45"/>
          <p:cNvCxnSpPr/>
          <p:nvPr/>
        </p:nvCxnSpPr>
        <p:spPr>
          <a:xfrm>
            <a:off x="3829225" y="4633025"/>
            <a:ext cx="0" cy="58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5"/>
          <p:cNvCxnSpPr/>
          <p:nvPr/>
        </p:nvCxnSpPr>
        <p:spPr>
          <a:xfrm>
            <a:off x="8574225" y="4699575"/>
            <a:ext cx="0" cy="58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9" name="Google Shape;459;p45"/>
          <p:cNvSpPr txBox="1"/>
          <p:nvPr/>
        </p:nvSpPr>
        <p:spPr>
          <a:xfrm>
            <a:off x="1305775" y="1228900"/>
            <a:ext cx="16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Goes Here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45"/>
          <p:cNvSpPr txBox="1"/>
          <p:nvPr/>
        </p:nvSpPr>
        <p:spPr>
          <a:xfrm>
            <a:off x="5407525" y="1765300"/>
            <a:ext cx="16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Goes Here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9691150" y="1243600"/>
            <a:ext cx="16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Goes Here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2" name="Google Shape;462;p45"/>
          <p:cNvSpPr txBox="1"/>
          <p:nvPr/>
        </p:nvSpPr>
        <p:spPr>
          <a:xfrm>
            <a:off x="7735275" y="4224200"/>
            <a:ext cx="16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Goes Here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2990275" y="4148000"/>
            <a:ext cx="167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Goes Here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cona 2023 Colour Palette">
  <a:themeElements>
    <a:clrScheme name="Percona">
      <a:dk1>
        <a:srgbClr val="0E1A53"/>
      </a:dk1>
      <a:lt1>
        <a:srgbClr val="FFFFFF"/>
      </a:lt1>
      <a:dk2>
        <a:srgbClr val="0E1A53"/>
      </a:dk2>
      <a:lt2>
        <a:srgbClr val="F24500"/>
      </a:lt2>
      <a:accent1>
        <a:srgbClr val="FF7E1A"/>
      </a:accent1>
      <a:accent2>
        <a:srgbClr val="1486FF"/>
      </a:accent2>
      <a:accent3>
        <a:srgbClr val="F0B336"/>
      </a:accent3>
      <a:accent4>
        <a:srgbClr val="30D1B2"/>
      </a:accent4>
      <a:accent5>
        <a:srgbClr val="A86FEF"/>
      </a:accent5>
      <a:accent6>
        <a:srgbClr val="697793"/>
      </a:accent6>
      <a:hlink>
        <a:srgbClr val="1486FF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