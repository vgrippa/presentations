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9144000" cy="5143500" type="screen16x9"/>
  <p:notesSz cx="6858000" cy="9144000"/>
  <p:embeddedFontLst>
    <p:embeddedFont>
      <p:font typeface="Roboto" pitchFamily="2" charset="0"/>
      <p:regular r:id="rId41"/>
      <p:bold r:id="rId42"/>
      <p:italic r:id="rId43"/>
      <p:bold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8" roundtripDataSignature="AMtx7milOQnMtjco8zhmF0IF0iu/nj34b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61" d="100"/>
          <a:sy n="161" d="100"/>
        </p:scale>
        <p:origin x="784" y="20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2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4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3.fntdata"/><Relationship Id="rId48" Type="http://customschemas.google.com/relationships/presentationmetadata" Target="meta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15c40b0d71e_0_122:notes"/>
          <p:cNvSpPr txBox="1">
            <a:spLocks noGrp="1"/>
          </p:cNvSpPr>
          <p:nvPr>
            <p:ph type="body" idx="1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425" tIns="45425" rIns="45425" bIns="45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endParaRPr sz="700"/>
          </a:p>
        </p:txBody>
      </p:sp>
      <p:sp>
        <p:nvSpPr>
          <p:cNvPr id="327" name="Google Shape;327;g15c40b0d71e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43306" y="685415"/>
            <a:ext cx="2571900" cy="3429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15c40b0d71e_0_144:notes"/>
          <p:cNvSpPr txBox="1">
            <a:spLocks noGrp="1"/>
          </p:cNvSpPr>
          <p:nvPr>
            <p:ph type="body" idx="1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425" tIns="45425" rIns="45425" bIns="45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endParaRPr sz="700"/>
          </a:p>
        </p:txBody>
      </p:sp>
      <p:sp>
        <p:nvSpPr>
          <p:cNvPr id="333" name="Google Shape;333;g15c40b0d71e_0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43306" y="685415"/>
            <a:ext cx="2571900" cy="3429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15c40b0d71e_0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15c40b0d71e_0_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15c40b0d71e_0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5" name="Google Shape;345;g15c40b0d71e_0_1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MySQL Server 6.0.11-alpha was announced on 22 May 2009 as the last release of the 6.0 line.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Sun acquired MySQL for $1bn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By August 2009, Oracle got approval to acquire MySQL and beginning of 2010 it was officially acquired by Oracle for $7.4bn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15c40b0d71e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1" name="Google Shape;351;g15c40b0d71e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15c40b0d71e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7" name="Google Shape;357;g15c40b0d71e_0_1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15c40b0d71e_0_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3" name="Google Shape;363;g15c40b0d71e_0_1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Starting from the slowest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New versions support 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15c40b0d71e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1" name="Google Shape;371;g15c40b0d71e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15c40b0d71e_0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8" name="Google Shape;378;g15c40b0d71e_0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15c40b0d71e_0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4" name="Google Shape;384;g15c40b0d71e_0_1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15c40b0d71e_0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1" name="Google Shape;391;g15c40b0d71e_0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15c40b0d71e_0_2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7" name="Google Shape;397;g15c40b0d71e_0_2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15c40b0d71e_0_2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3" name="Google Shape;403;g15c40b0d71e_0_2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15c40b0d71e_0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9" name="Google Shape;409;g15c40b0d71e_0_2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15c40b0d71e_0_2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5" name="Google Shape;415;g15c40b0d71e_0_2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15c40b0d71e_0_2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2" name="Google Shape;422;g15c40b0d71e_0_2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15c40b0d71e_0_6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8" name="Google Shape;428;g15c40b0d71e_0_6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15c40b0d71e_0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4" name="Google Shape;434;g15c40b0d71e_0_2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15c40b0d71e_0_2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0" name="Google Shape;440;g15c40b0d71e_0_2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15c40b0d71e_0_2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6" name="Google Shape;446;g15c40b0d71e_0_2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15c40b0d71e_0_2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5" name="Google Shape;455;g15c40b0d71e_0_2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15c40b0d71e_0_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1" name="Google Shape;461;g15c40b0d71e_0_2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15c40b0d71e_0_2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7" name="Google Shape;467;g15c40b0d71e_0_2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15c40b0d71e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3" name="Google Shape;473;g15c40b0d71e_0_2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http://smalldatum.blogspot.com/2021/11/insert-benchmark-mysql-56-57-80-on.html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15c40b0d71e_0_2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9" name="Google Shape;479;g15c40b0d71e_0_2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15c40b0d71e_0_2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5" name="Google Shape;485;g15c40b0d71e_0_2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15c40b0d71e_0_2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2" name="Google Shape;492;g15c40b0d71e_0_2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15c40b0d71e_0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8" name="Google Shape;498;g15c40b0d71e_0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15c40b0d71e_0_3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4" name="Google Shape;504;g15c40b0d71e_0_3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15c40b0d71e_0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0" name="Google Shape;510;g15c40b0d71e_0_3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Super seds any explicit configurations for the first 3</a:t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15c40b0d71e_0_3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6" name="Google Shape;516;g15c40b0d71e_0_3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15c40b0d71e_0_3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2" name="Google Shape;522;g15c40b0d71e_0_3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Very similar to fsync( ), but doesn’t flush the inode block of the file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15c40b0d71e_0_3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8" name="Google Shape;528;g15c40b0d71e_0_3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Very similar to fsync( ), but doesn’t flush the inode block of the file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15c40b0d71e_0_3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4" name="Google Shape;534;g15c40b0d71e_0_3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15c40b0d71e_0_3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0" name="Google Shape;540;g15c40b0d71e_0_3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New queries will fail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Root user never disconnects</a:t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15c40b0d71e_0_3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6" name="Google Shape;546;g15c40b0d71e_0_3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New queries will fail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Root user never disconnects</a:t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15c40b0d71e_0_3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2" name="Google Shape;552;g15c40b0d71e_0_3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15c40b0d71e_0_3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15c40b0d71e_0_3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4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5.png"/><Relationship Id="rId7" Type="http://schemas.openxmlformats.org/officeDocument/2006/relationships/image" Target="../media/image31.pn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10" Type="http://schemas.openxmlformats.org/officeDocument/2006/relationships/image" Target="../media/image12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10" Type="http://schemas.openxmlformats.org/officeDocument/2006/relationships/image" Target="../media/image4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8.png"/><Relationship Id="rId7" Type="http://schemas.openxmlformats.org/officeDocument/2006/relationships/image" Target="../media/image8.png"/><Relationship Id="rId2" Type="http://schemas.openxmlformats.org/officeDocument/2006/relationships/image" Target="../media/image4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9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50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51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53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53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4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1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>
            <a:spLocks noGrp="1"/>
          </p:cNvSpPr>
          <p:nvPr>
            <p:ph type="subTitle" idx="1"/>
          </p:nvPr>
        </p:nvSpPr>
        <p:spPr>
          <a:xfrm>
            <a:off x="898225" y="4242125"/>
            <a:ext cx="2792700" cy="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7"/>
          <p:cNvSpPr txBox="1">
            <a:spLocks noGrp="1"/>
          </p:cNvSpPr>
          <p:nvPr>
            <p:ph type="title"/>
          </p:nvPr>
        </p:nvSpPr>
        <p:spPr>
          <a:xfrm>
            <a:off x="898225" y="2119150"/>
            <a:ext cx="5560800" cy="167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 b="1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 b="1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 b="1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 b="1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 b="1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 b="1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 b="1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 b="1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 b="1"/>
            </a:lvl9pPr>
          </a:lstStyle>
          <a:p>
            <a:endParaRPr/>
          </a:p>
        </p:txBody>
      </p:sp>
      <p:pic>
        <p:nvPicPr>
          <p:cNvPr id="14" name="Google Shape;14;p17" descr="Logo&#10;&#10;Description automatically generated with medium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226" y="1418504"/>
            <a:ext cx="1763316" cy="3151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2601" y="-170130"/>
            <a:ext cx="4804116" cy="53230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8">
  <p:cSld name="CUSTOM_23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46" descr="Ico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324402" y="0"/>
            <a:ext cx="28194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" name="Google Shape;18;p46"/>
          <p:cNvGrpSpPr/>
          <p:nvPr/>
        </p:nvGrpSpPr>
        <p:grpSpPr>
          <a:xfrm>
            <a:off x="713232" y="4554553"/>
            <a:ext cx="1069869" cy="184806"/>
            <a:chOff x="16784828" y="9591330"/>
            <a:chExt cx="2639046" cy="471804"/>
          </a:xfrm>
        </p:grpSpPr>
        <p:sp>
          <p:nvSpPr>
            <p:cNvPr id="19" name="Google Shape;19;p46"/>
            <p:cNvSpPr/>
            <p:nvPr/>
          </p:nvSpPr>
          <p:spPr>
            <a:xfrm>
              <a:off x="18852984" y="9746405"/>
              <a:ext cx="186055" cy="159384"/>
            </a:xfrm>
            <a:custGeom>
              <a:avLst/>
              <a:gdLst/>
              <a:ahLst/>
              <a:cxnLst/>
              <a:rect l="l" t="t" r="r" b="b"/>
              <a:pathLst>
                <a:path w="186055" h="159384" extrusionOk="0">
                  <a:moveTo>
                    <a:pt x="106629" y="142240"/>
                  </a:moveTo>
                  <a:lnTo>
                    <a:pt x="17818" y="142240"/>
                  </a:lnTo>
                  <a:lnTo>
                    <a:pt x="17818" y="0"/>
                  </a:lnTo>
                  <a:lnTo>
                    <a:pt x="0" y="0"/>
                  </a:lnTo>
                  <a:lnTo>
                    <a:pt x="0" y="142240"/>
                  </a:lnTo>
                  <a:lnTo>
                    <a:pt x="0" y="158750"/>
                  </a:lnTo>
                  <a:lnTo>
                    <a:pt x="106629" y="158750"/>
                  </a:lnTo>
                  <a:lnTo>
                    <a:pt x="106629" y="142240"/>
                  </a:lnTo>
                  <a:close/>
                </a:path>
                <a:path w="186055" h="159384" extrusionOk="0">
                  <a:moveTo>
                    <a:pt x="185978" y="215"/>
                  </a:moveTo>
                  <a:lnTo>
                    <a:pt x="168173" y="215"/>
                  </a:lnTo>
                  <a:lnTo>
                    <a:pt x="168173" y="158762"/>
                  </a:lnTo>
                  <a:lnTo>
                    <a:pt x="185978" y="158762"/>
                  </a:lnTo>
                  <a:lnTo>
                    <a:pt x="185978" y="215"/>
                  </a:lnTo>
                  <a:close/>
                </a:path>
              </a:pathLst>
            </a:custGeom>
            <a:solidFill>
              <a:srgbClr val="FFFFFF">
                <a:alpha val="62745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0" name="Google Shape;20;p4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9098690" y="9746615"/>
              <a:ext cx="151470" cy="1596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" name="Google Shape;21;p46"/>
            <p:cNvSpPr/>
            <p:nvPr/>
          </p:nvSpPr>
          <p:spPr>
            <a:xfrm>
              <a:off x="19308305" y="9746405"/>
              <a:ext cx="115569" cy="158750"/>
            </a:xfrm>
            <a:custGeom>
              <a:avLst/>
              <a:gdLst/>
              <a:ahLst/>
              <a:cxnLst/>
              <a:rect l="l" t="t" r="r" b="b"/>
              <a:pathLst>
                <a:path w="115569" h="158750" extrusionOk="0">
                  <a:moveTo>
                    <a:pt x="115189" y="142240"/>
                  </a:moveTo>
                  <a:lnTo>
                    <a:pt x="17792" y="142240"/>
                  </a:lnTo>
                  <a:lnTo>
                    <a:pt x="17792" y="86360"/>
                  </a:lnTo>
                  <a:lnTo>
                    <a:pt x="103911" y="86360"/>
                  </a:lnTo>
                  <a:lnTo>
                    <a:pt x="103911" y="71120"/>
                  </a:lnTo>
                  <a:lnTo>
                    <a:pt x="17792" y="71120"/>
                  </a:lnTo>
                  <a:lnTo>
                    <a:pt x="17792" y="16510"/>
                  </a:lnTo>
                  <a:lnTo>
                    <a:pt x="114058" y="16510"/>
                  </a:lnTo>
                  <a:lnTo>
                    <a:pt x="114058" y="0"/>
                  </a:lnTo>
                  <a:lnTo>
                    <a:pt x="0" y="0"/>
                  </a:lnTo>
                  <a:lnTo>
                    <a:pt x="0" y="16510"/>
                  </a:lnTo>
                  <a:lnTo>
                    <a:pt x="0" y="71120"/>
                  </a:lnTo>
                  <a:lnTo>
                    <a:pt x="0" y="86360"/>
                  </a:lnTo>
                  <a:lnTo>
                    <a:pt x="0" y="142240"/>
                  </a:lnTo>
                  <a:lnTo>
                    <a:pt x="0" y="158750"/>
                  </a:lnTo>
                  <a:lnTo>
                    <a:pt x="115189" y="158750"/>
                  </a:lnTo>
                  <a:lnTo>
                    <a:pt x="115189" y="142240"/>
                  </a:lnTo>
                  <a:close/>
                </a:path>
              </a:pathLst>
            </a:custGeom>
            <a:solidFill>
              <a:srgbClr val="FFFFFF">
                <a:alpha val="62745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22;p46"/>
            <p:cNvSpPr/>
            <p:nvPr/>
          </p:nvSpPr>
          <p:spPr>
            <a:xfrm>
              <a:off x="16784828" y="9591330"/>
              <a:ext cx="469265" cy="471804"/>
            </a:xfrm>
            <a:custGeom>
              <a:avLst/>
              <a:gdLst/>
              <a:ahLst/>
              <a:cxnLst/>
              <a:rect l="l" t="t" r="r" b="b"/>
              <a:pathLst>
                <a:path w="469265" h="471804" extrusionOk="0">
                  <a:moveTo>
                    <a:pt x="234476" y="0"/>
                  </a:moveTo>
                  <a:lnTo>
                    <a:pt x="187219" y="4786"/>
                  </a:lnTo>
                  <a:lnTo>
                    <a:pt x="143205" y="18513"/>
                  </a:lnTo>
                  <a:lnTo>
                    <a:pt x="103375" y="40234"/>
                  </a:lnTo>
                  <a:lnTo>
                    <a:pt x="68674" y="69002"/>
                  </a:lnTo>
                  <a:lnTo>
                    <a:pt x="40043" y="103869"/>
                  </a:lnTo>
                  <a:lnTo>
                    <a:pt x="18425" y="143888"/>
                  </a:lnTo>
                  <a:lnTo>
                    <a:pt x="4763" y="188112"/>
                  </a:lnTo>
                  <a:lnTo>
                    <a:pt x="0" y="235594"/>
                  </a:lnTo>
                  <a:lnTo>
                    <a:pt x="4647" y="282420"/>
                  </a:lnTo>
                  <a:lnTo>
                    <a:pt x="17983" y="326102"/>
                  </a:lnTo>
                  <a:lnTo>
                    <a:pt x="39094" y="365734"/>
                  </a:lnTo>
                  <a:lnTo>
                    <a:pt x="67069" y="400409"/>
                  </a:lnTo>
                  <a:lnTo>
                    <a:pt x="100994" y="429222"/>
                  </a:lnTo>
                  <a:lnTo>
                    <a:pt x="100994" y="235594"/>
                  </a:lnTo>
                  <a:lnTo>
                    <a:pt x="107812" y="193167"/>
                  </a:lnTo>
                  <a:lnTo>
                    <a:pt x="126785" y="156346"/>
                  </a:lnTo>
                  <a:lnTo>
                    <a:pt x="155699" y="127326"/>
                  </a:lnTo>
                  <a:lnTo>
                    <a:pt x="192334" y="108305"/>
                  </a:lnTo>
                  <a:lnTo>
                    <a:pt x="234476" y="101476"/>
                  </a:lnTo>
                  <a:lnTo>
                    <a:pt x="276617" y="108326"/>
                  </a:lnTo>
                  <a:lnTo>
                    <a:pt x="313253" y="127390"/>
                  </a:lnTo>
                  <a:lnTo>
                    <a:pt x="342166" y="156442"/>
                  </a:lnTo>
                  <a:lnTo>
                    <a:pt x="361140" y="193252"/>
                  </a:lnTo>
                  <a:lnTo>
                    <a:pt x="367957" y="235594"/>
                  </a:lnTo>
                  <a:lnTo>
                    <a:pt x="361140" y="278022"/>
                  </a:lnTo>
                  <a:lnTo>
                    <a:pt x="342166" y="314843"/>
                  </a:lnTo>
                  <a:lnTo>
                    <a:pt x="313253" y="343862"/>
                  </a:lnTo>
                  <a:lnTo>
                    <a:pt x="276617" y="362884"/>
                  </a:lnTo>
                  <a:lnTo>
                    <a:pt x="234476" y="369713"/>
                  </a:lnTo>
                  <a:lnTo>
                    <a:pt x="212597" y="367895"/>
                  </a:lnTo>
                  <a:lnTo>
                    <a:pt x="191879" y="362663"/>
                  </a:lnTo>
                  <a:lnTo>
                    <a:pt x="172569" y="354350"/>
                  </a:lnTo>
                  <a:lnTo>
                    <a:pt x="154917" y="343289"/>
                  </a:lnTo>
                  <a:lnTo>
                    <a:pt x="154917" y="457200"/>
                  </a:lnTo>
                  <a:lnTo>
                    <a:pt x="173843" y="463133"/>
                  </a:lnTo>
                  <a:lnTo>
                    <a:pt x="193453" y="467526"/>
                  </a:lnTo>
                  <a:lnTo>
                    <a:pt x="213685" y="470253"/>
                  </a:lnTo>
                  <a:lnTo>
                    <a:pt x="234476" y="471189"/>
                  </a:lnTo>
                  <a:lnTo>
                    <a:pt x="281732" y="466403"/>
                  </a:lnTo>
                  <a:lnTo>
                    <a:pt x="325747" y="452676"/>
                  </a:lnTo>
                  <a:lnTo>
                    <a:pt x="365576" y="430955"/>
                  </a:lnTo>
                  <a:lnTo>
                    <a:pt x="400277" y="402187"/>
                  </a:lnTo>
                  <a:lnTo>
                    <a:pt x="428908" y="367320"/>
                  </a:lnTo>
                  <a:lnTo>
                    <a:pt x="450526" y="327301"/>
                  </a:lnTo>
                  <a:lnTo>
                    <a:pt x="464188" y="283077"/>
                  </a:lnTo>
                  <a:lnTo>
                    <a:pt x="468952" y="235594"/>
                  </a:lnTo>
                  <a:lnTo>
                    <a:pt x="464188" y="188112"/>
                  </a:lnTo>
                  <a:lnTo>
                    <a:pt x="450526" y="143888"/>
                  </a:lnTo>
                  <a:lnTo>
                    <a:pt x="428908" y="103869"/>
                  </a:lnTo>
                  <a:lnTo>
                    <a:pt x="400277" y="69002"/>
                  </a:lnTo>
                  <a:lnTo>
                    <a:pt x="365576" y="40234"/>
                  </a:lnTo>
                  <a:lnTo>
                    <a:pt x="325747" y="18513"/>
                  </a:lnTo>
                  <a:lnTo>
                    <a:pt x="281732" y="4786"/>
                  </a:lnTo>
                  <a:lnTo>
                    <a:pt x="23447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3" name="Google Shape;23;p46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6941300" y="9748537"/>
              <a:ext cx="156022" cy="1567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" name="Google Shape;24;p46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7401650" y="9748087"/>
              <a:ext cx="124420" cy="1576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" name="Google Shape;25;p46"/>
            <p:cNvSpPr/>
            <p:nvPr/>
          </p:nvSpPr>
          <p:spPr>
            <a:xfrm>
              <a:off x="17601819" y="9748272"/>
              <a:ext cx="111759" cy="157479"/>
            </a:xfrm>
            <a:custGeom>
              <a:avLst/>
              <a:gdLst/>
              <a:ahLst/>
              <a:cxnLst/>
              <a:rect l="l" t="t" r="r" b="b"/>
              <a:pathLst>
                <a:path w="111759" h="157479" extrusionOk="0">
                  <a:moveTo>
                    <a:pt x="111379" y="128270"/>
                  </a:moveTo>
                  <a:lnTo>
                    <a:pt x="34912" y="128270"/>
                  </a:lnTo>
                  <a:lnTo>
                    <a:pt x="34912" y="92710"/>
                  </a:lnTo>
                  <a:lnTo>
                    <a:pt x="104533" y="92710"/>
                  </a:lnTo>
                  <a:lnTo>
                    <a:pt x="104533" y="62230"/>
                  </a:lnTo>
                  <a:lnTo>
                    <a:pt x="34912" y="62230"/>
                  </a:lnTo>
                  <a:lnTo>
                    <a:pt x="34912" y="29210"/>
                  </a:lnTo>
                  <a:lnTo>
                    <a:pt x="111163" y="29210"/>
                  </a:lnTo>
                  <a:lnTo>
                    <a:pt x="111163" y="0"/>
                  </a:lnTo>
                  <a:lnTo>
                    <a:pt x="0" y="0"/>
                  </a:lnTo>
                  <a:lnTo>
                    <a:pt x="0" y="29210"/>
                  </a:lnTo>
                  <a:lnTo>
                    <a:pt x="0" y="62230"/>
                  </a:lnTo>
                  <a:lnTo>
                    <a:pt x="0" y="92710"/>
                  </a:lnTo>
                  <a:lnTo>
                    <a:pt x="0" y="128270"/>
                  </a:lnTo>
                  <a:lnTo>
                    <a:pt x="0" y="157480"/>
                  </a:lnTo>
                  <a:lnTo>
                    <a:pt x="111379" y="157480"/>
                  </a:lnTo>
                  <a:lnTo>
                    <a:pt x="111379" y="12827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6" name="Google Shape;26;p46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7791465" y="9748087"/>
              <a:ext cx="131713" cy="1576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" name="Google Shape;27;p46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8206292" y="9744774"/>
              <a:ext cx="140552" cy="1640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" name="Google Shape;28;p46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8426181" y="9748087"/>
              <a:ext cx="129724" cy="1576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" name="Google Shape;29;p46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18632122" y="9748087"/>
              <a:ext cx="146740" cy="1576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" name="Google Shape;30;p46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17998306" y="9745224"/>
              <a:ext cx="134364" cy="16409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" name="Google Shape;31;p46"/>
          <p:cNvSpPr txBox="1">
            <a:spLocks noGrp="1"/>
          </p:cNvSpPr>
          <p:nvPr>
            <p:ph type="body" idx="1"/>
          </p:nvPr>
        </p:nvSpPr>
        <p:spPr>
          <a:xfrm>
            <a:off x="713232" y="2521150"/>
            <a:ext cx="5307600" cy="16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46"/>
          <p:cNvSpPr txBox="1">
            <a:spLocks noGrp="1"/>
          </p:cNvSpPr>
          <p:nvPr>
            <p:ph type="subTitle" idx="2"/>
          </p:nvPr>
        </p:nvSpPr>
        <p:spPr>
          <a:xfrm>
            <a:off x="713232" y="1765750"/>
            <a:ext cx="5284800" cy="9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11">
  <p:cSld name="CUSTOM_26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20" descr="A picture containing text, device, gaug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888671"/>
            <a:ext cx="9144000" cy="1274777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20"/>
          <p:cNvSpPr>
            <a:spLocks noGrp="1"/>
          </p:cNvSpPr>
          <p:nvPr>
            <p:ph type="pic" idx="2"/>
          </p:nvPr>
        </p:nvSpPr>
        <p:spPr>
          <a:xfrm>
            <a:off x="4572000" y="125"/>
            <a:ext cx="4572000" cy="51633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20"/>
          <p:cNvSpPr txBox="1">
            <a:spLocks noGrp="1"/>
          </p:cNvSpPr>
          <p:nvPr>
            <p:ph type="body" idx="1"/>
          </p:nvPr>
        </p:nvSpPr>
        <p:spPr>
          <a:xfrm>
            <a:off x="713225" y="1682950"/>
            <a:ext cx="3875400" cy="16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marL="914400" lvl="1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marL="1371600" lvl="2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marL="3200400" lvl="6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marL="3657600" lvl="7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marL="4114800" lvl="8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subTitle" idx="3"/>
          </p:nvPr>
        </p:nvSpPr>
        <p:spPr>
          <a:xfrm>
            <a:off x="713225" y="1079950"/>
            <a:ext cx="3858900" cy="2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38" name="Google Shape;38;p20" descr="Logo&#10;&#10;Description automatically generated with medium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3232" y="283464"/>
            <a:ext cx="1065645" cy="1904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6">
  <p:cSld name="CUSTOM_21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21" descr="Logo&#10;&#10;Description automatically generated with medium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07224" y="4553712"/>
            <a:ext cx="1065645" cy="190438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21"/>
          <p:cNvSpPr>
            <a:spLocks noGrp="1"/>
          </p:cNvSpPr>
          <p:nvPr>
            <p:ph type="pic" idx="2"/>
          </p:nvPr>
        </p:nvSpPr>
        <p:spPr>
          <a:xfrm>
            <a:off x="0" y="0"/>
            <a:ext cx="45717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Google Shape;42;p21"/>
          <p:cNvSpPr txBox="1">
            <a:spLocks noGrp="1"/>
          </p:cNvSpPr>
          <p:nvPr>
            <p:ph type="body" idx="1"/>
          </p:nvPr>
        </p:nvSpPr>
        <p:spPr>
          <a:xfrm>
            <a:off x="4904225" y="2902150"/>
            <a:ext cx="3875400" cy="16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marL="914400" lvl="1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marL="1371600" lvl="2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marL="3200400" lvl="6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marL="3657600" lvl="7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marL="4114800" lvl="8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subTitle" idx="3"/>
          </p:nvPr>
        </p:nvSpPr>
        <p:spPr>
          <a:xfrm>
            <a:off x="4904225" y="1765750"/>
            <a:ext cx="3858900" cy="9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 b="1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 b="1"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 b="1"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 b="1"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 b="1"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 b="1"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 b="1"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 b="1"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 b="1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5">
  <p:cSld name="CUSTOM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18" descr="Background patter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81"/>
            <a:ext cx="9143357" cy="5143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18" descr="A picture containing text, clipar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93505" y="4271226"/>
            <a:ext cx="1773742" cy="310561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18"/>
          <p:cNvSpPr txBox="1">
            <a:spLocks noGrp="1"/>
          </p:cNvSpPr>
          <p:nvPr>
            <p:ph type="title"/>
          </p:nvPr>
        </p:nvSpPr>
        <p:spPr>
          <a:xfrm>
            <a:off x="742775" y="2345700"/>
            <a:ext cx="7675200" cy="126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700"/>
              <a:buNone/>
              <a:defRPr sz="57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700"/>
              <a:buNone/>
              <a:defRPr sz="5700" b="1">
                <a:solidFill>
                  <a:schemeClr val="lt1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700"/>
              <a:buNone/>
              <a:defRPr sz="5700" b="1">
                <a:solidFill>
                  <a:schemeClr val="lt1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700"/>
              <a:buNone/>
              <a:defRPr sz="5700" b="1">
                <a:solidFill>
                  <a:schemeClr val="lt1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700"/>
              <a:buNone/>
              <a:defRPr sz="5700" b="1">
                <a:solidFill>
                  <a:schemeClr val="lt1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700"/>
              <a:buNone/>
              <a:defRPr sz="5700" b="1">
                <a:solidFill>
                  <a:schemeClr val="lt1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700"/>
              <a:buNone/>
              <a:defRPr sz="5700" b="1">
                <a:solidFill>
                  <a:schemeClr val="lt1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700"/>
              <a:buNone/>
              <a:defRPr sz="5700" b="1">
                <a:solidFill>
                  <a:schemeClr val="lt1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700"/>
              <a:buNone/>
              <a:defRPr sz="57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 1">
  <p:cSld name="CUSTOM_34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502601" y="-170130"/>
            <a:ext cx="4804116" cy="5323084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22"/>
          <p:cNvSpPr txBox="1">
            <a:spLocks noGrp="1"/>
          </p:cNvSpPr>
          <p:nvPr>
            <p:ph type="title"/>
          </p:nvPr>
        </p:nvSpPr>
        <p:spPr>
          <a:xfrm>
            <a:off x="713232" y="1890550"/>
            <a:ext cx="5560800" cy="167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 b="1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 b="1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 b="1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 b="1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 b="1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 b="1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 b="1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 b="1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 b="1"/>
            </a:lvl9pPr>
          </a:lstStyle>
          <a:p>
            <a:endParaRPr/>
          </a:p>
        </p:txBody>
      </p:sp>
      <p:pic>
        <p:nvPicPr>
          <p:cNvPr id="51" name="Google Shape;51;p22" descr="Logo&#10;&#10;Description automatically generated with medium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3233" y="4553712"/>
            <a:ext cx="1763316" cy="3151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7">
  <p:cSld name="CUSTOM_22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2002969" y="0"/>
            <a:ext cx="4769647" cy="5284888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19" descr="Logo&#10;&#10;Description automatically generated with medium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07224" y="4553712"/>
            <a:ext cx="1065645" cy="190438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9"/>
          <p:cNvSpPr txBox="1">
            <a:spLocks noGrp="1"/>
          </p:cNvSpPr>
          <p:nvPr>
            <p:ph type="body" idx="1"/>
          </p:nvPr>
        </p:nvSpPr>
        <p:spPr>
          <a:xfrm>
            <a:off x="3472125" y="2521150"/>
            <a:ext cx="5307600" cy="16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marL="914400" lvl="1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marL="1371600" lvl="2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marL="3200400" lvl="6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marL="3657600" lvl="7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marL="4114800" lvl="8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subTitle" idx="2"/>
          </p:nvPr>
        </p:nvSpPr>
        <p:spPr>
          <a:xfrm>
            <a:off x="3472125" y="1765750"/>
            <a:ext cx="5284800" cy="9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 b="1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 b="1"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 b="1"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 b="1"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 b="1"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 b="1"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 b="1"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 b="1"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 b="1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4">
  <p:cSld name="OBJECT_1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23" descr="Ico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324402" y="0"/>
            <a:ext cx="28194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23" descr="A picture containing text, clipar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8226" y="1424885"/>
            <a:ext cx="1763317" cy="308736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23"/>
          <p:cNvSpPr txBox="1">
            <a:spLocks noGrp="1"/>
          </p:cNvSpPr>
          <p:nvPr>
            <p:ph type="subTitle" idx="1"/>
          </p:nvPr>
        </p:nvSpPr>
        <p:spPr>
          <a:xfrm>
            <a:off x="898225" y="4242125"/>
            <a:ext cx="2792700" cy="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" name="Google Shape;61;p23"/>
          <p:cNvSpPr txBox="1">
            <a:spLocks noGrp="1"/>
          </p:cNvSpPr>
          <p:nvPr>
            <p:ph type="title"/>
          </p:nvPr>
        </p:nvSpPr>
        <p:spPr>
          <a:xfrm>
            <a:off x="898225" y="2119150"/>
            <a:ext cx="5560800" cy="167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700"/>
              <a:buNone/>
              <a:defRPr sz="57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700"/>
              <a:buNone/>
              <a:defRPr sz="5700" b="1">
                <a:solidFill>
                  <a:schemeClr val="lt1"/>
                </a:solidFill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700"/>
              <a:buNone/>
              <a:defRPr sz="5700" b="1">
                <a:solidFill>
                  <a:schemeClr val="lt1"/>
                </a:solidFill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700"/>
              <a:buNone/>
              <a:defRPr sz="5700" b="1">
                <a:solidFill>
                  <a:schemeClr val="lt1"/>
                </a:solidFill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700"/>
              <a:buNone/>
              <a:defRPr sz="5700" b="1">
                <a:solidFill>
                  <a:schemeClr val="lt1"/>
                </a:solidFill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700"/>
              <a:buNone/>
              <a:defRPr sz="5700" b="1">
                <a:solidFill>
                  <a:schemeClr val="lt1"/>
                </a:solidFill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700"/>
              <a:buNone/>
              <a:defRPr sz="5700" b="1">
                <a:solidFill>
                  <a:schemeClr val="lt1"/>
                </a:solidFill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700"/>
              <a:buNone/>
              <a:defRPr sz="5700" b="1">
                <a:solidFill>
                  <a:schemeClr val="lt1"/>
                </a:solidFill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700"/>
              <a:buNone/>
              <a:defRPr sz="57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2">
  <p:cSld name="OBJECT_2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965593" y="0"/>
            <a:ext cx="4730612" cy="524163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24"/>
          <p:cNvSpPr txBox="1">
            <a:spLocks noGrp="1"/>
          </p:cNvSpPr>
          <p:nvPr>
            <p:ph type="subTitle" idx="1"/>
          </p:nvPr>
        </p:nvSpPr>
        <p:spPr>
          <a:xfrm>
            <a:off x="3666750" y="4394525"/>
            <a:ext cx="2728800" cy="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title"/>
          </p:nvPr>
        </p:nvSpPr>
        <p:spPr>
          <a:xfrm>
            <a:off x="3666750" y="2119150"/>
            <a:ext cx="5226900" cy="167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 b="1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 b="1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 b="1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 b="1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 b="1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 b="1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 b="1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 b="1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 b="1"/>
            </a:lvl9pPr>
          </a:lstStyle>
          <a:p>
            <a:endParaRPr/>
          </a:p>
        </p:txBody>
      </p:sp>
      <p:pic>
        <p:nvPicPr>
          <p:cNvPr id="66" name="Google Shape;66;p24" descr="Logo&#10;&#10;Description automatically generated with medium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15984" y="1434735"/>
            <a:ext cx="1751353" cy="3129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3">
  <p:cSld name="OBJECT_2_1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25" descr="A picture containing text, clipart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81073" y="1462764"/>
            <a:ext cx="1581743" cy="276944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25"/>
          <p:cNvSpPr txBox="1">
            <a:spLocks noGrp="1"/>
          </p:cNvSpPr>
          <p:nvPr>
            <p:ph type="subTitle" idx="1"/>
          </p:nvPr>
        </p:nvSpPr>
        <p:spPr>
          <a:xfrm>
            <a:off x="3666750" y="4394525"/>
            <a:ext cx="2728800" cy="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0" name="Google Shape;70;p25"/>
          <p:cNvSpPr txBox="1">
            <a:spLocks noGrp="1"/>
          </p:cNvSpPr>
          <p:nvPr>
            <p:ph type="title"/>
          </p:nvPr>
        </p:nvSpPr>
        <p:spPr>
          <a:xfrm>
            <a:off x="3666750" y="2119150"/>
            <a:ext cx="5226900" cy="167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700"/>
              <a:buNone/>
              <a:defRPr sz="57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700"/>
              <a:buNone/>
              <a:defRPr sz="5700" b="1">
                <a:solidFill>
                  <a:schemeClr val="lt1"/>
                </a:solidFill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700"/>
              <a:buNone/>
              <a:defRPr sz="5700" b="1">
                <a:solidFill>
                  <a:schemeClr val="lt1"/>
                </a:solidFill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700"/>
              <a:buNone/>
              <a:defRPr sz="5700" b="1">
                <a:solidFill>
                  <a:schemeClr val="lt1"/>
                </a:solidFill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700"/>
              <a:buNone/>
              <a:defRPr sz="5700" b="1">
                <a:solidFill>
                  <a:schemeClr val="lt1"/>
                </a:solidFill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700"/>
              <a:buNone/>
              <a:defRPr sz="5700" b="1">
                <a:solidFill>
                  <a:schemeClr val="lt1"/>
                </a:solidFill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700"/>
              <a:buNone/>
              <a:defRPr sz="5700" b="1">
                <a:solidFill>
                  <a:schemeClr val="lt1"/>
                </a:solidFill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700"/>
              <a:buNone/>
              <a:defRPr sz="5700" b="1">
                <a:solidFill>
                  <a:schemeClr val="lt1"/>
                </a:solidFill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700"/>
              <a:buNone/>
              <a:defRPr sz="57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71" name="Google Shape;71;p25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4596" y="0"/>
            <a:ext cx="2947988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6">
  <p:cSld name="CUSTOM_1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26"/>
          <p:cNvPicPr preferRelativeResize="0"/>
          <p:nvPr/>
        </p:nvPicPr>
        <p:blipFill rotWithShape="1">
          <a:blip r:embed="rId2">
            <a:alphaModFix amt="17000"/>
          </a:blip>
          <a:srcRect t="6416" b="3590"/>
          <a:stretch/>
        </p:blipFill>
        <p:spPr>
          <a:xfrm>
            <a:off x="0" y="0"/>
            <a:ext cx="9144003" cy="5143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26" descr="Background patter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00" y="6"/>
            <a:ext cx="9143357" cy="5143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26" descr="A picture containing text, clipar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93505" y="4271226"/>
            <a:ext cx="1773742" cy="310561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26"/>
          <p:cNvSpPr txBox="1">
            <a:spLocks noGrp="1"/>
          </p:cNvSpPr>
          <p:nvPr>
            <p:ph type="title"/>
          </p:nvPr>
        </p:nvSpPr>
        <p:spPr>
          <a:xfrm>
            <a:off x="742775" y="2345700"/>
            <a:ext cx="7675200" cy="126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700"/>
              <a:buNone/>
              <a:defRPr sz="57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700"/>
              <a:buNone/>
              <a:defRPr sz="5700" b="1">
                <a:solidFill>
                  <a:schemeClr val="lt1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700"/>
              <a:buNone/>
              <a:defRPr sz="5700" b="1">
                <a:solidFill>
                  <a:schemeClr val="lt1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700"/>
              <a:buNone/>
              <a:defRPr sz="5700" b="1">
                <a:solidFill>
                  <a:schemeClr val="lt1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700"/>
              <a:buNone/>
              <a:defRPr sz="5700" b="1">
                <a:solidFill>
                  <a:schemeClr val="lt1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700"/>
              <a:buNone/>
              <a:defRPr sz="5700" b="1">
                <a:solidFill>
                  <a:schemeClr val="lt1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700"/>
              <a:buNone/>
              <a:defRPr sz="5700" b="1">
                <a:solidFill>
                  <a:schemeClr val="lt1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700"/>
              <a:buNone/>
              <a:defRPr sz="5700" b="1">
                <a:solidFill>
                  <a:schemeClr val="lt1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700"/>
              <a:buNone/>
              <a:defRPr sz="57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7">
  <p:cSld name="CUSTOM_2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409950" y="0"/>
            <a:ext cx="5733646" cy="5143138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27"/>
          <p:cNvSpPr/>
          <p:nvPr/>
        </p:nvSpPr>
        <p:spPr>
          <a:xfrm>
            <a:off x="882988" y="876419"/>
            <a:ext cx="2534700" cy="3390600"/>
          </a:xfrm>
          <a:prstGeom prst="rect">
            <a:avLst/>
          </a:prstGeom>
          <a:gradFill>
            <a:gsLst>
              <a:gs pos="0">
                <a:srgbClr val="EC5428"/>
              </a:gs>
              <a:gs pos="58999">
                <a:srgbClr val="E64455"/>
              </a:gs>
              <a:gs pos="100000">
                <a:srgbClr val="E13681"/>
              </a:gs>
            </a:gsLst>
            <a:lin ang="3600008" scaled="0"/>
          </a:gradFill>
          <a:ln>
            <a:noFill/>
          </a:ln>
        </p:spPr>
        <p:txBody>
          <a:bodyPr spcFirstLastPara="1" wrap="square" lIns="41575" tIns="20775" rIns="41575" bIns="207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endParaRPr sz="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" name="Google Shape;80;p27"/>
          <p:cNvPicPr preferRelativeResize="0"/>
          <p:nvPr/>
        </p:nvPicPr>
        <p:blipFill rotWithShape="1">
          <a:blip r:embed="rId3">
            <a:alphaModFix amt="79000"/>
          </a:blip>
          <a:srcRect/>
          <a:stretch/>
        </p:blipFill>
        <p:spPr>
          <a:xfrm>
            <a:off x="890587" y="876419"/>
            <a:ext cx="7362306" cy="3390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27" descr="A picture containing text, clipar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9570" y="3685460"/>
            <a:ext cx="1488024" cy="260535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27"/>
          <p:cNvSpPr txBox="1">
            <a:spLocks noGrp="1"/>
          </p:cNvSpPr>
          <p:nvPr>
            <p:ph type="title"/>
          </p:nvPr>
        </p:nvSpPr>
        <p:spPr>
          <a:xfrm>
            <a:off x="1455700" y="1941000"/>
            <a:ext cx="5510100" cy="126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700"/>
              <a:buNone/>
              <a:defRPr sz="57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700"/>
              <a:buNone/>
              <a:defRPr sz="5700" b="1">
                <a:solidFill>
                  <a:schemeClr val="lt1"/>
                </a:solidFill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700"/>
              <a:buNone/>
              <a:defRPr sz="5700" b="1">
                <a:solidFill>
                  <a:schemeClr val="lt1"/>
                </a:solidFill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700"/>
              <a:buNone/>
              <a:defRPr sz="5700" b="1">
                <a:solidFill>
                  <a:schemeClr val="lt1"/>
                </a:solidFill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700"/>
              <a:buNone/>
              <a:defRPr sz="5700" b="1">
                <a:solidFill>
                  <a:schemeClr val="lt1"/>
                </a:solidFill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700"/>
              <a:buNone/>
              <a:defRPr sz="5700" b="1">
                <a:solidFill>
                  <a:schemeClr val="lt1"/>
                </a:solidFill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700"/>
              <a:buNone/>
              <a:defRPr sz="5700" b="1">
                <a:solidFill>
                  <a:schemeClr val="lt1"/>
                </a:solidFill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700"/>
              <a:buNone/>
              <a:defRPr sz="5700" b="1">
                <a:solidFill>
                  <a:schemeClr val="lt1"/>
                </a:solidFill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700"/>
              <a:buNone/>
              <a:defRPr sz="57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CUSTOM_3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8"/>
          <p:cNvSpPr>
            <a:spLocks noGrp="1"/>
          </p:cNvSpPr>
          <p:nvPr>
            <p:ph type="pic" idx="2"/>
          </p:nvPr>
        </p:nvSpPr>
        <p:spPr>
          <a:xfrm>
            <a:off x="2862875" y="-50"/>
            <a:ext cx="6281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85" name="Google Shape;85;p28"/>
          <p:cNvSpPr/>
          <p:nvPr/>
        </p:nvSpPr>
        <p:spPr>
          <a:xfrm>
            <a:off x="919162" y="1352816"/>
            <a:ext cx="4067100" cy="2433600"/>
          </a:xfrm>
          <a:prstGeom prst="rect">
            <a:avLst/>
          </a:prstGeom>
          <a:gradFill>
            <a:gsLst>
              <a:gs pos="0">
                <a:srgbClr val="EC5428"/>
              </a:gs>
              <a:gs pos="58999">
                <a:srgbClr val="E64455"/>
              </a:gs>
              <a:gs pos="100000">
                <a:srgbClr val="E13681"/>
              </a:gs>
            </a:gsLst>
            <a:lin ang="3600008" scaled="0"/>
          </a:gradFill>
          <a:ln>
            <a:noFill/>
          </a:ln>
        </p:spPr>
        <p:txBody>
          <a:bodyPr spcFirstLastPara="1" wrap="square" lIns="41575" tIns="20775" rIns="41575" bIns="207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endParaRPr sz="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6" name="Google Shape;86;p28" descr="Logo&#10;&#10;Description automatically generated with medium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39879" y="4673266"/>
            <a:ext cx="1251424" cy="223638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28"/>
          <p:cNvSpPr txBox="1">
            <a:spLocks noGrp="1"/>
          </p:cNvSpPr>
          <p:nvPr>
            <p:ph type="title"/>
          </p:nvPr>
        </p:nvSpPr>
        <p:spPr>
          <a:xfrm>
            <a:off x="1455700" y="1941000"/>
            <a:ext cx="5510100" cy="126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700"/>
              <a:buNone/>
              <a:defRPr sz="57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700"/>
              <a:buNone/>
              <a:defRPr sz="5700" b="1">
                <a:solidFill>
                  <a:schemeClr val="lt1"/>
                </a:solidFill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700"/>
              <a:buNone/>
              <a:defRPr sz="5700" b="1">
                <a:solidFill>
                  <a:schemeClr val="lt1"/>
                </a:solidFill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700"/>
              <a:buNone/>
              <a:defRPr sz="5700" b="1">
                <a:solidFill>
                  <a:schemeClr val="lt1"/>
                </a:solidFill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700"/>
              <a:buNone/>
              <a:defRPr sz="5700" b="1">
                <a:solidFill>
                  <a:schemeClr val="lt1"/>
                </a:solidFill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700"/>
              <a:buNone/>
              <a:defRPr sz="5700" b="1">
                <a:solidFill>
                  <a:schemeClr val="lt1"/>
                </a:solidFill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700"/>
              <a:buNone/>
              <a:defRPr sz="5700" b="1">
                <a:solidFill>
                  <a:schemeClr val="lt1"/>
                </a:solidFill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700"/>
              <a:buNone/>
              <a:defRPr sz="5700" b="1">
                <a:solidFill>
                  <a:schemeClr val="lt1"/>
                </a:solidFill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700"/>
              <a:buNone/>
              <a:defRPr sz="57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CUSTOM_4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9"/>
          <p:cNvSpPr>
            <a:spLocks noGrp="1"/>
          </p:cNvSpPr>
          <p:nvPr>
            <p:ph type="pic" idx="2"/>
          </p:nvPr>
        </p:nvSpPr>
        <p:spPr>
          <a:xfrm>
            <a:off x="1497125" y="1509625"/>
            <a:ext cx="7657500" cy="3638400"/>
          </a:xfrm>
          <a:prstGeom prst="rect">
            <a:avLst/>
          </a:prstGeom>
          <a:noFill/>
          <a:ln>
            <a:noFill/>
          </a:ln>
        </p:spPr>
      </p:sp>
      <p:pic>
        <p:nvPicPr>
          <p:cNvPr id="90" name="Google Shape;90;p29" descr="Logo&#10;&#10;Description automatically generated with medium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448634" y="284466"/>
            <a:ext cx="1251424" cy="22363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29"/>
          <p:cNvSpPr txBox="1">
            <a:spLocks noGrp="1"/>
          </p:cNvSpPr>
          <p:nvPr>
            <p:ph type="title"/>
          </p:nvPr>
        </p:nvSpPr>
        <p:spPr>
          <a:xfrm>
            <a:off x="713232" y="935900"/>
            <a:ext cx="5852700" cy="167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 b="1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 b="1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 b="1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 b="1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 b="1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 b="1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 b="1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 b="1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 b="1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CUSTOM_5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358" cy="2647764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30"/>
          <p:cNvSpPr txBox="1">
            <a:spLocks noGrp="1"/>
          </p:cNvSpPr>
          <p:nvPr>
            <p:ph type="title"/>
          </p:nvPr>
        </p:nvSpPr>
        <p:spPr>
          <a:xfrm>
            <a:off x="713232" y="1883664"/>
            <a:ext cx="6585900" cy="7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 b="1">
                <a:solidFill>
                  <a:schemeClr val="lt1"/>
                </a:solidFill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 b="1">
                <a:solidFill>
                  <a:schemeClr val="lt1"/>
                </a:solidFill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 b="1">
                <a:solidFill>
                  <a:schemeClr val="lt1"/>
                </a:solidFill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 b="1">
                <a:solidFill>
                  <a:schemeClr val="lt1"/>
                </a:solidFill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 b="1">
                <a:solidFill>
                  <a:schemeClr val="lt1"/>
                </a:solidFill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 b="1">
                <a:solidFill>
                  <a:schemeClr val="lt1"/>
                </a:solidFill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 b="1">
                <a:solidFill>
                  <a:schemeClr val="lt1"/>
                </a:solidFill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5" name="Google Shape;95;p30"/>
          <p:cNvSpPr txBox="1">
            <a:spLocks noGrp="1"/>
          </p:cNvSpPr>
          <p:nvPr>
            <p:ph type="title" idx="2"/>
          </p:nvPr>
        </p:nvSpPr>
        <p:spPr>
          <a:xfrm>
            <a:off x="713232" y="2714400"/>
            <a:ext cx="6585900" cy="7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13581"/>
              </a:buClr>
              <a:buSzPts val="8000"/>
              <a:buNone/>
              <a:defRPr sz="8000" b="1">
                <a:solidFill>
                  <a:srgbClr val="E1358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13581"/>
              </a:buClr>
              <a:buSzPts val="8000"/>
              <a:buNone/>
              <a:defRPr sz="8000" b="1">
                <a:solidFill>
                  <a:srgbClr val="E13581"/>
                </a:solidFill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13581"/>
              </a:buClr>
              <a:buSzPts val="8000"/>
              <a:buNone/>
              <a:defRPr sz="8000" b="1">
                <a:solidFill>
                  <a:srgbClr val="E13581"/>
                </a:solidFill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13581"/>
              </a:buClr>
              <a:buSzPts val="8000"/>
              <a:buNone/>
              <a:defRPr sz="8000" b="1">
                <a:solidFill>
                  <a:srgbClr val="E13581"/>
                </a:solidFill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13581"/>
              </a:buClr>
              <a:buSzPts val="8000"/>
              <a:buNone/>
              <a:defRPr sz="8000" b="1">
                <a:solidFill>
                  <a:srgbClr val="E13581"/>
                </a:solidFill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13581"/>
              </a:buClr>
              <a:buSzPts val="8000"/>
              <a:buNone/>
              <a:defRPr sz="8000" b="1">
                <a:solidFill>
                  <a:srgbClr val="E13581"/>
                </a:solidFill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13581"/>
              </a:buClr>
              <a:buSzPts val="8000"/>
              <a:buNone/>
              <a:defRPr sz="8000" b="1">
                <a:solidFill>
                  <a:srgbClr val="E13581"/>
                </a:solidFill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13581"/>
              </a:buClr>
              <a:buSzPts val="8000"/>
              <a:buNone/>
              <a:defRPr sz="8000" b="1">
                <a:solidFill>
                  <a:srgbClr val="E13581"/>
                </a:solidFill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13581"/>
              </a:buClr>
              <a:buSzPts val="8000"/>
              <a:buNone/>
              <a:defRPr sz="8000" b="1">
                <a:solidFill>
                  <a:srgbClr val="E13581"/>
                </a:solidFill>
              </a:defRPr>
            </a:lvl9pPr>
          </a:lstStyle>
          <a:p>
            <a:endParaRPr/>
          </a:p>
        </p:txBody>
      </p:sp>
      <p:pic>
        <p:nvPicPr>
          <p:cNvPr id="96" name="Google Shape;96;p30" descr="Logo&#10;&#10;Description automatically generated with medium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3232" y="4501522"/>
            <a:ext cx="1251424" cy="223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CUSTOM_6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85900" y="1504844"/>
            <a:ext cx="7657562" cy="363829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9" name="Google Shape;99;p31"/>
          <p:cNvGrpSpPr/>
          <p:nvPr/>
        </p:nvGrpSpPr>
        <p:grpSpPr>
          <a:xfrm>
            <a:off x="7505162" y="4557386"/>
            <a:ext cx="1200238" cy="214576"/>
            <a:chOff x="16502115" y="10020637"/>
            <a:chExt cx="2639045" cy="471804"/>
          </a:xfrm>
        </p:grpSpPr>
        <p:sp>
          <p:nvSpPr>
            <p:cNvPr id="100" name="Google Shape;100;p31"/>
            <p:cNvSpPr/>
            <p:nvPr/>
          </p:nvSpPr>
          <p:spPr>
            <a:xfrm>
              <a:off x="18570270" y="10175715"/>
              <a:ext cx="186055" cy="158750"/>
            </a:xfrm>
            <a:custGeom>
              <a:avLst/>
              <a:gdLst/>
              <a:ahLst/>
              <a:cxnLst/>
              <a:rect l="l" t="t" r="r" b="b"/>
              <a:pathLst>
                <a:path w="186055" h="158750" extrusionOk="0">
                  <a:moveTo>
                    <a:pt x="106629" y="142240"/>
                  </a:moveTo>
                  <a:lnTo>
                    <a:pt x="17818" y="142240"/>
                  </a:lnTo>
                  <a:lnTo>
                    <a:pt x="17818" y="0"/>
                  </a:lnTo>
                  <a:lnTo>
                    <a:pt x="0" y="0"/>
                  </a:lnTo>
                  <a:lnTo>
                    <a:pt x="0" y="142240"/>
                  </a:lnTo>
                  <a:lnTo>
                    <a:pt x="0" y="158750"/>
                  </a:lnTo>
                  <a:lnTo>
                    <a:pt x="106629" y="158750"/>
                  </a:lnTo>
                  <a:lnTo>
                    <a:pt x="106629" y="142240"/>
                  </a:lnTo>
                  <a:close/>
                </a:path>
                <a:path w="186055" h="158750" extrusionOk="0">
                  <a:moveTo>
                    <a:pt x="185978" y="203"/>
                  </a:moveTo>
                  <a:lnTo>
                    <a:pt x="168173" y="203"/>
                  </a:lnTo>
                  <a:lnTo>
                    <a:pt x="168173" y="158750"/>
                  </a:lnTo>
                  <a:lnTo>
                    <a:pt x="185978" y="158750"/>
                  </a:lnTo>
                  <a:lnTo>
                    <a:pt x="185978" y="203"/>
                  </a:lnTo>
                  <a:close/>
                </a:path>
              </a:pathLst>
            </a:custGeom>
            <a:solidFill>
              <a:srgbClr val="FFFFFF">
                <a:alpha val="62745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1" name="Google Shape;101;p3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8815976" y="10175911"/>
              <a:ext cx="151470" cy="1596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" name="Google Shape;102;p31"/>
            <p:cNvSpPr/>
            <p:nvPr/>
          </p:nvSpPr>
          <p:spPr>
            <a:xfrm>
              <a:off x="19025591" y="10175715"/>
              <a:ext cx="115569" cy="158750"/>
            </a:xfrm>
            <a:custGeom>
              <a:avLst/>
              <a:gdLst/>
              <a:ahLst/>
              <a:cxnLst/>
              <a:rect l="l" t="t" r="r" b="b"/>
              <a:pathLst>
                <a:path w="115569" h="158750" extrusionOk="0">
                  <a:moveTo>
                    <a:pt x="115189" y="142240"/>
                  </a:moveTo>
                  <a:lnTo>
                    <a:pt x="17792" y="142240"/>
                  </a:lnTo>
                  <a:lnTo>
                    <a:pt x="17792" y="86360"/>
                  </a:lnTo>
                  <a:lnTo>
                    <a:pt x="103911" y="86360"/>
                  </a:lnTo>
                  <a:lnTo>
                    <a:pt x="103911" y="71120"/>
                  </a:lnTo>
                  <a:lnTo>
                    <a:pt x="17792" y="71120"/>
                  </a:lnTo>
                  <a:lnTo>
                    <a:pt x="17792" y="16510"/>
                  </a:lnTo>
                  <a:lnTo>
                    <a:pt x="114058" y="16510"/>
                  </a:lnTo>
                  <a:lnTo>
                    <a:pt x="114058" y="0"/>
                  </a:lnTo>
                  <a:lnTo>
                    <a:pt x="0" y="0"/>
                  </a:lnTo>
                  <a:lnTo>
                    <a:pt x="0" y="16510"/>
                  </a:lnTo>
                  <a:lnTo>
                    <a:pt x="0" y="71120"/>
                  </a:lnTo>
                  <a:lnTo>
                    <a:pt x="0" y="86360"/>
                  </a:lnTo>
                  <a:lnTo>
                    <a:pt x="0" y="142240"/>
                  </a:lnTo>
                  <a:lnTo>
                    <a:pt x="0" y="158750"/>
                  </a:lnTo>
                  <a:lnTo>
                    <a:pt x="115189" y="158750"/>
                  </a:lnTo>
                  <a:lnTo>
                    <a:pt x="115189" y="142240"/>
                  </a:lnTo>
                  <a:close/>
                </a:path>
              </a:pathLst>
            </a:custGeom>
            <a:solidFill>
              <a:srgbClr val="FFFFFF">
                <a:alpha val="62745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31"/>
            <p:cNvSpPr/>
            <p:nvPr/>
          </p:nvSpPr>
          <p:spPr>
            <a:xfrm>
              <a:off x="16502115" y="10020637"/>
              <a:ext cx="469265" cy="471804"/>
            </a:xfrm>
            <a:custGeom>
              <a:avLst/>
              <a:gdLst/>
              <a:ahLst/>
              <a:cxnLst/>
              <a:rect l="l" t="t" r="r" b="b"/>
              <a:pathLst>
                <a:path w="469265" h="471804" extrusionOk="0">
                  <a:moveTo>
                    <a:pt x="234476" y="0"/>
                  </a:moveTo>
                  <a:lnTo>
                    <a:pt x="187219" y="4786"/>
                  </a:lnTo>
                  <a:lnTo>
                    <a:pt x="143205" y="18513"/>
                  </a:lnTo>
                  <a:lnTo>
                    <a:pt x="103375" y="40234"/>
                  </a:lnTo>
                  <a:lnTo>
                    <a:pt x="68674" y="69002"/>
                  </a:lnTo>
                  <a:lnTo>
                    <a:pt x="40043" y="103869"/>
                  </a:lnTo>
                  <a:lnTo>
                    <a:pt x="18425" y="143888"/>
                  </a:lnTo>
                  <a:lnTo>
                    <a:pt x="4763" y="188112"/>
                  </a:lnTo>
                  <a:lnTo>
                    <a:pt x="0" y="235594"/>
                  </a:lnTo>
                  <a:lnTo>
                    <a:pt x="4647" y="282420"/>
                  </a:lnTo>
                  <a:lnTo>
                    <a:pt x="17983" y="326102"/>
                  </a:lnTo>
                  <a:lnTo>
                    <a:pt x="39094" y="365734"/>
                  </a:lnTo>
                  <a:lnTo>
                    <a:pt x="67069" y="400409"/>
                  </a:lnTo>
                  <a:lnTo>
                    <a:pt x="100994" y="429222"/>
                  </a:lnTo>
                  <a:lnTo>
                    <a:pt x="100994" y="235594"/>
                  </a:lnTo>
                  <a:lnTo>
                    <a:pt x="107812" y="193167"/>
                  </a:lnTo>
                  <a:lnTo>
                    <a:pt x="126785" y="156346"/>
                  </a:lnTo>
                  <a:lnTo>
                    <a:pt x="155699" y="127326"/>
                  </a:lnTo>
                  <a:lnTo>
                    <a:pt x="192334" y="108305"/>
                  </a:lnTo>
                  <a:lnTo>
                    <a:pt x="234476" y="101476"/>
                  </a:lnTo>
                  <a:lnTo>
                    <a:pt x="276617" y="108326"/>
                  </a:lnTo>
                  <a:lnTo>
                    <a:pt x="313253" y="127390"/>
                  </a:lnTo>
                  <a:lnTo>
                    <a:pt x="342166" y="156442"/>
                  </a:lnTo>
                  <a:lnTo>
                    <a:pt x="361140" y="193252"/>
                  </a:lnTo>
                  <a:lnTo>
                    <a:pt x="367957" y="235594"/>
                  </a:lnTo>
                  <a:lnTo>
                    <a:pt x="361140" y="278022"/>
                  </a:lnTo>
                  <a:lnTo>
                    <a:pt x="342166" y="314843"/>
                  </a:lnTo>
                  <a:lnTo>
                    <a:pt x="313253" y="343862"/>
                  </a:lnTo>
                  <a:lnTo>
                    <a:pt x="276617" y="362884"/>
                  </a:lnTo>
                  <a:lnTo>
                    <a:pt x="234476" y="369713"/>
                  </a:lnTo>
                  <a:lnTo>
                    <a:pt x="212597" y="367895"/>
                  </a:lnTo>
                  <a:lnTo>
                    <a:pt x="191879" y="362663"/>
                  </a:lnTo>
                  <a:lnTo>
                    <a:pt x="172569" y="354350"/>
                  </a:lnTo>
                  <a:lnTo>
                    <a:pt x="154917" y="343289"/>
                  </a:lnTo>
                  <a:lnTo>
                    <a:pt x="154917" y="457200"/>
                  </a:lnTo>
                  <a:lnTo>
                    <a:pt x="173843" y="463133"/>
                  </a:lnTo>
                  <a:lnTo>
                    <a:pt x="193453" y="467526"/>
                  </a:lnTo>
                  <a:lnTo>
                    <a:pt x="213685" y="470253"/>
                  </a:lnTo>
                  <a:lnTo>
                    <a:pt x="234476" y="471189"/>
                  </a:lnTo>
                  <a:lnTo>
                    <a:pt x="281732" y="466403"/>
                  </a:lnTo>
                  <a:lnTo>
                    <a:pt x="325747" y="452676"/>
                  </a:lnTo>
                  <a:lnTo>
                    <a:pt x="365576" y="430955"/>
                  </a:lnTo>
                  <a:lnTo>
                    <a:pt x="400277" y="402187"/>
                  </a:lnTo>
                  <a:lnTo>
                    <a:pt x="428908" y="367320"/>
                  </a:lnTo>
                  <a:lnTo>
                    <a:pt x="450526" y="327301"/>
                  </a:lnTo>
                  <a:lnTo>
                    <a:pt x="464188" y="283077"/>
                  </a:lnTo>
                  <a:lnTo>
                    <a:pt x="468952" y="235594"/>
                  </a:lnTo>
                  <a:lnTo>
                    <a:pt x="464188" y="188112"/>
                  </a:lnTo>
                  <a:lnTo>
                    <a:pt x="450526" y="143888"/>
                  </a:lnTo>
                  <a:lnTo>
                    <a:pt x="428908" y="103869"/>
                  </a:lnTo>
                  <a:lnTo>
                    <a:pt x="400277" y="69002"/>
                  </a:lnTo>
                  <a:lnTo>
                    <a:pt x="365576" y="40234"/>
                  </a:lnTo>
                  <a:lnTo>
                    <a:pt x="325747" y="18513"/>
                  </a:lnTo>
                  <a:lnTo>
                    <a:pt x="281732" y="4786"/>
                  </a:lnTo>
                  <a:lnTo>
                    <a:pt x="23447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4" name="Google Shape;104;p3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6658586" y="10177839"/>
              <a:ext cx="156022" cy="1567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5" name="Google Shape;105;p31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7118936" y="10177394"/>
              <a:ext cx="124420" cy="1576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" name="Google Shape;106;p31"/>
            <p:cNvSpPr/>
            <p:nvPr/>
          </p:nvSpPr>
          <p:spPr>
            <a:xfrm>
              <a:off x="17319105" y="10177570"/>
              <a:ext cx="111759" cy="157479"/>
            </a:xfrm>
            <a:custGeom>
              <a:avLst/>
              <a:gdLst/>
              <a:ahLst/>
              <a:cxnLst/>
              <a:rect l="l" t="t" r="r" b="b"/>
              <a:pathLst>
                <a:path w="111759" h="157479" extrusionOk="0">
                  <a:moveTo>
                    <a:pt x="111379" y="128270"/>
                  </a:moveTo>
                  <a:lnTo>
                    <a:pt x="34912" y="128270"/>
                  </a:lnTo>
                  <a:lnTo>
                    <a:pt x="34912" y="92710"/>
                  </a:lnTo>
                  <a:lnTo>
                    <a:pt x="104533" y="92710"/>
                  </a:lnTo>
                  <a:lnTo>
                    <a:pt x="104533" y="62230"/>
                  </a:lnTo>
                  <a:lnTo>
                    <a:pt x="34912" y="62230"/>
                  </a:lnTo>
                  <a:lnTo>
                    <a:pt x="34912" y="29210"/>
                  </a:lnTo>
                  <a:lnTo>
                    <a:pt x="111163" y="29210"/>
                  </a:lnTo>
                  <a:lnTo>
                    <a:pt x="111163" y="0"/>
                  </a:lnTo>
                  <a:lnTo>
                    <a:pt x="0" y="0"/>
                  </a:lnTo>
                  <a:lnTo>
                    <a:pt x="0" y="29210"/>
                  </a:lnTo>
                  <a:lnTo>
                    <a:pt x="0" y="62230"/>
                  </a:lnTo>
                  <a:lnTo>
                    <a:pt x="0" y="92710"/>
                  </a:lnTo>
                  <a:lnTo>
                    <a:pt x="0" y="128270"/>
                  </a:lnTo>
                  <a:lnTo>
                    <a:pt x="0" y="157480"/>
                  </a:lnTo>
                  <a:lnTo>
                    <a:pt x="111379" y="157480"/>
                  </a:lnTo>
                  <a:lnTo>
                    <a:pt x="111379" y="12827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7" name="Google Shape;107;p31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7508751" y="10177394"/>
              <a:ext cx="131713" cy="1576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8" name="Google Shape;108;p31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7923578" y="10174070"/>
              <a:ext cx="140552" cy="1640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9" name="Google Shape;109;p31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8143467" y="10177394"/>
              <a:ext cx="129724" cy="1576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0" name="Google Shape;110;p31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18349408" y="10177394"/>
              <a:ext cx="146740" cy="1576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1" name="Google Shape;111;p31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17715592" y="10174530"/>
              <a:ext cx="134364" cy="16409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2" name="Google Shape;112;p31"/>
          <p:cNvSpPr txBox="1">
            <a:spLocks noGrp="1"/>
          </p:cNvSpPr>
          <p:nvPr>
            <p:ph type="title"/>
          </p:nvPr>
        </p:nvSpPr>
        <p:spPr>
          <a:xfrm>
            <a:off x="1878725" y="1743489"/>
            <a:ext cx="6585900" cy="7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 b="1">
                <a:solidFill>
                  <a:schemeClr val="lt1"/>
                </a:solidFill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 b="1">
                <a:solidFill>
                  <a:schemeClr val="lt1"/>
                </a:solidFill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 b="1">
                <a:solidFill>
                  <a:schemeClr val="lt1"/>
                </a:solidFill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 b="1">
                <a:solidFill>
                  <a:schemeClr val="lt1"/>
                </a:solidFill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 b="1">
                <a:solidFill>
                  <a:schemeClr val="lt1"/>
                </a:solidFill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 b="1">
                <a:solidFill>
                  <a:schemeClr val="lt1"/>
                </a:solidFill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 b="1">
                <a:solidFill>
                  <a:schemeClr val="lt1"/>
                </a:solidFill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3" name="Google Shape;113;p31"/>
          <p:cNvSpPr txBox="1">
            <a:spLocks noGrp="1"/>
          </p:cNvSpPr>
          <p:nvPr>
            <p:ph type="title" idx="2"/>
          </p:nvPr>
        </p:nvSpPr>
        <p:spPr>
          <a:xfrm>
            <a:off x="1878725" y="740664"/>
            <a:ext cx="6585900" cy="7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15244"/>
              </a:buClr>
              <a:buSzPts val="8000"/>
              <a:buNone/>
              <a:defRPr sz="8000" b="1">
                <a:solidFill>
                  <a:srgbClr val="D15244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15244"/>
              </a:buClr>
              <a:buSzPts val="8000"/>
              <a:buNone/>
              <a:defRPr sz="8000" b="1">
                <a:solidFill>
                  <a:srgbClr val="D15244"/>
                </a:solidFill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15244"/>
              </a:buClr>
              <a:buSzPts val="8000"/>
              <a:buNone/>
              <a:defRPr sz="8000" b="1">
                <a:solidFill>
                  <a:srgbClr val="D15244"/>
                </a:solidFill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15244"/>
              </a:buClr>
              <a:buSzPts val="8000"/>
              <a:buNone/>
              <a:defRPr sz="8000" b="1">
                <a:solidFill>
                  <a:srgbClr val="D15244"/>
                </a:solidFill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15244"/>
              </a:buClr>
              <a:buSzPts val="8000"/>
              <a:buNone/>
              <a:defRPr sz="8000" b="1">
                <a:solidFill>
                  <a:srgbClr val="D15244"/>
                </a:solidFill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15244"/>
              </a:buClr>
              <a:buSzPts val="8000"/>
              <a:buNone/>
              <a:defRPr sz="8000" b="1">
                <a:solidFill>
                  <a:srgbClr val="D15244"/>
                </a:solidFill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15244"/>
              </a:buClr>
              <a:buSzPts val="8000"/>
              <a:buNone/>
              <a:defRPr sz="8000" b="1">
                <a:solidFill>
                  <a:srgbClr val="D15244"/>
                </a:solidFill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15244"/>
              </a:buClr>
              <a:buSzPts val="8000"/>
              <a:buNone/>
              <a:defRPr sz="8000" b="1">
                <a:solidFill>
                  <a:srgbClr val="D15244"/>
                </a:solidFill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15244"/>
              </a:buClr>
              <a:buSzPts val="8000"/>
              <a:buNone/>
              <a:defRPr sz="8000" b="1">
                <a:solidFill>
                  <a:srgbClr val="D15244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5">
  <p:cSld name="CUSTOM_7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2"/>
          <p:cNvSpPr txBox="1">
            <a:spLocks noGrp="1"/>
          </p:cNvSpPr>
          <p:nvPr>
            <p:ph type="title"/>
          </p:nvPr>
        </p:nvSpPr>
        <p:spPr>
          <a:xfrm>
            <a:off x="713232" y="2612300"/>
            <a:ext cx="7060500" cy="167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13581"/>
              </a:buClr>
              <a:buSzPts val="14800"/>
              <a:buNone/>
              <a:defRPr sz="14800" b="1">
                <a:solidFill>
                  <a:srgbClr val="E1358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13581"/>
              </a:buClr>
              <a:buSzPts val="14800"/>
              <a:buNone/>
              <a:defRPr sz="14800" b="1">
                <a:solidFill>
                  <a:srgbClr val="E13581"/>
                </a:solidFill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13581"/>
              </a:buClr>
              <a:buSzPts val="14800"/>
              <a:buNone/>
              <a:defRPr sz="14800" b="1">
                <a:solidFill>
                  <a:srgbClr val="E13581"/>
                </a:solidFill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13581"/>
              </a:buClr>
              <a:buSzPts val="14800"/>
              <a:buNone/>
              <a:defRPr sz="14800" b="1">
                <a:solidFill>
                  <a:srgbClr val="E13581"/>
                </a:solidFill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13581"/>
              </a:buClr>
              <a:buSzPts val="14800"/>
              <a:buNone/>
              <a:defRPr sz="14800" b="1">
                <a:solidFill>
                  <a:srgbClr val="E13581"/>
                </a:solidFill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13581"/>
              </a:buClr>
              <a:buSzPts val="14800"/>
              <a:buNone/>
              <a:defRPr sz="14800" b="1">
                <a:solidFill>
                  <a:srgbClr val="E13581"/>
                </a:solidFill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13581"/>
              </a:buClr>
              <a:buSzPts val="14800"/>
              <a:buNone/>
              <a:defRPr sz="14800" b="1">
                <a:solidFill>
                  <a:srgbClr val="E13581"/>
                </a:solidFill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13581"/>
              </a:buClr>
              <a:buSzPts val="14800"/>
              <a:buNone/>
              <a:defRPr sz="14800" b="1">
                <a:solidFill>
                  <a:srgbClr val="E13581"/>
                </a:solidFill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13581"/>
              </a:buClr>
              <a:buSzPts val="14800"/>
              <a:buNone/>
              <a:defRPr sz="14800" b="1">
                <a:solidFill>
                  <a:srgbClr val="E13581"/>
                </a:solidFill>
              </a:defRPr>
            </a:lvl9pPr>
          </a:lstStyle>
          <a:p>
            <a:endParaRPr/>
          </a:p>
        </p:txBody>
      </p:sp>
      <p:pic>
        <p:nvPicPr>
          <p:cNvPr id="116" name="Google Shape;116;p32" descr="Logo&#10;&#10;Description automatically generated with medium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13232" y="569108"/>
            <a:ext cx="1435133" cy="2564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6">
  <p:cSld name="CUSTOM_8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33" descr="Background patter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81"/>
            <a:ext cx="9143357" cy="514313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9" name="Google Shape;119;p33"/>
          <p:cNvGrpSpPr/>
          <p:nvPr/>
        </p:nvGrpSpPr>
        <p:grpSpPr>
          <a:xfrm>
            <a:off x="713232" y="566697"/>
            <a:ext cx="1447747" cy="252409"/>
            <a:chOff x="1476394" y="1246035"/>
            <a:chExt cx="3183260" cy="554989"/>
          </a:xfrm>
        </p:grpSpPr>
        <p:sp>
          <p:nvSpPr>
            <p:cNvPr id="120" name="Google Shape;120;p33"/>
            <p:cNvSpPr/>
            <p:nvPr/>
          </p:nvSpPr>
          <p:spPr>
            <a:xfrm>
              <a:off x="3971328" y="1428921"/>
              <a:ext cx="224789" cy="187325"/>
            </a:xfrm>
            <a:custGeom>
              <a:avLst/>
              <a:gdLst/>
              <a:ahLst/>
              <a:cxnLst/>
              <a:rect l="l" t="t" r="r" b="b"/>
              <a:pathLst>
                <a:path w="224789" h="187325" extrusionOk="0">
                  <a:moveTo>
                    <a:pt x="128625" y="167678"/>
                  </a:moveTo>
                  <a:lnTo>
                    <a:pt x="21475" y="167678"/>
                  </a:lnTo>
                  <a:lnTo>
                    <a:pt x="21475" y="38"/>
                  </a:lnTo>
                  <a:lnTo>
                    <a:pt x="0" y="38"/>
                  </a:lnTo>
                  <a:lnTo>
                    <a:pt x="0" y="167678"/>
                  </a:lnTo>
                  <a:lnTo>
                    <a:pt x="0" y="186728"/>
                  </a:lnTo>
                  <a:lnTo>
                    <a:pt x="128625" y="186728"/>
                  </a:lnTo>
                  <a:lnTo>
                    <a:pt x="128625" y="167678"/>
                  </a:lnTo>
                  <a:close/>
                </a:path>
                <a:path w="224789" h="187325" extrusionOk="0">
                  <a:moveTo>
                    <a:pt x="224332" y="0"/>
                  </a:moveTo>
                  <a:lnTo>
                    <a:pt x="202844" y="0"/>
                  </a:lnTo>
                  <a:lnTo>
                    <a:pt x="202844" y="186728"/>
                  </a:lnTo>
                  <a:lnTo>
                    <a:pt x="224332" y="186728"/>
                  </a:lnTo>
                  <a:lnTo>
                    <a:pt x="224332" y="0"/>
                  </a:lnTo>
                  <a:close/>
                </a:path>
              </a:pathLst>
            </a:custGeom>
            <a:solidFill>
              <a:srgbClr val="FFFFFF">
                <a:alpha val="62745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21" name="Google Shape;121;p3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267724" y="1428917"/>
              <a:ext cx="182726" cy="18806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" name="Google Shape;122;p33"/>
            <p:cNvSpPr/>
            <p:nvPr/>
          </p:nvSpPr>
          <p:spPr>
            <a:xfrm>
              <a:off x="4520590" y="1428959"/>
              <a:ext cx="139064" cy="186690"/>
            </a:xfrm>
            <a:custGeom>
              <a:avLst/>
              <a:gdLst/>
              <a:ahLst/>
              <a:cxnLst/>
              <a:rect l="l" t="t" r="r" b="b"/>
              <a:pathLst>
                <a:path w="139064" h="186690" extrusionOk="0">
                  <a:moveTo>
                    <a:pt x="138950" y="167640"/>
                  </a:moveTo>
                  <a:lnTo>
                    <a:pt x="21463" y="167640"/>
                  </a:lnTo>
                  <a:lnTo>
                    <a:pt x="21463" y="101600"/>
                  </a:lnTo>
                  <a:lnTo>
                    <a:pt x="125361" y="101600"/>
                  </a:lnTo>
                  <a:lnTo>
                    <a:pt x="125361" y="82550"/>
                  </a:lnTo>
                  <a:lnTo>
                    <a:pt x="21463" y="82550"/>
                  </a:lnTo>
                  <a:lnTo>
                    <a:pt x="21463" y="19050"/>
                  </a:lnTo>
                  <a:lnTo>
                    <a:pt x="137591" y="19050"/>
                  </a:lnTo>
                  <a:lnTo>
                    <a:pt x="137591" y="0"/>
                  </a:lnTo>
                  <a:lnTo>
                    <a:pt x="0" y="0"/>
                  </a:lnTo>
                  <a:lnTo>
                    <a:pt x="0" y="19050"/>
                  </a:lnTo>
                  <a:lnTo>
                    <a:pt x="0" y="82550"/>
                  </a:lnTo>
                  <a:lnTo>
                    <a:pt x="0" y="101600"/>
                  </a:lnTo>
                  <a:lnTo>
                    <a:pt x="0" y="167640"/>
                  </a:lnTo>
                  <a:lnTo>
                    <a:pt x="0" y="186690"/>
                  </a:lnTo>
                  <a:lnTo>
                    <a:pt x="138950" y="186690"/>
                  </a:lnTo>
                  <a:lnTo>
                    <a:pt x="138950" y="167640"/>
                  </a:lnTo>
                  <a:close/>
                </a:path>
              </a:pathLst>
            </a:custGeom>
            <a:solidFill>
              <a:srgbClr val="FFFFFF">
                <a:alpha val="62745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33"/>
            <p:cNvSpPr/>
            <p:nvPr/>
          </p:nvSpPr>
          <p:spPr>
            <a:xfrm>
              <a:off x="1476394" y="1246035"/>
              <a:ext cx="565785" cy="554989"/>
            </a:xfrm>
            <a:custGeom>
              <a:avLst/>
              <a:gdLst/>
              <a:ahLst/>
              <a:cxnLst/>
              <a:rect l="l" t="t" r="r" b="b"/>
              <a:pathLst>
                <a:path w="565785" h="554989" extrusionOk="0">
                  <a:moveTo>
                    <a:pt x="282860" y="0"/>
                  </a:moveTo>
                  <a:lnTo>
                    <a:pt x="236977" y="3631"/>
                  </a:lnTo>
                  <a:lnTo>
                    <a:pt x="193451" y="14145"/>
                  </a:lnTo>
                  <a:lnTo>
                    <a:pt x="152866" y="30970"/>
                  </a:lnTo>
                  <a:lnTo>
                    <a:pt x="115803" y="53535"/>
                  </a:lnTo>
                  <a:lnTo>
                    <a:pt x="82845" y="81269"/>
                  </a:lnTo>
                  <a:lnTo>
                    <a:pt x="54573" y="113600"/>
                  </a:lnTo>
                  <a:lnTo>
                    <a:pt x="31571" y="149958"/>
                  </a:lnTo>
                  <a:lnTo>
                    <a:pt x="14419" y="189771"/>
                  </a:lnTo>
                  <a:lnTo>
                    <a:pt x="3701" y="232468"/>
                  </a:lnTo>
                  <a:lnTo>
                    <a:pt x="0" y="277478"/>
                  </a:lnTo>
                  <a:lnTo>
                    <a:pt x="3915" y="323665"/>
                  </a:lnTo>
                  <a:lnTo>
                    <a:pt x="15235" y="367404"/>
                  </a:lnTo>
                  <a:lnTo>
                    <a:pt x="33324" y="408077"/>
                  </a:lnTo>
                  <a:lnTo>
                    <a:pt x="57545" y="445067"/>
                  </a:lnTo>
                  <a:lnTo>
                    <a:pt x="87261" y="477757"/>
                  </a:lnTo>
                  <a:lnTo>
                    <a:pt x="121835" y="505528"/>
                  </a:lnTo>
                  <a:lnTo>
                    <a:pt x="121835" y="277478"/>
                  </a:lnTo>
                  <a:lnTo>
                    <a:pt x="130059" y="227508"/>
                  </a:lnTo>
                  <a:lnTo>
                    <a:pt x="152948" y="184141"/>
                  </a:lnTo>
                  <a:lnTo>
                    <a:pt x="187827" y="149962"/>
                  </a:lnTo>
                  <a:lnTo>
                    <a:pt x="232023" y="127559"/>
                  </a:lnTo>
                  <a:lnTo>
                    <a:pt x="282860" y="119517"/>
                  </a:lnTo>
                  <a:lnTo>
                    <a:pt x="333697" y="127584"/>
                  </a:lnTo>
                  <a:lnTo>
                    <a:pt x="377892" y="150038"/>
                  </a:lnTo>
                  <a:lnTo>
                    <a:pt x="412772" y="184254"/>
                  </a:lnTo>
                  <a:lnTo>
                    <a:pt x="435661" y="227608"/>
                  </a:lnTo>
                  <a:lnTo>
                    <a:pt x="443885" y="277478"/>
                  </a:lnTo>
                  <a:lnTo>
                    <a:pt x="435661" y="327448"/>
                  </a:lnTo>
                  <a:lnTo>
                    <a:pt x="412772" y="370815"/>
                  </a:lnTo>
                  <a:lnTo>
                    <a:pt x="377892" y="404994"/>
                  </a:lnTo>
                  <a:lnTo>
                    <a:pt x="333697" y="427397"/>
                  </a:lnTo>
                  <a:lnTo>
                    <a:pt x="282860" y="435439"/>
                  </a:lnTo>
                  <a:lnTo>
                    <a:pt x="256466" y="433298"/>
                  </a:lnTo>
                  <a:lnTo>
                    <a:pt x="231473" y="427136"/>
                  </a:lnTo>
                  <a:lnTo>
                    <a:pt x="208179" y="417345"/>
                  </a:lnTo>
                  <a:lnTo>
                    <a:pt x="186884" y="404318"/>
                  </a:lnTo>
                  <a:lnTo>
                    <a:pt x="186884" y="538480"/>
                  </a:lnTo>
                  <a:lnTo>
                    <a:pt x="209716" y="545468"/>
                  </a:lnTo>
                  <a:lnTo>
                    <a:pt x="233372" y="550641"/>
                  </a:lnTo>
                  <a:lnTo>
                    <a:pt x="257779" y="553853"/>
                  </a:lnTo>
                  <a:lnTo>
                    <a:pt x="282860" y="554956"/>
                  </a:lnTo>
                  <a:lnTo>
                    <a:pt x="328743" y="551325"/>
                  </a:lnTo>
                  <a:lnTo>
                    <a:pt x="372268" y="540811"/>
                  </a:lnTo>
                  <a:lnTo>
                    <a:pt x="412853" y="523986"/>
                  </a:lnTo>
                  <a:lnTo>
                    <a:pt x="449916" y="501421"/>
                  </a:lnTo>
                  <a:lnTo>
                    <a:pt x="482875" y="473687"/>
                  </a:lnTo>
                  <a:lnTo>
                    <a:pt x="511146" y="441356"/>
                  </a:lnTo>
                  <a:lnTo>
                    <a:pt x="534149" y="404998"/>
                  </a:lnTo>
                  <a:lnTo>
                    <a:pt x="551300" y="365185"/>
                  </a:lnTo>
                  <a:lnTo>
                    <a:pt x="562018" y="322488"/>
                  </a:lnTo>
                  <a:lnTo>
                    <a:pt x="565720" y="277478"/>
                  </a:lnTo>
                  <a:lnTo>
                    <a:pt x="562018" y="232468"/>
                  </a:lnTo>
                  <a:lnTo>
                    <a:pt x="551300" y="189771"/>
                  </a:lnTo>
                  <a:lnTo>
                    <a:pt x="534149" y="149958"/>
                  </a:lnTo>
                  <a:lnTo>
                    <a:pt x="511146" y="113600"/>
                  </a:lnTo>
                  <a:lnTo>
                    <a:pt x="482875" y="81269"/>
                  </a:lnTo>
                  <a:lnTo>
                    <a:pt x="449916" y="53535"/>
                  </a:lnTo>
                  <a:lnTo>
                    <a:pt x="412853" y="30970"/>
                  </a:lnTo>
                  <a:lnTo>
                    <a:pt x="372268" y="14145"/>
                  </a:lnTo>
                  <a:lnTo>
                    <a:pt x="328743" y="3631"/>
                  </a:lnTo>
                  <a:lnTo>
                    <a:pt x="28286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24" name="Google Shape;124;p3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665157" y="1431188"/>
              <a:ext cx="188217" cy="18463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5" name="Google Shape;125;p33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220502" y="1430666"/>
              <a:ext cx="150094" cy="18568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" name="Google Shape;126;p33"/>
            <p:cNvSpPr/>
            <p:nvPr/>
          </p:nvSpPr>
          <p:spPr>
            <a:xfrm>
              <a:off x="2461984" y="1430940"/>
              <a:ext cx="134619" cy="185419"/>
            </a:xfrm>
            <a:custGeom>
              <a:avLst/>
              <a:gdLst/>
              <a:ahLst/>
              <a:cxnLst/>
              <a:rect l="l" t="t" r="r" b="b"/>
              <a:pathLst>
                <a:path w="134619" h="185419" extrusionOk="0">
                  <a:moveTo>
                    <a:pt x="134366" y="149860"/>
                  </a:moveTo>
                  <a:lnTo>
                    <a:pt x="42113" y="149860"/>
                  </a:lnTo>
                  <a:lnTo>
                    <a:pt x="42113" y="109220"/>
                  </a:lnTo>
                  <a:lnTo>
                    <a:pt x="126098" y="109220"/>
                  </a:lnTo>
                  <a:lnTo>
                    <a:pt x="126098" y="73660"/>
                  </a:lnTo>
                  <a:lnTo>
                    <a:pt x="42113" y="73660"/>
                  </a:lnTo>
                  <a:lnTo>
                    <a:pt x="42113" y="35560"/>
                  </a:lnTo>
                  <a:lnTo>
                    <a:pt x="134099" y="35560"/>
                  </a:lnTo>
                  <a:lnTo>
                    <a:pt x="134099" y="0"/>
                  </a:lnTo>
                  <a:lnTo>
                    <a:pt x="0" y="0"/>
                  </a:lnTo>
                  <a:lnTo>
                    <a:pt x="0" y="35560"/>
                  </a:lnTo>
                  <a:lnTo>
                    <a:pt x="0" y="73660"/>
                  </a:lnTo>
                  <a:lnTo>
                    <a:pt x="0" y="109220"/>
                  </a:lnTo>
                  <a:lnTo>
                    <a:pt x="0" y="149860"/>
                  </a:lnTo>
                  <a:lnTo>
                    <a:pt x="0" y="185420"/>
                  </a:lnTo>
                  <a:lnTo>
                    <a:pt x="134366" y="185420"/>
                  </a:lnTo>
                  <a:lnTo>
                    <a:pt x="134366" y="14986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27" name="Google Shape;127;p33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2690751" y="1430666"/>
              <a:ext cx="158892" cy="1856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8" name="Google Shape;128;p33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3191186" y="1426750"/>
              <a:ext cx="169555" cy="1932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9" name="Google Shape;129;p33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3456435" y="1430666"/>
              <a:ext cx="156493" cy="1856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" name="Google Shape;130;p33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2940273" y="1427281"/>
              <a:ext cx="162090" cy="1932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1" name="Google Shape;131;p33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3704873" y="1430666"/>
              <a:ext cx="177020" cy="18568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2" name="Google Shape;132;p33"/>
          <p:cNvSpPr txBox="1">
            <a:spLocks noGrp="1"/>
          </p:cNvSpPr>
          <p:nvPr>
            <p:ph type="title"/>
          </p:nvPr>
        </p:nvSpPr>
        <p:spPr>
          <a:xfrm>
            <a:off x="713232" y="3556464"/>
            <a:ext cx="6585900" cy="7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 b="1">
                <a:solidFill>
                  <a:schemeClr val="lt1"/>
                </a:solidFill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 b="1">
                <a:solidFill>
                  <a:schemeClr val="lt1"/>
                </a:solidFill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 b="1">
                <a:solidFill>
                  <a:schemeClr val="lt1"/>
                </a:solidFill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 b="1">
                <a:solidFill>
                  <a:schemeClr val="lt1"/>
                </a:solidFill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 b="1">
                <a:solidFill>
                  <a:schemeClr val="lt1"/>
                </a:solidFill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 b="1">
                <a:solidFill>
                  <a:schemeClr val="lt1"/>
                </a:solidFill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 b="1">
                <a:solidFill>
                  <a:schemeClr val="lt1"/>
                </a:solidFill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5 1">
  <p:cSld name="CUSTOM_7_1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4"/>
          <p:cNvSpPr txBox="1">
            <a:spLocks noGrp="1"/>
          </p:cNvSpPr>
          <p:nvPr>
            <p:ph type="title"/>
          </p:nvPr>
        </p:nvSpPr>
        <p:spPr>
          <a:xfrm>
            <a:off x="713232" y="3356325"/>
            <a:ext cx="7060500" cy="167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13581"/>
              </a:buClr>
              <a:buSzPts val="8000"/>
              <a:buNone/>
              <a:defRPr sz="8000" b="1">
                <a:solidFill>
                  <a:srgbClr val="E1358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13581"/>
              </a:buClr>
              <a:buSzPts val="8000"/>
              <a:buNone/>
              <a:defRPr sz="8000" b="1">
                <a:solidFill>
                  <a:srgbClr val="E13581"/>
                </a:solidFill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13581"/>
              </a:buClr>
              <a:buSzPts val="8000"/>
              <a:buNone/>
              <a:defRPr sz="8000" b="1">
                <a:solidFill>
                  <a:srgbClr val="E13581"/>
                </a:solidFill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13581"/>
              </a:buClr>
              <a:buSzPts val="8000"/>
              <a:buNone/>
              <a:defRPr sz="8000" b="1">
                <a:solidFill>
                  <a:srgbClr val="E13581"/>
                </a:solidFill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13581"/>
              </a:buClr>
              <a:buSzPts val="8000"/>
              <a:buNone/>
              <a:defRPr sz="8000" b="1">
                <a:solidFill>
                  <a:srgbClr val="E13581"/>
                </a:solidFill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13581"/>
              </a:buClr>
              <a:buSzPts val="8000"/>
              <a:buNone/>
              <a:defRPr sz="8000" b="1">
                <a:solidFill>
                  <a:srgbClr val="E13581"/>
                </a:solidFill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13581"/>
              </a:buClr>
              <a:buSzPts val="8000"/>
              <a:buNone/>
              <a:defRPr sz="8000" b="1">
                <a:solidFill>
                  <a:srgbClr val="E13581"/>
                </a:solidFill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13581"/>
              </a:buClr>
              <a:buSzPts val="8000"/>
              <a:buNone/>
              <a:defRPr sz="8000" b="1">
                <a:solidFill>
                  <a:srgbClr val="E13581"/>
                </a:solidFill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13581"/>
              </a:buClr>
              <a:buSzPts val="8000"/>
              <a:buNone/>
              <a:defRPr sz="8000" b="1">
                <a:solidFill>
                  <a:srgbClr val="E13581"/>
                </a:solidFill>
              </a:defRPr>
            </a:lvl9pPr>
          </a:lstStyle>
          <a:p>
            <a:endParaRPr/>
          </a:p>
        </p:txBody>
      </p:sp>
      <p:pic>
        <p:nvPicPr>
          <p:cNvPr id="135" name="Google Shape;135;p34" descr="Logo&#10;&#10;Description automatically generated with medium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13232" y="569108"/>
            <a:ext cx="1435133" cy="2564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7">
  <p:cSld name="CUSTOM_9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5"/>
          <p:cNvSpPr txBox="1">
            <a:spLocks noGrp="1"/>
          </p:cNvSpPr>
          <p:nvPr>
            <p:ph type="subTitle" idx="1"/>
          </p:nvPr>
        </p:nvSpPr>
        <p:spPr>
          <a:xfrm>
            <a:off x="713225" y="4242125"/>
            <a:ext cx="2977800" cy="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8" name="Google Shape;138;p35"/>
          <p:cNvSpPr txBox="1">
            <a:spLocks noGrp="1"/>
          </p:cNvSpPr>
          <p:nvPr>
            <p:ph type="title"/>
          </p:nvPr>
        </p:nvSpPr>
        <p:spPr>
          <a:xfrm>
            <a:off x="713225" y="2119150"/>
            <a:ext cx="5745900" cy="167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700"/>
              <a:buNone/>
              <a:defRPr sz="57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700"/>
              <a:buNone/>
              <a:defRPr sz="5700" b="1">
                <a:solidFill>
                  <a:schemeClr val="lt1"/>
                </a:solidFill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700"/>
              <a:buNone/>
              <a:defRPr sz="5700" b="1">
                <a:solidFill>
                  <a:schemeClr val="lt1"/>
                </a:solidFill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700"/>
              <a:buNone/>
              <a:defRPr sz="5700" b="1">
                <a:solidFill>
                  <a:schemeClr val="lt1"/>
                </a:solidFill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700"/>
              <a:buNone/>
              <a:defRPr sz="5700" b="1">
                <a:solidFill>
                  <a:schemeClr val="lt1"/>
                </a:solidFill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700"/>
              <a:buNone/>
              <a:defRPr sz="5700" b="1">
                <a:solidFill>
                  <a:schemeClr val="lt1"/>
                </a:solidFill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700"/>
              <a:buNone/>
              <a:defRPr sz="5700" b="1">
                <a:solidFill>
                  <a:schemeClr val="lt1"/>
                </a:solidFill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700"/>
              <a:buNone/>
              <a:defRPr sz="5700" b="1">
                <a:solidFill>
                  <a:schemeClr val="lt1"/>
                </a:solidFill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700"/>
              <a:buNone/>
              <a:defRPr sz="57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grpSp>
        <p:nvGrpSpPr>
          <p:cNvPr id="139" name="Google Shape;139;p35"/>
          <p:cNvGrpSpPr/>
          <p:nvPr/>
        </p:nvGrpSpPr>
        <p:grpSpPr>
          <a:xfrm>
            <a:off x="713232" y="566697"/>
            <a:ext cx="1447747" cy="252409"/>
            <a:chOff x="1476394" y="1246035"/>
            <a:chExt cx="3183260" cy="554989"/>
          </a:xfrm>
        </p:grpSpPr>
        <p:sp>
          <p:nvSpPr>
            <p:cNvPr id="140" name="Google Shape;140;p35"/>
            <p:cNvSpPr/>
            <p:nvPr/>
          </p:nvSpPr>
          <p:spPr>
            <a:xfrm>
              <a:off x="3971328" y="1428921"/>
              <a:ext cx="224789" cy="187325"/>
            </a:xfrm>
            <a:custGeom>
              <a:avLst/>
              <a:gdLst/>
              <a:ahLst/>
              <a:cxnLst/>
              <a:rect l="l" t="t" r="r" b="b"/>
              <a:pathLst>
                <a:path w="224789" h="187325" extrusionOk="0">
                  <a:moveTo>
                    <a:pt x="128625" y="167678"/>
                  </a:moveTo>
                  <a:lnTo>
                    <a:pt x="21475" y="167678"/>
                  </a:lnTo>
                  <a:lnTo>
                    <a:pt x="21475" y="38"/>
                  </a:lnTo>
                  <a:lnTo>
                    <a:pt x="0" y="38"/>
                  </a:lnTo>
                  <a:lnTo>
                    <a:pt x="0" y="167678"/>
                  </a:lnTo>
                  <a:lnTo>
                    <a:pt x="0" y="186728"/>
                  </a:lnTo>
                  <a:lnTo>
                    <a:pt x="128625" y="186728"/>
                  </a:lnTo>
                  <a:lnTo>
                    <a:pt x="128625" y="167678"/>
                  </a:lnTo>
                  <a:close/>
                </a:path>
                <a:path w="224789" h="187325" extrusionOk="0">
                  <a:moveTo>
                    <a:pt x="224332" y="0"/>
                  </a:moveTo>
                  <a:lnTo>
                    <a:pt x="202844" y="0"/>
                  </a:lnTo>
                  <a:lnTo>
                    <a:pt x="202844" y="186728"/>
                  </a:lnTo>
                  <a:lnTo>
                    <a:pt x="224332" y="186728"/>
                  </a:lnTo>
                  <a:lnTo>
                    <a:pt x="224332" y="0"/>
                  </a:lnTo>
                  <a:close/>
                </a:path>
              </a:pathLst>
            </a:custGeom>
            <a:solidFill>
              <a:srgbClr val="FFFFFF">
                <a:alpha val="62745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1" name="Google Shape;141;p35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4267724" y="1428917"/>
              <a:ext cx="182726" cy="18806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2" name="Google Shape;142;p35"/>
            <p:cNvSpPr/>
            <p:nvPr/>
          </p:nvSpPr>
          <p:spPr>
            <a:xfrm>
              <a:off x="4520590" y="1428959"/>
              <a:ext cx="139064" cy="186690"/>
            </a:xfrm>
            <a:custGeom>
              <a:avLst/>
              <a:gdLst/>
              <a:ahLst/>
              <a:cxnLst/>
              <a:rect l="l" t="t" r="r" b="b"/>
              <a:pathLst>
                <a:path w="139064" h="186690" extrusionOk="0">
                  <a:moveTo>
                    <a:pt x="138950" y="167640"/>
                  </a:moveTo>
                  <a:lnTo>
                    <a:pt x="21463" y="167640"/>
                  </a:lnTo>
                  <a:lnTo>
                    <a:pt x="21463" y="101600"/>
                  </a:lnTo>
                  <a:lnTo>
                    <a:pt x="125361" y="101600"/>
                  </a:lnTo>
                  <a:lnTo>
                    <a:pt x="125361" y="82550"/>
                  </a:lnTo>
                  <a:lnTo>
                    <a:pt x="21463" y="82550"/>
                  </a:lnTo>
                  <a:lnTo>
                    <a:pt x="21463" y="19050"/>
                  </a:lnTo>
                  <a:lnTo>
                    <a:pt x="137591" y="19050"/>
                  </a:lnTo>
                  <a:lnTo>
                    <a:pt x="137591" y="0"/>
                  </a:lnTo>
                  <a:lnTo>
                    <a:pt x="0" y="0"/>
                  </a:lnTo>
                  <a:lnTo>
                    <a:pt x="0" y="19050"/>
                  </a:lnTo>
                  <a:lnTo>
                    <a:pt x="0" y="82550"/>
                  </a:lnTo>
                  <a:lnTo>
                    <a:pt x="0" y="101600"/>
                  </a:lnTo>
                  <a:lnTo>
                    <a:pt x="0" y="167640"/>
                  </a:lnTo>
                  <a:lnTo>
                    <a:pt x="0" y="186690"/>
                  </a:lnTo>
                  <a:lnTo>
                    <a:pt x="138950" y="186690"/>
                  </a:lnTo>
                  <a:lnTo>
                    <a:pt x="138950" y="167640"/>
                  </a:lnTo>
                  <a:close/>
                </a:path>
              </a:pathLst>
            </a:custGeom>
            <a:solidFill>
              <a:srgbClr val="FFFFFF">
                <a:alpha val="62745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35"/>
            <p:cNvSpPr/>
            <p:nvPr/>
          </p:nvSpPr>
          <p:spPr>
            <a:xfrm>
              <a:off x="1476394" y="1246035"/>
              <a:ext cx="565785" cy="554989"/>
            </a:xfrm>
            <a:custGeom>
              <a:avLst/>
              <a:gdLst/>
              <a:ahLst/>
              <a:cxnLst/>
              <a:rect l="l" t="t" r="r" b="b"/>
              <a:pathLst>
                <a:path w="565785" h="554989" extrusionOk="0">
                  <a:moveTo>
                    <a:pt x="282860" y="0"/>
                  </a:moveTo>
                  <a:lnTo>
                    <a:pt x="236977" y="3631"/>
                  </a:lnTo>
                  <a:lnTo>
                    <a:pt x="193451" y="14145"/>
                  </a:lnTo>
                  <a:lnTo>
                    <a:pt x="152866" y="30970"/>
                  </a:lnTo>
                  <a:lnTo>
                    <a:pt x="115803" y="53535"/>
                  </a:lnTo>
                  <a:lnTo>
                    <a:pt x="82845" y="81269"/>
                  </a:lnTo>
                  <a:lnTo>
                    <a:pt x="54573" y="113600"/>
                  </a:lnTo>
                  <a:lnTo>
                    <a:pt x="31571" y="149958"/>
                  </a:lnTo>
                  <a:lnTo>
                    <a:pt x="14419" y="189771"/>
                  </a:lnTo>
                  <a:lnTo>
                    <a:pt x="3701" y="232468"/>
                  </a:lnTo>
                  <a:lnTo>
                    <a:pt x="0" y="277478"/>
                  </a:lnTo>
                  <a:lnTo>
                    <a:pt x="3915" y="323665"/>
                  </a:lnTo>
                  <a:lnTo>
                    <a:pt x="15235" y="367404"/>
                  </a:lnTo>
                  <a:lnTo>
                    <a:pt x="33324" y="408077"/>
                  </a:lnTo>
                  <a:lnTo>
                    <a:pt x="57545" y="445067"/>
                  </a:lnTo>
                  <a:lnTo>
                    <a:pt x="87261" y="477757"/>
                  </a:lnTo>
                  <a:lnTo>
                    <a:pt x="121835" y="505528"/>
                  </a:lnTo>
                  <a:lnTo>
                    <a:pt x="121835" y="277478"/>
                  </a:lnTo>
                  <a:lnTo>
                    <a:pt x="130059" y="227508"/>
                  </a:lnTo>
                  <a:lnTo>
                    <a:pt x="152948" y="184141"/>
                  </a:lnTo>
                  <a:lnTo>
                    <a:pt x="187827" y="149962"/>
                  </a:lnTo>
                  <a:lnTo>
                    <a:pt x="232023" y="127559"/>
                  </a:lnTo>
                  <a:lnTo>
                    <a:pt x="282860" y="119517"/>
                  </a:lnTo>
                  <a:lnTo>
                    <a:pt x="333697" y="127584"/>
                  </a:lnTo>
                  <a:lnTo>
                    <a:pt x="377892" y="150038"/>
                  </a:lnTo>
                  <a:lnTo>
                    <a:pt x="412772" y="184254"/>
                  </a:lnTo>
                  <a:lnTo>
                    <a:pt x="435661" y="227608"/>
                  </a:lnTo>
                  <a:lnTo>
                    <a:pt x="443885" y="277478"/>
                  </a:lnTo>
                  <a:lnTo>
                    <a:pt x="435661" y="327448"/>
                  </a:lnTo>
                  <a:lnTo>
                    <a:pt x="412772" y="370815"/>
                  </a:lnTo>
                  <a:lnTo>
                    <a:pt x="377892" y="404994"/>
                  </a:lnTo>
                  <a:lnTo>
                    <a:pt x="333697" y="427397"/>
                  </a:lnTo>
                  <a:lnTo>
                    <a:pt x="282860" y="435439"/>
                  </a:lnTo>
                  <a:lnTo>
                    <a:pt x="256466" y="433298"/>
                  </a:lnTo>
                  <a:lnTo>
                    <a:pt x="231473" y="427136"/>
                  </a:lnTo>
                  <a:lnTo>
                    <a:pt x="208179" y="417345"/>
                  </a:lnTo>
                  <a:lnTo>
                    <a:pt x="186884" y="404318"/>
                  </a:lnTo>
                  <a:lnTo>
                    <a:pt x="186884" y="538480"/>
                  </a:lnTo>
                  <a:lnTo>
                    <a:pt x="209716" y="545468"/>
                  </a:lnTo>
                  <a:lnTo>
                    <a:pt x="233372" y="550641"/>
                  </a:lnTo>
                  <a:lnTo>
                    <a:pt x="257779" y="553853"/>
                  </a:lnTo>
                  <a:lnTo>
                    <a:pt x="282860" y="554956"/>
                  </a:lnTo>
                  <a:lnTo>
                    <a:pt x="328743" y="551325"/>
                  </a:lnTo>
                  <a:lnTo>
                    <a:pt x="372268" y="540811"/>
                  </a:lnTo>
                  <a:lnTo>
                    <a:pt x="412853" y="523986"/>
                  </a:lnTo>
                  <a:lnTo>
                    <a:pt x="449916" y="501421"/>
                  </a:lnTo>
                  <a:lnTo>
                    <a:pt x="482875" y="473687"/>
                  </a:lnTo>
                  <a:lnTo>
                    <a:pt x="511146" y="441356"/>
                  </a:lnTo>
                  <a:lnTo>
                    <a:pt x="534149" y="404998"/>
                  </a:lnTo>
                  <a:lnTo>
                    <a:pt x="551300" y="365185"/>
                  </a:lnTo>
                  <a:lnTo>
                    <a:pt x="562018" y="322488"/>
                  </a:lnTo>
                  <a:lnTo>
                    <a:pt x="565720" y="277478"/>
                  </a:lnTo>
                  <a:lnTo>
                    <a:pt x="562018" y="232468"/>
                  </a:lnTo>
                  <a:lnTo>
                    <a:pt x="551300" y="189771"/>
                  </a:lnTo>
                  <a:lnTo>
                    <a:pt x="534149" y="149958"/>
                  </a:lnTo>
                  <a:lnTo>
                    <a:pt x="511146" y="113600"/>
                  </a:lnTo>
                  <a:lnTo>
                    <a:pt x="482875" y="81269"/>
                  </a:lnTo>
                  <a:lnTo>
                    <a:pt x="449916" y="53535"/>
                  </a:lnTo>
                  <a:lnTo>
                    <a:pt x="412853" y="30970"/>
                  </a:lnTo>
                  <a:lnTo>
                    <a:pt x="372268" y="14145"/>
                  </a:lnTo>
                  <a:lnTo>
                    <a:pt x="328743" y="3631"/>
                  </a:lnTo>
                  <a:lnTo>
                    <a:pt x="28286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4" name="Google Shape;144;p3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665157" y="1431188"/>
              <a:ext cx="188217" cy="18463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5" name="Google Shape;145;p35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20502" y="1430666"/>
              <a:ext cx="150094" cy="18568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6" name="Google Shape;146;p35"/>
            <p:cNvSpPr/>
            <p:nvPr/>
          </p:nvSpPr>
          <p:spPr>
            <a:xfrm>
              <a:off x="2461984" y="1430940"/>
              <a:ext cx="134619" cy="185419"/>
            </a:xfrm>
            <a:custGeom>
              <a:avLst/>
              <a:gdLst/>
              <a:ahLst/>
              <a:cxnLst/>
              <a:rect l="l" t="t" r="r" b="b"/>
              <a:pathLst>
                <a:path w="134619" h="185419" extrusionOk="0">
                  <a:moveTo>
                    <a:pt x="134366" y="149860"/>
                  </a:moveTo>
                  <a:lnTo>
                    <a:pt x="42113" y="149860"/>
                  </a:lnTo>
                  <a:lnTo>
                    <a:pt x="42113" y="109220"/>
                  </a:lnTo>
                  <a:lnTo>
                    <a:pt x="126098" y="109220"/>
                  </a:lnTo>
                  <a:lnTo>
                    <a:pt x="126098" y="73660"/>
                  </a:lnTo>
                  <a:lnTo>
                    <a:pt x="42113" y="73660"/>
                  </a:lnTo>
                  <a:lnTo>
                    <a:pt x="42113" y="35560"/>
                  </a:lnTo>
                  <a:lnTo>
                    <a:pt x="134099" y="35560"/>
                  </a:lnTo>
                  <a:lnTo>
                    <a:pt x="134099" y="0"/>
                  </a:lnTo>
                  <a:lnTo>
                    <a:pt x="0" y="0"/>
                  </a:lnTo>
                  <a:lnTo>
                    <a:pt x="0" y="35560"/>
                  </a:lnTo>
                  <a:lnTo>
                    <a:pt x="0" y="73660"/>
                  </a:lnTo>
                  <a:lnTo>
                    <a:pt x="0" y="109220"/>
                  </a:lnTo>
                  <a:lnTo>
                    <a:pt x="0" y="149860"/>
                  </a:lnTo>
                  <a:lnTo>
                    <a:pt x="0" y="185420"/>
                  </a:lnTo>
                  <a:lnTo>
                    <a:pt x="134366" y="185420"/>
                  </a:lnTo>
                  <a:lnTo>
                    <a:pt x="134366" y="14986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7" name="Google Shape;147;p35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690751" y="1430666"/>
              <a:ext cx="158892" cy="1856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8" name="Google Shape;148;p35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3191186" y="1426750"/>
              <a:ext cx="169555" cy="1932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9" name="Google Shape;149;p35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3456435" y="1430666"/>
              <a:ext cx="156493" cy="1856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0" name="Google Shape;150;p35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2940273" y="1427281"/>
              <a:ext cx="162090" cy="1932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1" name="Google Shape;151;p35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3704873" y="1430666"/>
              <a:ext cx="177020" cy="18568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52" name="Google Shape;152;p35" descr="Icon&#10;&#10;Description automatically generated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324402" y="0"/>
            <a:ext cx="28194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8">
  <p:cSld name="CUSTOM_10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502601" y="-170130"/>
            <a:ext cx="4804116" cy="53230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36" descr="Logo&#10;&#10;Description automatically generated with medium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3232" y="4306824"/>
            <a:ext cx="1435133" cy="25646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36"/>
          <p:cNvSpPr txBox="1">
            <a:spLocks noGrp="1"/>
          </p:cNvSpPr>
          <p:nvPr>
            <p:ph type="title"/>
          </p:nvPr>
        </p:nvSpPr>
        <p:spPr>
          <a:xfrm>
            <a:off x="713225" y="2119150"/>
            <a:ext cx="5745900" cy="167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None/>
              <a:defRPr sz="57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None/>
              <a:defRPr sz="5700" b="1">
                <a:solidFill>
                  <a:schemeClr val="dk1"/>
                </a:solidFill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None/>
              <a:defRPr sz="5700" b="1">
                <a:solidFill>
                  <a:schemeClr val="dk1"/>
                </a:solidFill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None/>
              <a:defRPr sz="5700" b="1">
                <a:solidFill>
                  <a:schemeClr val="dk1"/>
                </a:solidFill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None/>
              <a:defRPr sz="5700" b="1">
                <a:solidFill>
                  <a:schemeClr val="dk1"/>
                </a:solidFill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None/>
              <a:defRPr sz="5700" b="1">
                <a:solidFill>
                  <a:schemeClr val="dk1"/>
                </a:solidFill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None/>
              <a:defRPr sz="5700" b="1">
                <a:solidFill>
                  <a:schemeClr val="dk1"/>
                </a:solidFill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None/>
              <a:defRPr sz="5700" b="1">
                <a:solidFill>
                  <a:schemeClr val="dk1"/>
                </a:solidFill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None/>
              <a:defRPr sz="57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9">
  <p:cSld name="CUSTOM_11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502601" y="-24262"/>
            <a:ext cx="2927723" cy="5192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37" descr="Logo&#10;&#10;Description automatically generated with medium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3232" y="4306824"/>
            <a:ext cx="1435133" cy="256468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37"/>
          <p:cNvSpPr txBox="1">
            <a:spLocks noGrp="1"/>
          </p:cNvSpPr>
          <p:nvPr>
            <p:ph type="title"/>
          </p:nvPr>
        </p:nvSpPr>
        <p:spPr>
          <a:xfrm>
            <a:off x="713225" y="2119150"/>
            <a:ext cx="5745900" cy="167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None/>
              <a:defRPr sz="57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None/>
              <a:defRPr sz="5700" b="1">
                <a:solidFill>
                  <a:schemeClr val="dk1"/>
                </a:solidFill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None/>
              <a:defRPr sz="5700" b="1">
                <a:solidFill>
                  <a:schemeClr val="dk1"/>
                </a:solidFill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None/>
              <a:defRPr sz="5700" b="1">
                <a:solidFill>
                  <a:schemeClr val="dk1"/>
                </a:solidFill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None/>
              <a:defRPr sz="5700" b="1">
                <a:solidFill>
                  <a:schemeClr val="dk1"/>
                </a:solidFill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None/>
              <a:defRPr sz="5700" b="1">
                <a:solidFill>
                  <a:schemeClr val="dk1"/>
                </a:solidFill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None/>
              <a:defRPr sz="5700" b="1">
                <a:solidFill>
                  <a:schemeClr val="dk1"/>
                </a:solidFill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None/>
              <a:defRPr sz="5700" b="1">
                <a:solidFill>
                  <a:schemeClr val="dk1"/>
                </a:solidFill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None/>
              <a:defRPr sz="57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0">
  <p:cSld name="CUSTOM_12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38" descr="Logo&#10;&#10;Description automatically generated with medium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13232" y="4306824"/>
            <a:ext cx="1435133" cy="256468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38"/>
          <p:cNvSpPr txBox="1">
            <a:spLocks noGrp="1"/>
          </p:cNvSpPr>
          <p:nvPr>
            <p:ph type="title"/>
          </p:nvPr>
        </p:nvSpPr>
        <p:spPr>
          <a:xfrm>
            <a:off x="713225" y="2119150"/>
            <a:ext cx="5745900" cy="167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None/>
              <a:defRPr sz="57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None/>
              <a:defRPr sz="5700" b="1">
                <a:solidFill>
                  <a:schemeClr val="dk1"/>
                </a:solidFill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None/>
              <a:defRPr sz="5700" b="1">
                <a:solidFill>
                  <a:schemeClr val="dk1"/>
                </a:solidFill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None/>
              <a:defRPr sz="5700" b="1">
                <a:solidFill>
                  <a:schemeClr val="dk1"/>
                </a:solidFill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None/>
              <a:defRPr sz="5700" b="1">
                <a:solidFill>
                  <a:schemeClr val="dk1"/>
                </a:solidFill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None/>
              <a:defRPr sz="5700" b="1">
                <a:solidFill>
                  <a:schemeClr val="dk1"/>
                </a:solidFill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None/>
              <a:defRPr sz="5700" b="1">
                <a:solidFill>
                  <a:schemeClr val="dk1"/>
                </a:solidFill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None/>
              <a:defRPr sz="5700" b="1">
                <a:solidFill>
                  <a:schemeClr val="dk1"/>
                </a:solidFill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None/>
              <a:defRPr sz="57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pic>
        <p:nvPicPr>
          <p:cNvPr id="164" name="Google Shape;164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2601" y="-25350"/>
            <a:ext cx="2936040" cy="51942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1">
  <p:cSld name="CUSTOM_13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04811"/>
            <a:ext cx="7976625" cy="4238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39" descr="Logo&#10;&#10;Description automatically generated with medium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3232" y="342876"/>
            <a:ext cx="1202433" cy="214883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39"/>
          <p:cNvSpPr txBox="1">
            <a:spLocks noGrp="1"/>
          </p:cNvSpPr>
          <p:nvPr>
            <p:ph type="title"/>
          </p:nvPr>
        </p:nvSpPr>
        <p:spPr>
          <a:xfrm>
            <a:off x="713225" y="4100350"/>
            <a:ext cx="5745900" cy="167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700"/>
              <a:buNone/>
              <a:defRPr sz="57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700"/>
              <a:buNone/>
              <a:defRPr sz="5700" b="1">
                <a:solidFill>
                  <a:schemeClr val="lt1"/>
                </a:solidFill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700"/>
              <a:buNone/>
              <a:defRPr sz="5700" b="1">
                <a:solidFill>
                  <a:schemeClr val="lt1"/>
                </a:solidFill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700"/>
              <a:buNone/>
              <a:defRPr sz="5700" b="1">
                <a:solidFill>
                  <a:schemeClr val="lt1"/>
                </a:solidFill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700"/>
              <a:buNone/>
              <a:defRPr sz="5700" b="1">
                <a:solidFill>
                  <a:schemeClr val="lt1"/>
                </a:solidFill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700"/>
              <a:buNone/>
              <a:defRPr sz="5700" b="1">
                <a:solidFill>
                  <a:schemeClr val="lt1"/>
                </a:solidFill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700"/>
              <a:buNone/>
              <a:defRPr sz="5700" b="1">
                <a:solidFill>
                  <a:schemeClr val="lt1"/>
                </a:solidFill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700"/>
              <a:buNone/>
              <a:defRPr sz="5700" b="1">
                <a:solidFill>
                  <a:schemeClr val="lt1"/>
                </a:solidFill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700"/>
              <a:buNone/>
              <a:defRPr sz="57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2">
  <p:cSld name="CUSTOM_14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0"/>
          <p:cNvSpPr/>
          <p:nvPr/>
        </p:nvSpPr>
        <p:spPr>
          <a:xfrm>
            <a:off x="1485900" y="-10108"/>
            <a:ext cx="2024100" cy="4828800"/>
          </a:xfrm>
          <a:prstGeom prst="rect">
            <a:avLst/>
          </a:prstGeom>
          <a:gradFill>
            <a:gsLst>
              <a:gs pos="0">
                <a:srgbClr val="EC5428"/>
              </a:gs>
              <a:gs pos="58999">
                <a:srgbClr val="E64455"/>
              </a:gs>
              <a:gs pos="100000">
                <a:srgbClr val="E13681"/>
              </a:gs>
            </a:gsLst>
            <a:lin ang="3600008" scaled="0"/>
          </a:gradFill>
          <a:ln>
            <a:noFill/>
          </a:ln>
        </p:spPr>
        <p:txBody>
          <a:bodyPr spcFirstLastPara="1" wrap="square" lIns="41575" tIns="20775" rIns="41575" bIns="207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endParaRPr sz="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1" name="Google Shape;171;p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85900" y="-10108"/>
            <a:ext cx="7657562" cy="48288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09962" y="0"/>
            <a:ext cx="5633643" cy="514314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3" name="Google Shape;173;p40"/>
          <p:cNvGrpSpPr/>
          <p:nvPr/>
        </p:nvGrpSpPr>
        <p:grpSpPr>
          <a:xfrm>
            <a:off x="7507224" y="4325112"/>
            <a:ext cx="1200238" cy="214576"/>
            <a:chOff x="16784828" y="9591330"/>
            <a:chExt cx="2639046" cy="471804"/>
          </a:xfrm>
        </p:grpSpPr>
        <p:sp>
          <p:nvSpPr>
            <p:cNvPr id="174" name="Google Shape;174;p40"/>
            <p:cNvSpPr/>
            <p:nvPr/>
          </p:nvSpPr>
          <p:spPr>
            <a:xfrm>
              <a:off x="18852984" y="9746405"/>
              <a:ext cx="186055" cy="159384"/>
            </a:xfrm>
            <a:custGeom>
              <a:avLst/>
              <a:gdLst/>
              <a:ahLst/>
              <a:cxnLst/>
              <a:rect l="l" t="t" r="r" b="b"/>
              <a:pathLst>
                <a:path w="186055" h="159384" extrusionOk="0">
                  <a:moveTo>
                    <a:pt x="106629" y="142240"/>
                  </a:moveTo>
                  <a:lnTo>
                    <a:pt x="17818" y="142240"/>
                  </a:lnTo>
                  <a:lnTo>
                    <a:pt x="17818" y="0"/>
                  </a:lnTo>
                  <a:lnTo>
                    <a:pt x="0" y="0"/>
                  </a:lnTo>
                  <a:lnTo>
                    <a:pt x="0" y="142240"/>
                  </a:lnTo>
                  <a:lnTo>
                    <a:pt x="0" y="158750"/>
                  </a:lnTo>
                  <a:lnTo>
                    <a:pt x="106629" y="158750"/>
                  </a:lnTo>
                  <a:lnTo>
                    <a:pt x="106629" y="142240"/>
                  </a:lnTo>
                  <a:close/>
                </a:path>
                <a:path w="186055" h="159384" extrusionOk="0">
                  <a:moveTo>
                    <a:pt x="185978" y="215"/>
                  </a:moveTo>
                  <a:lnTo>
                    <a:pt x="168173" y="215"/>
                  </a:lnTo>
                  <a:lnTo>
                    <a:pt x="168173" y="158762"/>
                  </a:lnTo>
                  <a:lnTo>
                    <a:pt x="185978" y="158762"/>
                  </a:lnTo>
                  <a:lnTo>
                    <a:pt x="185978" y="215"/>
                  </a:lnTo>
                  <a:close/>
                </a:path>
              </a:pathLst>
            </a:custGeom>
            <a:solidFill>
              <a:srgbClr val="FFFFFF">
                <a:alpha val="62745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75" name="Google Shape;175;p40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9098690" y="9746615"/>
              <a:ext cx="151470" cy="1596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6" name="Google Shape;176;p40"/>
            <p:cNvSpPr/>
            <p:nvPr/>
          </p:nvSpPr>
          <p:spPr>
            <a:xfrm>
              <a:off x="19308305" y="9746405"/>
              <a:ext cx="115569" cy="158750"/>
            </a:xfrm>
            <a:custGeom>
              <a:avLst/>
              <a:gdLst/>
              <a:ahLst/>
              <a:cxnLst/>
              <a:rect l="l" t="t" r="r" b="b"/>
              <a:pathLst>
                <a:path w="115569" h="158750" extrusionOk="0">
                  <a:moveTo>
                    <a:pt x="115189" y="142240"/>
                  </a:moveTo>
                  <a:lnTo>
                    <a:pt x="17792" y="142240"/>
                  </a:lnTo>
                  <a:lnTo>
                    <a:pt x="17792" y="86360"/>
                  </a:lnTo>
                  <a:lnTo>
                    <a:pt x="103911" y="86360"/>
                  </a:lnTo>
                  <a:lnTo>
                    <a:pt x="103911" y="71120"/>
                  </a:lnTo>
                  <a:lnTo>
                    <a:pt x="17792" y="71120"/>
                  </a:lnTo>
                  <a:lnTo>
                    <a:pt x="17792" y="16510"/>
                  </a:lnTo>
                  <a:lnTo>
                    <a:pt x="114058" y="16510"/>
                  </a:lnTo>
                  <a:lnTo>
                    <a:pt x="114058" y="0"/>
                  </a:lnTo>
                  <a:lnTo>
                    <a:pt x="0" y="0"/>
                  </a:lnTo>
                  <a:lnTo>
                    <a:pt x="0" y="16510"/>
                  </a:lnTo>
                  <a:lnTo>
                    <a:pt x="0" y="71120"/>
                  </a:lnTo>
                  <a:lnTo>
                    <a:pt x="0" y="86360"/>
                  </a:lnTo>
                  <a:lnTo>
                    <a:pt x="0" y="142240"/>
                  </a:lnTo>
                  <a:lnTo>
                    <a:pt x="0" y="158750"/>
                  </a:lnTo>
                  <a:lnTo>
                    <a:pt x="115189" y="158750"/>
                  </a:lnTo>
                  <a:lnTo>
                    <a:pt x="115189" y="142240"/>
                  </a:lnTo>
                  <a:close/>
                </a:path>
              </a:pathLst>
            </a:custGeom>
            <a:solidFill>
              <a:srgbClr val="FFFFFF">
                <a:alpha val="62745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40"/>
            <p:cNvSpPr/>
            <p:nvPr/>
          </p:nvSpPr>
          <p:spPr>
            <a:xfrm>
              <a:off x="16784828" y="9591330"/>
              <a:ext cx="469265" cy="471804"/>
            </a:xfrm>
            <a:custGeom>
              <a:avLst/>
              <a:gdLst/>
              <a:ahLst/>
              <a:cxnLst/>
              <a:rect l="l" t="t" r="r" b="b"/>
              <a:pathLst>
                <a:path w="469265" h="471804" extrusionOk="0">
                  <a:moveTo>
                    <a:pt x="234476" y="0"/>
                  </a:moveTo>
                  <a:lnTo>
                    <a:pt x="187219" y="4786"/>
                  </a:lnTo>
                  <a:lnTo>
                    <a:pt x="143205" y="18513"/>
                  </a:lnTo>
                  <a:lnTo>
                    <a:pt x="103375" y="40234"/>
                  </a:lnTo>
                  <a:lnTo>
                    <a:pt x="68674" y="69002"/>
                  </a:lnTo>
                  <a:lnTo>
                    <a:pt x="40043" y="103869"/>
                  </a:lnTo>
                  <a:lnTo>
                    <a:pt x="18425" y="143888"/>
                  </a:lnTo>
                  <a:lnTo>
                    <a:pt x="4763" y="188112"/>
                  </a:lnTo>
                  <a:lnTo>
                    <a:pt x="0" y="235594"/>
                  </a:lnTo>
                  <a:lnTo>
                    <a:pt x="4647" y="282420"/>
                  </a:lnTo>
                  <a:lnTo>
                    <a:pt x="17983" y="326102"/>
                  </a:lnTo>
                  <a:lnTo>
                    <a:pt x="39094" y="365734"/>
                  </a:lnTo>
                  <a:lnTo>
                    <a:pt x="67069" y="400409"/>
                  </a:lnTo>
                  <a:lnTo>
                    <a:pt x="100994" y="429222"/>
                  </a:lnTo>
                  <a:lnTo>
                    <a:pt x="100994" y="235594"/>
                  </a:lnTo>
                  <a:lnTo>
                    <a:pt x="107812" y="193167"/>
                  </a:lnTo>
                  <a:lnTo>
                    <a:pt x="126785" y="156346"/>
                  </a:lnTo>
                  <a:lnTo>
                    <a:pt x="155699" y="127326"/>
                  </a:lnTo>
                  <a:lnTo>
                    <a:pt x="192334" y="108305"/>
                  </a:lnTo>
                  <a:lnTo>
                    <a:pt x="234476" y="101476"/>
                  </a:lnTo>
                  <a:lnTo>
                    <a:pt x="276617" y="108326"/>
                  </a:lnTo>
                  <a:lnTo>
                    <a:pt x="313253" y="127390"/>
                  </a:lnTo>
                  <a:lnTo>
                    <a:pt x="342166" y="156442"/>
                  </a:lnTo>
                  <a:lnTo>
                    <a:pt x="361140" y="193252"/>
                  </a:lnTo>
                  <a:lnTo>
                    <a:pt x="367957" y="235594"/>
                  </a:lnTo>
                  <a:lnTo>
                    <a:pt x="361140" y="278022"/>
                  </a:lnTo>
                  <a:lnTo>
                    <a:pt x="342166" y="314843"/>
                  </a:lnTo>
                  <a:lnTo>
                    <a:pt x="313253" y="343862"/>
                  </a:lnTo>
                  <a:lnTo>
                    <a:pt x="276617" y="362884"/>
                  </a:lnTo>
                  <a:lnTo>
                    <a:pt x="234476" y="369713"/>
                  </a:lnTo>
                  <a:lnTo>
                    <a:pt x="212597" y="367895"/>
                  </a:lnTo>
                  <a:lnTo>
                    <a:pt x="191879" y="362663"/>
                  </a:lnTo>
                  <a:lnTo>
                    <a:pt x="172569" y="354350"/>
                  </a:lnTo>
                  <a:lnTo>
                    <a:pt x="154917" y="343289"/>
                  </a:lnTo>
                  <a:lnTo>
                    <a:pt x="154917" y="457200"/>
                  </a:lnTo>
                  <a:lnTo>
                    <a:pt x="173843" y="463133"/>
                  </a:lnTo>
                  <a:lnTo>
                    <a:pt x="193453" y="467526"/>
                  </a:lnTo>
                  <a:lnTo>
                    <a:pt x="213685" y="470253"/>
                  </a:lnTo>
                  <a:lnTo>
                    <a:pt x="234476" y="471189"/>
                  </a:lnTo>
                  <a:lnTo>
                    <a:pt x="281732" y="466403"/>
                  </a:lnTo>
                  <a:lnTo>
                    <a:pt x="325747" y="452676"/>
                  </a:lnTo>
                  <a:lnTo>
                    <a:pt x="365576" y="430955"/>
                  </a:lnTo>
                  <a:lnTo>
                    <a:pt x="400277" y="402187"/>
                  </a:lnTo>
                  <a:lnTo>
                    <a:pt x="428908" y="367320"/>
                  </a:lnTo>
                  <a:lnTo>
                    <a:pt x="450526" y="327301"/>
                  </a:lnTo>
                  <a:lnTo>
                    <a:pt x="464188" y="283077"/>
                  </a:lnTo>
                  <a:lnTo>
                    <a:pt x="468952" y="235594"/>
                  </a:lnTo>
                  <a:lnTo>
                    <a:pt x="464188" y="188112"/>
                  </a:lnTo>
                  <a:lnTo>
                    <a:pt x="450526" y="143888"/>
                  </a:lnTo>
                  <a:lnTo>
                    <a:pt x="428908" y="103869"/>
                  </a:lnTo>
                  <a:lnTo>
                    <a:pt x="400277" y="69002"/>
                  </a:lnTo>
                  <a:lnTo>
                    <a:pt x="365576" y="40234"/>
                  </a:lnTo>
                  <a:lnTo>
                    <a:pt x="325747" y="18513"/>
                  </a:lnTo>
                  <a:lnTo>
                    <a:pt x="281732" y="4786"/>
                  </a:lnTo>
                  <a:lnTo>
                    <a:pt x="23447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78" name="Google Shape;178;p40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6941300" y="9748537"/>
              <a:ext cx="156022" cy="1567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9" name="Google Shape;179;p40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7401650" y="9748087"/>
              <a:ext cx="124420" cy="1576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0" name="Google Shape;180;p40"/>
            <p:cNvSpPr/>
            <p:nvPr/>
          </p:nvSpPr>
          <p:spPr>
            <a:xfrm>
              <a:off x="17601819" y="9748272"/>
              <a:ext cx="111759" cy="157479"/>
            </a:xfrm>
            <a:custGeom>
              <a:avLst/>
              <a:gdLst/>
              <a:ahLst/>
              <a:cxnLst/>
              <a:rect l="l" t="t" r="r" b="b"/>
              <a:pathLst>
                <a:path w="111759" h="157479" extrusionOk="0">
                  <a:moveTo>
                    <a:pt x="111379" y="128270"/>
                  </a:moveTo>
                  <a:lnTo>
                    <a:pt x="34912" y="128270"/>
                  </a:lnTo>
                  <a:lnTo>
                    <a:pt x="34912" y="92710"/>
                  </a:lnTo>
                  <a:lnTo>
                    <a:pt x="104533" y="92710"/>
                  </a:lnTo>
                  <a:lnTo>
                    <a:pt x="104533" y="62230"/>
                  </a:lnTo>
                  <a:lnTo>
                    <a:pt x="34912" y="62230"/>
                  </a:lnTo>
                  <a:lnTo>
                    <a:pt x="34912" y="29210"/>
                  </a:lnTo>
                  <a:lnTo>
                    <a:pt x="111163" y="29210"/>
                  </a:lnTo>
                  <a:lnTo>
                    <a:pt x="111163" y="0"/>
                  </a:lnTo>
                  <a:lnTo>
                    <a:pt x="0" y="0"/>
                  </a:lnTo>
                  <a:lnTo>
                    <a:pt x="0" y="29210"/>
                  </a:lnTo>
                  <a:lnTo>
                    <a:pt x="0" y="62230"/>
                  </a:lnTo>
                  <a:lnTo>
                    <a:pt x="0" y="92710"/>
                  </a:lnTo>
                  <a:lnTo>
                    <a:pt x="0" y="128270"/>
                  </a:lnTo>
                  <a:lnTo>
                    <a:pt x="0" y="157480"/>
                  </a:lnTo>
                  <a:lnTo>
                    <a:pt x="111379" y="157480"/>
                  </a:lnTo>
                  <a:lnTo>
                    <a:pt x="111379" y="12827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81" name="Google Shape;181;p40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7791465" y="9748087"/>
              <a:ext cx="131713" cy="1576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2" name="Google Shape;182;p40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8206292" y="9744774"/>
              <a:ext cx="140552" cy="1640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3" name="Google Shape;183;p40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18426181" y="9748087"/>
              <a:ext cx="129724" cy="1576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4" name="Google Shape;184;p40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18632122" y="9748087"/>
              <a:ext cx="146740" cy="1576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5" name="Google Shape;185;p40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17998306" y="9745224"/>
              <a:ext cx="134364" cy="16409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6" name="Google Shape;186;p40"/>
          <p:cNvSpPr txBox="1">
            <a:spLocks noGrp="1"/>
          </p:cNvSpPr>
          <p:nvPr>
            <p:ph type="title"/>
          </p:nvPr>
        </p:nvSpPr>
        <p:spPr>
          <a:xfrm>
            <a:off x="2441725" y="1223613"/>
            <a:ext cx="5745900" cy="167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 b="1">
                <a:solidFill>
                  <a:schemeClr val="lt1"/>
                </a:solidFill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 b="1">
                <a:solidFill>
                  <a:schemeClr val="lt1"/>
                </a:solidFill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 b="1">
                <a:solidFill>
                  <a:schemeClr val="lt1"/>
                </a:solidFill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 b="1">
                <a:solidFill>
                  <a:schemeClr val="lt1"/>
                </a:solidFill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 b="1">
                <a:solidFill>
                  <a:schemeClr val="lt1"/>
                </a:solidFill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 b="1">
                <a:solidFill>
                  <a:schemeClr val="lt1"/>
                </a:solidFill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 b="1">
                <a:solidFill>
                  <a:schemeClr val="lt1"/>
                </a:solidFill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1">
  <p:cSld name="CUSTOM_15"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1"/>
          <p:cNvSpPr txBox="1">
            <a:spLocks noGrp="1"/>
          </p:cNvSpPr>
          <p:nvPr>
            <p:ph type="body" idx="1"/>
          </p:nvPr>
        </p:nvSpPr>
        <p:spPr>
          <a:xfrm>
            <a:off x="713225" y="2902150"/>
            <a:ext cx="3875400" cy="16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marL="914400" lvl="1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marL="1371600" lvl="2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marL="3200400" lvl="6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marL="3657600" lvl="7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marL="4114800" lvl="8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89" name="Google Shape;189;p41"/>
          <p:cNvSpPr txBox="1">
            <a:spLocks noGrp="1"/>
          </p:cNvSpPr>
          <p:nvPr>
            <p:ph type="subTitle" idx="2"/>
          </p:nvPr>
        </p:nvSpPr>
        <p:spPr>
          <a:xfrm>
            <a:off x="713225" y="1765750"/>
            <a:ext cx="4108500" cy="9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 b="1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 b="1"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 b="1"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 b="1"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 b="1"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 b="1"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 b="1"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 b="1"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 b="1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90" name="Google Shape;190;p41" descr="Logo&#10;&#10;Description automatically generated with medium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07224" y="4553712"/>
            <a:ext cx="1065645" cy="1904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2">
  <p:cSld name="CUSTOM_17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" name="Google Shape;192;p42"/>
          <p:cNvGrpSpPr/>
          <p:nvPr/>
        </p:nvGrpSpPr>
        <p:grpSpPr>
          <a:xfrm>
            <a:off x="7506130" y="4554553"/>
            <a:ext cx="1069869" cy="184806"/>
            <a:chOff x="16784828" y="9591330"/>
            <a:chExt cx="2639046" cy="471804"/>
          </a:xfrm>
        </p:grpSpPr>
        <p:sp>
          <p:nvSpPr>
            <p:cNvPr id="193" name="Google Shape;193;p42"/>
            <p:cNvSpPr/>
            <p:nvPr/>
          </p:nvSpPr>
          <p:spPr>
            <a:xfrm>
              <a:off x="18852984" y="9746405"/>
              <a:ext cx="186055" cy="159384"/>
            </a:xfrm>
            <a:custGeom>
              <a:avLst/>
              <a:gdLst/>
              <a:ahLst/>
              <a:cxnLst/>
              <a:rect l="l" t="t" r="r" b="b"/>
              <a:pathLst>
                <a:path w="186055" h="159384" extrusionOk="0">
                  <a:moveTo>
                    <a:pt x="106629" y="142240"/>
                  </a:moveTo>
                  <a:lnTo>
                    <a:pt x="17818" y="142240"/>
                  </a:lnTo>
                  <a:lnTo>
                    <a:pt x="17818" y="0"/>
                  </a:lnTo>
                  <a:lnTo>
                    <a:pt x="0" y="0"/>
                  </a:lnTo>
                  <a:lnTo>
                    <a:pt x="0" y="142240"/>
                  </a:lnTo>
                  <a:lnTo>
                    <a:pt x="0" y="158750"/>
                  </a:lnTo>
                  <a:lnTo>
                    <a:pt x="106629" y="158750"/>
                  </a:lnTo>
                  <a:lnTo>
                    <a:pt x="106629" y="142240"/>
                  </a:lnTo>
                  <a:close/>
                </a:path>
                <a:path w="186055" h="159384" extrusionOk="0">
                  <a:moveTo>
                    <a:pt x="185978" y="215"/>
                  </a:moveTo>
                  <a:lnTo>
                    <a:pt x="168173" y="215"/>
                  </a:lnTo>
                  <a:lnTo>
                    <a:pt x="168173" y="158762"/>
                  </a:lnTo>
                  <a:lnTo>
                    <a:pt x="185978" y="158762"/>
                  </a:lnTo>
                  <a:lnTo>
                    <a:pt x="185978" y="215"/>
                  </a:lnTo>
                  <a:close/>
                </a:path>
              </a:pathLst>
            </a:custGeom>
            <a:solidFill>
              <a:srgbClr val="FFFFFF">
                <a:alpha val="62745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94" name="Google Shape;194;p42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9098690" y="9746615"/>
              <a:ext cx="151470" cy="1596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5" name="Google Shape;195;p42"/>
            <p:cNvSpPr/>
            <p:nvPr/>
          </p:nvSpPr>
          <p:spPr>
            <a:xfrm>
              <a:off x="19308305" y="9746405"/>
              <a:ext cx="115569" cy="158750"/>
            </a:xfrm>
            <a:custGeom>
              <a:avLst/>
              <a:gdLst/>
              <a:ahLst/>
              <a:cxnLst/>
              <a:rect l="l" t="t" r="r" b="b"/>
              <a:pathLst>
                <a:path w="115569" h="158750" extrusionOk="0">
                  <a:moveTo>
                    <a:pt x="115189" y="142240"/>
                  </a:moveTo>
                  <a:lnTo>
                    <a:pt x="17792" y="142240"/>
                  </a:lnTo>
                  <a:lnTo>
                    <a:pt x="17792" y="86360"/>
                  </a:lnTo>
                  <a:lnTo>
                    <a:pt x="103911" y="86360"/>
                  </a:lnTo>
                  <a:lnTo>
                    <a:pt x="103911" y="71120"/>
                  </a:lnTo>
                  <a:lnTo>
                    <a:pt x="17792" y="71120"/>
                  </a:lnTo>
                  <a:lnTo>
                    <a:pt x="17792" y="16510"/>
                  </a:lnTo>
                  <a:lnTo>
                    <a:pt x="114058" y="16510"/>
                  </a:lnTo>
                  <a:lnTo>
                    <a:pt x="114058" y="0"/>
                  </a:lnTo>
                  <a:lnTo>
                    <a:pt x="0" y="0"/>
                  </a:lnTo>
                  <a:lnTo>
                    <a:pt x="0" y="16510"/>
                  </a:lnTo>
                  <a:lnTo>
                    <a:pt x="0" y="71120"/>
                  </a:lnTo>
                  <a:lnTo>
                    <a:pt x="0" y="86360"/>
                  </a:lnTo>
                  <a:lnTo>
                    <a:pt x="0" y="142240"/>
                  </a:lnTo>
                  <a:lnTo>
                    <a:pt x="0" y="158750"/>
                  </a:lnTo>
                  <a:lnTo>
                    <a:pt x="115189" y="158750"/>
                  </a:lnTo>
                  <a:lnTo>
                    <a:pt x="115189" y="142240"/>
                  </a:lnTo>
                  <a:close/>
                </a:path>
              </a:pathLst>
            </a:custGeom>
            <a:solidFill>
              <a:srgbClr val="FFFFFF">
                <a:alpha val="62745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42"/>
            <p:cNvSpPr/>
            <p:nvPr/>
          </p:nvSpPr>
          <p:spPr>
            <a:xfrm>
              <a:off x="16784828" y="9591330"/>
              <a:ext cx="469265" cy="471804"/>
            </a:xfrm>
            <a:custGeom>
              <a:avLst/>
              <a:gdLst/>
              <a:ahLst/>
              <a:cxnLst/>
              <a:rect l="l" t="t" r="r" b="b"/>
              <a:pathLst>
                <a:path w="469265" h="471804" extrusionOk="0">
                  <a:moveTo>
                    <a:pt x="234476" y="0"/>
                  </a:moveTo>
                  <a:lnTo>
                    <a:pt x="187219" y="4786"/>
                  </a:lnTo>
                  <a:lnTo>
                    <a:pt x="143205" y="18513"/>
                  </a:lnTo>
                  <a:lnTo>
                    <a:pt x="103375" y="40234"/>
                  </a:lnTo>
                  <a:lnTo>
                    <a:pt x="68674" y="69002"/>
                  </a:lnTo>
                  <a:lnTo>
                    <a:pt x="40043" y="103869"/>
                  </a:lnTo>
                  <a:lnTo>
                    <a:pt x="18425" y="143888"/>
                  </a:lnTo>
                  <a:lnTo>
                    <a:pt x="4763" y="188112"/>
                  </a:lnTo>
                  <a:lnTo>
                    <a:pt x="0" y="235594"/>
                  </a:lnTo>
                  <a:lnTo>
                    <a:pt x="4647" y="282420"/>
                  </a:lnTo>
                  <a:lnTo>
                    <a:pt x="17983" y="326102"/>
                  </a:lnTo>
                  <a:lnTo>
                    <a:pt x="39094" y="365734"/>
                  </a:lnTo>
                  <a:lnTo>
                    <a:pt x="67069" y="400409"/>
                  </a:lnTo>
                  <a:lnTo>
                    <a:pt x="100994" y="429222"/>
                  </a:lnTo>
                  <a:lnTo>
                    <a:pt x="100994" y="235594"/>
                  </a:lnTo>
                  <a:lnTo>
                    <a:pt x="107812" y="193167"/>
                  </a:lnTo>
                  <a:lnTo>
                    <a:pt x="126785" y="156346"/>
                  </a:lnTo>
                  <a:lnTo>
                    <a:pt x="155699" y="127326"/>
                  </a:lnTo>
                  <a:lnTo>
                    <a:pt x="192334" y="108305"/>
                  </a:lnTo>
                  <a:lnTo>
                    <a:pt x="234476" y="101476"/>
                  </a:lnTo>
                  <a:lnTo>
                    <a:pt x="276617" y="108326"/>
                  </a:lnTo>
                  <a:lnTo>
                    <a:pt x="313253" y="127390"/>
                  </a:lnTo>
                  <a:lnTo>
                    <a:pt x="342166" y="156442"/>
                  </a:lnTo>
                  <a:lnTo>
                    <a:pt x="361140" y="193252"/>
                  </a:lnTo>
                  <a:lnTo>
                    <a:pt x="367957" y="235594"/>
                  </a:lnTo>
                  <a:lnTo>
                    <a:pt x="361140" y="278022"/>
                  </a:lnTo>
                  <a:lnTo>
                    <a:pt x="342166" y="314843"/>
                  </a:lnTo>
                  <a:lnTo>
                    <a:pt x="313253" y="343862"/>
                  </a:lnTo>
                  <a:lnTo>
                    <a:pt x="276617" y="362884"/>
                  </a:lnTo>
                  <a:lnTo>
                    <a:pt x="234476" y="369713"/>
                  </a:lnTo>
                  <a:lnTo>
                    <a:pt x="212597" y="367895"/>
                  </a:lnTo>
                  <a:lnTo>
                    <a:pt x="191879" y="362663"/>
                  </a:lnTo>
                  <a:lnTo>
                    <a:pt x="172569" y="354350"/>
                  </a:lnTo>
                  <a:lnTo>
                    <a:pt x="154917" y="343289"/>
                  </a:lnTo>
                  <a:lnTo>
                    <a:pt x="154917" y="457200"/>
                  </a:lnTo>
                  <a:lnTo>
                    <a:pt x="173843" y="463133"/>
                  </a:lnTo>
                  <a:lnTo>
                    <a:pt x="193453" y="467526"/>
                  </a:lnTo>
                  <a:lnTo>
                    <a:pt x="213685" y="470253"/>
                  </a:lnTo>
                  <a:lnTo>
                    <a:pt x="234476" y="471189"/>
                  </a:lnTo>
                  <a:lnTo>
                    <a:pt x="281732" y="466403"/>
                  </a:lnTo>
                  <a:lnTo>
                    <a:pt x="325747" y="452676"/>
                  </a:lnTo>
                  <a:lnTo>
                    <a:pt x="365576" y="430955"/>
                  </a:lnTo>
                  <a:lnTo>
                    <a:pt x="400277" y="402187"/>
                  </a:lnTo>
                  <a:lnTo>
                    <a:pt x="428908" y="367320"/>
                  </a:lnTo>
                  <a:lnTo>
                    <a:pt x="450526" y="327301"/>
                  </a:lnTo>
                  <a:lnTo>
                    <a:pt x="464188" y="283077"/>
                  </a:lnTo>
                  <a:lnTo>
                    <a:pt x="468952" y="235594"/>
                  </a:lnTo>
                  <a:lnTo>
                    <a:pt x="464188" y="188112"/>
                  </a:lnTo>
                  <a:lnTo>
                    <a:pt x="450526" y="143888"/>
                  </a:lnTo>
                  <a:lnTo>
                    <a:pt x="428908" y="103869"/>
                  </a:lnTo>
                  <a:lnTo>
                    <a:pt x="400277" y="69002"/>
                  </a:lnTo>
                  <a:lnTo>
                    <a:pt x="365576" y="40234"/>
                  </a:lnTo>
                  <a:lnTo>
                    <a:pt x="325747" y="18513"/>
                  </a:lnTo>
                  <a:lnTo>
                    <a:pt x="281732" y="4786"/>
                  </a:lnTo>
                  <a:lnTo>
                    <a:pt x="23447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97" name="Google Shape;197;p4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6941300" y="9748537"/>
              <a:ext cx="156022" cy="1567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8" name="Google Shape;198;p42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7401650" y="9748087"/>
              <a:ext cx="124420" cy="1576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9" name="Google Shape;199;p42"/>
            <p:cNvSpPr/>
            <p:nvPr/>
          </p:nvSpPr>
          <p:spPr>
            <a:xfrm>
              <a:off x="17601819" y="9748272"/>
              <a:ext cx="111759" cy="157479"/>
            </a:xfrm>
            <a:custGeom>
              <a:avLst/>
              <a:gdLst/>
              <a:ahLst/>
              <a:cxnLst/>
              <a:rect l="l" t="t" r="r" b="b"/>
              <a:pathLst>
                <a:path w="111759" h="157479" extrusionOk="0">
                  <a:moveTo>
                    <a:pt x="111379" y="128270"/>
                  </a:moveTo>
                  <a:lnTo>
                    <a:pt x="34912" y="128270"/>
                  </a:lnTo>
                  <a:lnTo>
                    <a:pt x="34912" y="92710"/>
                  </a:lnTo>
                  <a:lnTo>
                    <a:pt x="104533" y="92710"/>
                  </a:lnTo>
                  <a:lnTo>
                    <a:pt x="104533" y="62230"/>
                  </a:lnTo>
                  <a:lnTo>
                    <a:pt x="34912" y="62230"/>
                  </a:lnTo>
                  <a:lnTo>
                    <a:pt x="34912" y="29210"/>
                  </a:lnTo>
                  <a:lnTo>
                    <a:pt x="111163" y="29210"/>
                  </a:lnTo>
                  <a:lnTo>
                    <a:pt x="111163" y="0"/>
                  </a:lnTo>
                  <a:lnTo>
                    <a:pt x="0" y="0"/>
                  </a:lnTo>
                  <a:lnTo>
                    <a:pt x="0" y="29210"/>
                  </a:lnTo>
                  <a:lnTo>
                    <a:pt x="0" y="62230"/>
                  </a:lnTo>
                  <a:lnTo>
                    <a:pt x="0" y="92710"/>
                  </a:lnTo>
                  <a:lnTo>
                    <a:pt x="0" y="128270"/>
                  </a:lnTo>
                  <a:lnTo>
                    <a:pt x="0" y="157480"/>
                  </a:lnTo>
                  <a:lnTo>
                    <a:pt x="111379" y="157480"/>
                  </a:lnTo>
                  <a:lnTo>
                    <a:pt x="111379" y="12827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00" name="Google Shape;200;p42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7791465" y="9748087"/>
              <a:ext cx="131713" cy="1576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1" name="Google Shape;201;p42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8206292" y="9744774"/>
              <a:ext cx="140552" cy="1640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2" name="Google Shape;202;p42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8426181" y="9748087"/>
              <a:ext cx="129724" cy="1576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3" name="Google Shape;203;p42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8632122" y="9748087"/>
              <a:ext cx="146740" cy="1576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4" name="Google Shape;204;p42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17998306" y="9745224"/>
              <a:ext cx="134364" cy="16409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5" name="Google Shape;205;p42"/>
          <p:cNvSpPr txBox="1">
            <a:spLocks noGrp="1"/>
          </p:cNvSpPr>
          <p:nvPr>
            <p:ph type="body" idx="1"/>
          </p:nvPr>
        </p:nvSpPr>
        <p:spPr>
          <a:xfrm>
            <a:off x="713225" y="2902150"/>
            <a:ext cx="3875400" cy="16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6" name="Google Shape;206;p42"/>
          <p:cNvSpPr txBox="1">
            <a:spLocks noGrp="1"/>
          </p:cNvSpPr>
          <p:nvPr>
            <p:ph type="subTitle" idx="2"/>
          </p:nvPr>
        </p:nvSpPr>
        <p:spPr>
          <a:xfrm>
            <a:off x="713225" y="1765750"/>
            <a:ext cx="4108500" cy="9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 b="1"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 b="1"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 b="1"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 b="1"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 b="1"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 b="1"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 b="1"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 b="1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3">
  <p:cSld name="CUSTOM_18"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4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502601" y="-170130"/>
            <a:ext cx="4804116" cy="5323084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43"/>
          <p:cNvSpPr txBox="1">
            <a:spLocks noGrp="1"/>
          </p:cNvSpPr>
          <p:nvPr>
            <p:ph type="body" idx="1"/>
          </p:nvPr>
        </p:nvSpPr>
        <p:spPr>
          <a:xfrm>
            <a:off x="713225" y="2902150"/>
            <a:ext cx="3875400" cy="16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marL="914400" lvl="1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marL="1371600" lvl="2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marL="3200400" lvl="6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marL="3657600" lvl="7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marL="4114800" lvl="8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10" name="Google Shape;210;p43"/>
          <p:cNvSpPr txBox="1">
            <a:spLocks noGrp="1"/>
          </p:cNvSpPr>
          <p:nvPr>
            <p:ph type="subTitle" idx="2"/>
          </p:nvPr>
        </p:nvSpPr>
        <p:spPr>
          <a:xfrm>
            <a:off x="713225" y="1765750"/>
            <a:ext cx="4108500" cy="9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 b="1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 b="1"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 b="1"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 b="1"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 b="1"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 b="1"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 b="1"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 b="1"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 b="1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11" name="Google Shape;211;p43" descr="Logo&#10;&#10;Description automatically generated with medium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3232" y="4553712"/>
            <a:ext cx="1065645" cy="1904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4">
  <p:cSld name="CUSTOM_19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4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448250" y="-45425"/>
            <a:ext cx="2945050" cy="520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44"/>
          <p:cNvSpPr txBox="1">
            <a:spLocks noGrp="1"/>
          </p:cNvSpPr>
          <p:nvPr>
            <p:ph type="body" idx="1"/>
          </p:nvPr>
        </p:nvSpPr>
        <p:spPr>
          <a:xfrm>
            <a:off x="713225" y="2902150"/>
            <a:ext cx="3875400" cy="16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marL="914400" lvl="1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marL="1371600" lvl="2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marL="3200400" lvl="6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marL="3657600" lvl="7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marL="4114800" lvl="8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15" name="Google Shape;215;p44"/>
          <p:cNvSpPr txBox="1">
            <a:spLocks noGrp="1"/>
          </p:cNvSpPr>
          <p:nvPr>
            <p:ph type="subTitle" idx="2"/>
          </p:nvPr>
        </p:nvSpPr>
        <p:spPr>
          <a:xfrm>
            <a:off x="713225" y="1765750"/>
            <a:ext cx="4108500" cy="9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 b="1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 b="1"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 b="1"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 b="1"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 b="1"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 b="1"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 b="1"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 b="1"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 b="1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16" name="Google Shape;216;p44" descr="Logo&#10;&#10;Description automatically generated with medium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3232" y="4553712"/>
            <a:ext cx="1065645" cy="1904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5">
  <p:cSld name="CUSTOM_20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5"/>
          <p:cNvSpPr>
            <a:spLocks noGrp="1"/>
          </p:cNvSpPr>
          <p:nvPr>
            <p:ph type="pic" idx="2"/>
          </p:nvPr>
        </p:nvSpPr>
        <p:spPr>
          <a:xfrm>
            <a:off x="4572300" y="0"/>
            <a:ext cx="45717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19" name="Google Shape;219;p45"/>
          <p:cNvSpPr txBox="1">
            <a:spLocks noGrp="1"/>
          </p:cNvSpPr>
          <p:nvPr>
            <p:ph type="body" idx="1"/>
          </p:nvPr>
        </p:nvSpPr>
        <p:spPr>
          <a:xfrm>
            <a:off x="713225" y="2902150"/>
            <a:ext cx="3875400" cy="16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marL="914400" lvl="1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marL="1371600" lvl="2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marL="3200400" lvl="6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marL="3657600" lvl="7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marL="4114800" lvl="8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20" name="Google Shape;220;p45"/>
          <p:cNvSpPr txBox="1">
            <a:spLocks noGrp="1"/>
          </p:cNvSpPr>
          <p:nvPr>
            <p:ph type="subTitle" idx="3"/>
          </p:nvPr>
        </p:nvSpPr>
        <p:spPr>
          <a:xfrm>
            <a:off x="713225" y="1765750"/>
            <a:ext cx="3858900" cy="9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 b="1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 b="1"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 b="1"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 b="1"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 b="1"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 b="1"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 b="1"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 b="1"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 b="1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21" name="Google Shape;221;p45" descr="Logo&#10;&#10;Description automatically generated with medium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13232" y="4553712"/>
            <a:ext cx="1065645" cy="1904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9">
  <p:cSld name="CUSTOM_24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47" descr="Ico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4596" y="0"/>
            <a:ext cx="294798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47"/>
          <p:cNvSpPr txBox="1">
            <a:spLocks noGrp="1"/>
          </p:cNvSpPr>
          <p:nvPr>
            <p:ph type="body" idx="1"/>
          </p:nvPr>
        </p:nvSpPr>
        <p:spPr>
          <a:xfrm>
            <a:off x="3472125" y="2521150"/>
            <a:ext cx="5307600" cy="16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5" name="Google Shape;225;p47"/>
          <p:cNvSpPr txBox="1">
            <a:spLocks noGrp="1"/>
          </p:cNvSpPr>
          <p:nvPr>
            <p:ph type="subTitle" idx="2"/>
          </p:nvPr>
        </p:nvSpPr>
        <p:spPr>
          <a:xfrm>
            <a:off x="3472125" y="1765750"/>
            <a:ext cx="5284800" cy="9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226" name="Google Shape;226;p47"/>
          <p:cNvGrpSpPr/>
          <p:nvPr/>
        </p:nvGrpSpPr>
        <p:grpSpPr>
          <a:xfrm>
            <a:off x="7506130" y="4554553"/>
            <a:ext cx="1069869" cy="184806"/>
            <a:chOff x="16784828" y="9591330"/>
            <a:chExt cx="2639046" cy="471804"/>
          </a:xfrm>
        </p:grpSpPr>
        <p:sp>
          <p:nvSpPr>
            <p:cNvPr id="227" name="Google Shape;227;p47"/>
            <p:cNvSpPr/>
            <p:nvPr/>
          </p:nvSpPr>
          <p:spPr>
            <a:xfrm>
              <a:off x="18852984" y="9746405"/>
              <a:ext cx="186055" cy="159384"/>
            </a:xfrm>
            <a:custGeom>
              <a:avLst/>
              <a:gdLst/>
              <a:ahLst/>
              <a:cxnLst/>
              <a:rect l="l" t="t" r="r" b="b"/>
              <a:pathLst>
                <a:path w="186055" h="159384" extrusionOk="0">
                  <a:moveTo>
                    <a:pt x="106629" y="142240"/>
                  </a:moveTo>
                  <a:lnTo>
                    <a:pt x="17818" y="142240"/>
                  </a:lnTo>
                  <a:lnTo>
                    <a:pt x="17818" y="0"/>
                  </a:lnTo>
                  <a:lnTo>
                    <a:pt x="0" y="0"/>
                  </a:lnTo>
                  <a:lnTo>
                    <a:pt x="0" y="142240"/>
                  </a:lnTo>
                  <a:lnTo>
                    <a:pt x="0" y="158750"/>
                  </a:lnTo>
                  <a:lnTo>
                    <a:pt x="106629" y="158750"/>
                  </a:lnTo>
                  <a:lnTo>
                    <a:pt x="106629" y="142240"/>
                  </a:lnTo>
                  <a:close/>
                </a:path>
                <a:path w="186055" h="159384" extrusionOk="0">
                  <a:moveTo>
                    <a:pt x="185978" y="215"/>
                  </a:moveTo>
                  <a:lnTo>
                    <a:pt x="168173" y="215"/>
                  </a:lnTo>
                  <a:lnTo>
                    <a:pt x="168173" y="158762"/>
                  </a:lnTo>
                  <a:lnTo>
                    <a:pt x="185978" y="158762"/>
                  </a:lnTo>
                  <a:lnTo>
                    <a:pt x="185978" y="215"/>
                  </a:lnTo>
                  <a:close/>
                </a:path>
              </a:pathLst>
            </a:custGeom>
            <a:solidFill>
              <a:srgbClr val="FFFFFF">
                <a:alpha val="62745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28" name="Google Shape;228;p4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9098690" y="9746615"/>
              <a:ext cx="151470" cy="1596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9" name="Google Shape;229;p47"/>
            <p:cNvSpPr/>
            <p:nvPr/>
          </p:nvSpPr>
          <p:spPr>
            <a:xfrm>
              <a:off x="19308305" y="9746405"/>
              <a:ext cx="115569" cy="158750"/>
            </a:xfrm>
            <a:custGeom>
              <a:avLst/>
              <a:gdLst/>
              <a:ahLst/>
              <a:cxnLst/>
              <a:rect l="l" t="t" r="r" b="b"/>
              <a:pathLst>
                <a:path w="115569" h="158750" extrusionOk="0">
                  <a:moveTo>
                    <a:pt x="115189" y="142240"/>
                  </a:moveTo>
                  <a:lnTo>
                    <a:pt x="17792" y="142240"/>
                  </a:lnTo>
                  <a:lnTo>
                    <a:pt x="17792" y="86360"/>
                  </a:lnTo>
                  <a:lnTo>
                    <a:pt x="103911" y="86360"/>
                  </a:lnTo>
                  <a:lnTo>
                    <a:pt x="103911" y="71120"/>
                  </a:lnTo>
                  <a:lnTo>
                    <a:pt x="17792" y="71120"/>
                  </a:lnTo>
                  <a:lnTo>
                    <a:pt x="17792" y="16510"/>
                  </a:lnTo>
                  <a:lnTo>
                    <a:pt x="114058" y="16510"/>
                  </a:lnTo>
                  <a:lnTo>
                    <a:pt x="114058" y="0"/>
                  </a:lnTo>
                  <a:lnTo>
                    <a:pt x="0" y="0"/>
                  </a:lnTo>
                  <a:lnTo>
                    <a:pt x="0" y="16510"/>
                  </a:lnTo>
                  <a:lnTo>
                    <a:pt x="0" y="71120"/>
                  </a:lnTo>
                  <a:lnTo>
                    <a:pt x="0" y="86360"/>
                  </a:lnTo>
                  <a:lnTo>
                    <a:pt x="0" y="142240"/>
                  </a:lnTo>
                  <a:lnTo>
                    <a:pt x="0" y="158750"/>
                  </a:lnTo>
                  <a:lnTo>
                    <a:pt x="115189" y="158750"/>
                  </a:lnTo>
                  <a:lnTo>
                    <a:pt x="115189" y="142240"/>
                  </a:lnTo>
                  <a:close/>
                </a:path>
              </a:pathLst>
            </a:custGeom>
            <a:solidFill>
              <a:srgbClr val="FFFFFF">
                <a:alpha val="62745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p47"/>
            <p:cNvSpPr/>
            <p:nvPr/>
          </p:nvSpPr>
          <p:spPr>
            <a:xfrm>
              <a:off x="16784828" y="9591330"/>
              <a:ext cx="469265" cy="471804"/>
            </a:xfrm>
            <a:custGeom>
              <a:avLst/>
              <a:gdLst/>
              <a:ahLst/>
              <a:cxnLst/>
              <a:rect l="l" t="t" r="r" b="b"/>
              <a:pathLst>
                <a:path w="469265" h="471804" extrusionOk="0">
                  <a:moveTo>
                    <a:pt x="234476" y="0"/>
                  </a:moveTo>
                  <a:lnTo>
                    <a:pt x="187219" y="4786"/>
                  </a:lnTo>
                  <a:lnTo>
                    <a:pt x="143205" y="18513"/>
                  </a:lnTo>
                  <a:lnTo>
                    <a:pt x="103375" y="40234"/>
                  </a:lnTo>
                  <a:lnTo>
                    <a:pt x="68674" y="69002"/>
                  </a:lnTo>
                  <a:lnTo>
                    <a:pt x="40043" y="103869"/>
                  </a:lnTo>
                  <a:lnTo>
                    <a:pt x="18425" y="143888"/>
                  </a:lnTo>
                  <a:lnTo>
                    <a:pt x="4763" y="188112"/>
                  </a:lnTo>
                  <a:lnTo>
                    <a:pt x="0" y="235594"/>
                  </a:lnTo>
                  <a:lnTo>
                    <a:pt x="4647" y="282420"/>
                  </a:lnTo>
                  <a:lnTo>
                    <a:pt x="17983" y="326102"/>
                  </a:lnTo>
                  <a:lnTo>
                    <a:pt x="39094" y="365734"/>
                  </a:lnTo>
                  <a:lnTo>
                    <a:pt x="67069" y="400409"/>
                  </a:lnTo>
                  <a:lnTo>
                    <a:pt x="100994" y="429222"/>
                  </a:lnTo>
                  <a:lnTo>
                    <a:pt x="100994" y="235594"/>
                  </a:lnTo>
                  <a:lnTo>
                    <a:pt x="107812" y="193167"/>
                  </a:lnTo>
                  <a:lnTo>
                    <a:pt x="126785" y="156346"/>
                  </a:lnTo>
                  <a:lnTo>
                    <a:pt x="155699" y="127326"/>
                  </a:lnTo>
                  <a:lnTo>
                    <a:pt x="192334" y="108305"/>
                  </a:lnTo>
                  <a:lnTo>
                    <a:pt x="234476" y="101476"/>
                  </a:lnTo>
                  <a:lnTo>
                    <a:pt x="276617" y="108326"/>
                  </a:lnTo>
                  <a:lnTo>
                    <a:pt x="313253" y="127390"/>
                  </a:lnTo>
                  <a:lnTo>
                    <a:pt x="342166" y="156442"/>
                  </a:lnTo>
                  <a:lnTo>
                    <a:pt x="361140" y="193252"/>
                  </a:lnTo>
                  <a:lnTo>
                    <a:pt x="367957" y="235594"/>
                  </a:lnTo>
                  <a:lnTo>
                    <a:pt x="361140" y="278022"/>
                  </a:lnTo>
                  <a:lnTo>
                    <a:pt x="342166" y="314843"/>
                  </a:lnTo>
                  <a:lnTo>
                    <a:pt x="313253" y="343862"/>
                  </a:lnTo>
                  <a:lnTo>
                    <a:pt x="276617" y="362884"/>
                  </a:lnTo>
                  <a:lnTo>
                    <a:pt x="234476" y="369713"/>
                  </a:lnTo>
                  <a:lnTo>
                    <a:pt x="212597" y="367895"/>
                  </a:lnTo>
                  <a:lnTo>
                    <a:pt x="191879" y="362663"/>
                  </a:lnTo>
                  <a:lnTo>
                    <a:pt x="172569" y="354350"/>
                  </a:lnTo>
                  <a:lnTo>
                    <a:pt x="154917" y="343289"/>
                  </a:lnTo>
                  <a:lnTo>
                    <a:pt x="154917" y="457200"/>
                  </a:lnTo>
                  <a:lnTo>
                    <a:pt x="173843" y="463133"/>
                  </a:lnTo>
                  <a:lnTo>
                    <a:pt x="193453" y="467526"/>
                  </a:lnTo>
                  <a:lnTo>
                    <a:pt x="213685" y="470253"/>
                  </a:lnTo>
                  <a:lnTo>
                    <a:pt x="234476" y="471189"/>
                  </a:lnTo>
                  <a:lnTo>
                    <a:pt x="281732" y="466403"/>
                  </a:lnTo>
                  <a:lnTo>
                    <a:pt x="325747" y="452676"/>
                  </a:lnTo>
                  <a:lnTo>
                    <a:pt x="365576" y="430955"/>
                  </a:lnTo>
                  <a:lnTo>
                    <a:pt x="400277" y="402187"/>
                  </a:lnTo>
                  <a:lnTo>
                    <a:pt x="428908" y="367320"/>
                  </a:lnTo>
                  <a:lnTo>
                    <a:pt x="450526" y="327301"/>
                  </a:lnTo>
                  <a:lnTo>
                    <a:pt x="464188" y="283077"/>
                  </a:lnTo>
                  <a:lnTo>
                    <a:pt x="468952" y="235594"/>
                  </a:lnTo>
                  <a:lnTo>
                    <a:pt x="464188" y="188112"/>
                  </a:lnTo>
                  <a:lnTo>
                    <a:pt x="450526" y="143888"/>
                  </a:lnTo>
                  <a:lnTo>
                    <a:pt x="428908" y="103869"/>
                  </a:lnTo>
                  <a:lnTo>
                    <a:pt x="400277" y="69002"/>
                  </a:lnTo>
                  <a:lnTo>
                    <a:pt x="365576" y="40234"/>
                  </a:lnTo>
                  <a:lnTo>
                    <a:pt x="325747" y="18513"/>
                  </a:lnTo>
                  <a:lnTo>
                    <a:pt x="281732" y="4786"/>
                  </a:lnTo>
                  <a:lnTo>
                    <a:pt x="23447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31" name="Google Shape;231;p4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6941300" y="9748537"/>
              <a:ext cx="156022" cy="1567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2" name="Google Shape;232;p47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7401650" y="9748087"/>
              <a:ext cx="124420" cy="1576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3" name="Google Shape;233;p47"/>
            <p:cNvSpPr/>
            <p:nvPr/>
          </p:nvSpPr>
          <p:spPr>
            <a:xfrm>
              <a:off x="17601819" y="9748272"/>
              <a:ext cx="111759" cy="157479"/>
            </a:xfrm>
            <a:custGeom>
              <a:avLst/>
              <a:gdLst/>
              <a:ahLst/>
              <a:cxnLst/>
              <a:rect l="l" t="t" r="r" b="b"/>
              <a:pathLst>
                <a:path w="111759" h="157479" extrusionOk="0">
                  <a:moveTo>
                    <a:pt x="111379" y="128270"/>
                  </a:moveTo>
                  <a:lnTo>
                    <a:pt x="34912" y="128270"/>
                  </a:lnTo>
                  <a:lnTo>
                    <a:pt x="34912" y="92710"/>
                  </a:lnTo>
                  <a:lnTo>
                    <a:pt x="104533" y="92710"/>
                  </a:lnTo>
                  <a:lnTo>
                    <a:pt x="104533" y="62230"/>
                  </a:lnTo>
                  <a:lnTo>
                    <a:pt x="34912" y="62230"/>
                  </a:lnTo>
                  <a:lnTo>
                    <a:pt x="34912" y="29210"/>
                  </a:lnTo>
                  <a:lnTo>
                    <a:pt x="111163" y="29210"/>
                  </a:lnTo>
                  <a:lnTo>
                    <a:pt x="111163" y="0"/>
                  </a:lnTo>
                  <a:lnTo>
                    <a:pt x="0" y="0"/>
                  </a:lnTo>
                  <a:lnTo>
                    <a:pt x="0" y="29210"/>
                  </a:lnTo>
                  <a:lnTo>
                    <a:pt x="0" y="62230"/>
                  </a:lnTo>
                  <a:lnTo>
                    <a:pt x="0" y="92710"/>
                  </a:lnTo>
                  <a:lnTo>
                    <a:pt x="0" y="128270"/>
                  </a:lnTo>
                  <a:lnTo>
                    <a:pt x="0" y="157480"/>
                  </a:lnTo>
                  <a:lnTo>
                    <a:pt x="111379" y="157480"/>
                  </a:lnTo>
                  <a:lnTo>
                    <a:pt x="111379" y="12827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34" name="Google Shape;234;p47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7791465" y="9748087"/>
              <a:ext cx="131713" cy="1576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5" name="Google Shape;235;p47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8206292" y="9744774"/>
              <a:ext cx="140552" cy="1640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6" name="Google Shape;236;p47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8426181" y="9748087"/>
              <a:ext cx="129724" cy="1576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7" name="Google Shape;237;p47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18632122" y="9748087"/>
              <a:ext cx="146740" cy="1576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8" name="Google Shape;238;p47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17998306" y="9745224"/>
              <a:ext cx="134364" cy="16409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10">
  <p:cSld name="CUSTOM_25"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8"/>
          <p:cNvSpPr>
            <a:spLocks noGrp="1"/>
          </p:cNvSpPr>
          <p:nvPr>
            <p:ph type="pic" idx="2"/>
          </p:nvPr>
        </p:nvSpPr>
        <p:spPr>
          <a:xfrm>
            <a:off x="4572000" y="1024325"/>
            <a:ext cx="4572000" cy="4119300"/>
          </a:xfrm>
          <a:prstGeom prst="rect">
            <a:avLst/>
          </a:prstGeom>
          <a:noFill/>
          <a:ln>
            <a:noFill/>
          </a:ln>
        </p:spPr>
      </p:sp>
      <p:pic>
        <p:nvPicPr>
          <p:cNvPr id="241" name="Google Shape;241;p48" descr="Ico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472801"/>
            <a:ext cx="4572000" cy="1670699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48"/>
          <p:cNvSpPr txBox="1">
            <a:spLocks noGrp="1"/>
          </p:cNvSpPr>
          <p:nvPr>
            <p:ph type="body" idx="1"/>
          </p:nvPr>
        </p:nvSpPr>
        <p:spPr>
          <a:xfrm>
            <a:off x="713225" y="1149550"/>
            <a:ext cx="3875400" cy="16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marL="914400" lvl="1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marL="1371600" lvl="2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marL="3200400" lvl="6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marL="3657600" lvl="7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marL="4114800" lvl="8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43" name="Google Shape;243;p48"/>
          <p:cNvSpPr txBox="1">
            <a:spLocks noGrp="1"/>
          </p:cNvSpPr>
          <p:nvPr>
            <p:ph type="subTitle" idx="3"/>
          </p:nvPr>
        </p:nvSpPr>
        <p:spPr>
          <a:xfrm>
            <a:off x="713225" y="546550"/>
            <a:ext cx="3858900" cy="2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44" name="Google Shape;244;p48" descr="Logo&#10;&#10;Description automatically generated with medium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48634" y="284466"/>
            <a:ext cx="1251424" cy="223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12">
  <p:cSld name="CUSTOM_27"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9"/>
          <p:cNvSpPr>
            <a:spLocks noGrp="1"/>
          </p:cNvSpPr>
          <p:nvPr>
            <p:ph type="pic" idx="2"/>
          </p:nvPr>
        </p:nvSpPr>
        <p:spPr>
          <a:xfrm>
            <a:off x="5359150" y="2534000"/>
            <a:ext cx="3788400" cy="2609400"/>
          </a:xfrm>
          <a:prstGeom prst="rect">
            <a:avLst/>
          </a:prstGeom>
          <a:noFill/>
          <a:ln>
            <a:noFill/>
          </a:ln>
        </p:spPr>
      </p:sp>
      <p:pic>
        <p:nvPicPr>
          <p:cNvPr id="247" name="Google Shape;247;p49" descr="Background patter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355588" y="-5"/>
            <a:ext cx="3788274" cy="2624687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49"/>
          <p:cNvSpPr txBox="1">
            <a:spLocks noGrp="1"/>
          </p:cNvSpPr>
          <p:nvPr>
            <p:ph type="body" idx="1"/>
          </p:nvPr>
        </p:nvSpPr>
        <p:spPr>
          <a:xfrm>
            <a:off x="713225" y="2063950"/>
            <a:ext cx="3875400" cy="16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marL="914400" lvl="1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marL="1371600" lvl="2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marL="3200400" lvl="6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marL="3657600" lvl="7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marL="4114800" lvl="8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49" name="Google Shape;249;p49"/>
          <p:cNvSpPr txBox="1">
            <a:spLocks noGrp="1"/>
          </p:cNvSpPr>
          <p:nvPr>
            <p:ph type="subTitle" idx="3"/>
          </p:nvPr>
        </p:nvSpPr>
        <p:spPr>
          <a:xfrm>
            <a:off x="713225" y="1689550"/>
            <a:ext cx="3858900" cy="2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50" name="Google Shape;250;p49" descr="Logo&#10;&#10;Description automatically generated with medium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3232" y="4553712"/>
            <a:ext cx="1065645" cy="1904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13">
  <p:cSld name="CUSTOM_28"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50"/>
          <p:cNvSpPr>
            <a:spLocks noGrp="1"/>
          </p:cNvSpPr>
          <p:nvPr>
            <p:ph type="pic" idx="2"/>
          </p:nvPr>
        </p:nvSpPr>
        <p:spPr>
          <a:xfrm>
            <a:off x="3353525" y="0"/>
            <a:ext cx="5795700" cy="5143200"/>
          </a:xfrm>
          <a:prstGeom prst="rect">
            <a:avLst/>
          </a:prstGeom>
          <a:noFill/>
          <a:ln>
            <a:noFill/>
          </a:ln>
        </p:spPr>
      </p:sp>
      <p:pic>
        <p:nvPicPr>
          <p:cNvPr id="253" name="Google Shape;253;p5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0587" y="876238"/>
            <a:ext cx="3833541" cy="3390662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50"/>
          <p:cNvSpPr txBox="1">
            <a:spLocks noGrp="1"/>
          </p:cNvSpPr>
          <p:nvPr>
            <p:ph type="body" idx="1"/>
          </p:nvPr>
        </p:nvSpPr>
        <p:spPr>
          <a:xfrm>
            <a:off x="1170428" y="2292550"/>
            <a:ext cx="3261300" cy="16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55" name="Google Shape;255;p50"/>
          <p:cNvSpPr txBox="1">
            <a:spLocks noGrp="1"/>
          </p:cNvSpPr>
          <p:nvPr>
            <p:ph type="subTitle" idx="3"/>
          </p:nvPr>
        </p:nvSpPr>
        <p:spPr>
          <a:xfrm>
            <a:off x="1170428" y="1308550"/>
            <a:ext cx="3247500" cy="9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256" name="Google Shape;256;p50"/>
          <p:cNvGrpSpPr/>
          <p:nvPr/>
        </p:nvGrpSpPr>
        <p:grpSpPr>
          <a:xfrm>
            <a:off x="7506130" y="439753"/>
            <a:ext cx="1069869" cy="184806"/>
            <a:chOff x="16784828" y="9591330"/>
            <a:chExt cx="2639046" cy="471804"/>
          </a:xfrm>
        </p:grpSpPr>
        <p:sp>
          <p:nvSpPr>
            <p:cNvPr id="257" name="Google Shape;257;p50"/>
            <p:cNvSpPr/>
            <p:nvPr/>
          </p:nvSpPr>
          <p:spPr>
            <a:xfrm>
              <a:off x="18852984" y="9746405"/>
              <a:ext cx="186055" cy="159384"/>
            </a:xfrm>
            <a:custGeom>
              <a:avLst/>
              <a:gdLst/>
              <a:ahLst/>
              <a:cxnLst/>
              <a:rect l="l" t="t" r="r" b="b"/>
              <a:pathLst>
                <a:path w="186055" h="159384" extrusionOk="0">
                  <a:moveTo>
                    <a:pt x="106629" y="142240"/>
                  </a:moveTo>
                  <a:lnTo>
                    <a:pt x="17818" y="142240"/>
                  </a:lnTo>
                  <a:lnTo>
                    <a:pt x="17818" y="0"/>
                  </a:lnTo>
                  <a:lnTo>
                    <a:pt x="0" y="0"/>
                  </a:lnTo>
                  <a:lnTo>
                    <a:pt x="0" y="142240"/>
                  </a:lnTo>
                  <a:lnTo>
                    <a:pt x="0" y="158750"/>
                  </a:lnTo>
                  <a:lnTo>
                    <a:pt x="106629" y="158750"/>
                  </a:lnTo>
                  <a:lnTo>
                    <a:pt x="106629" y="142240"/>
                  </a:lnTo>
                  <a:close/>
                </a:path>
                <a:path w="186055" h="159384" extrusionOk="0">
                  <a:moveTo>
                    <a:pt x="185978" y="215"/>
                  </a:moveTo>
                  <a:lnTo>
                    <a:pt x="168173" y="215"/>
                  </a:lnTo>
                  <a:lnTo>
                    <a:pt x="168173" y="158762"/>
                  </a:lnTo>
                  <a:lnTo>
                    <a:pt x="185978" y="158762"/>
                  </a:lnTo>
                  <a:lnTo>
                    <a:pt x="185978" y="215"/>
                  </a:lnTo>
                  <a:close/>
                </a:path>
              </a:pathLst>
            </a:custGeom>
            <a:solidFill>
              <a:srgbClr val="FFFFFF">
                <a:alpha val="62745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58" name="Google Shape;258;p5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9098690" y="9746615"/>
              <a:ext cx="151470" cy="1596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9" name="Google Shape;259;p50"/>
            <p:cNvSpPr/>
            <p:nvPr/>
          </p:nvSpPr>
          <p:spPr>
            <a:xfrm>
              <a:off x="19308305" y="9746405"/>
              <a:ext cx="115569" cy="158750"/>
            </a:xfrm>
            <a:custGeom>
              <a:avLst/>
              <a:gdLst/>
              <a:ahLst/>
              <a:cxnLst/>
              <a:rect l="l" t="t" r="r" b="b"/>
              <a:pathLst>
                <a:path w="115569" h="158750" extrusionOk="0">
                  <a:moveTo>
                    <a:pt x="115189" y="142240"/>
                  </a:moveTo>
                  <a:lnTo>
                    <a:pt x="17792" y="142240"/>
                  </a:lnTo>
                  <a:lnTo>
                    <a:pt x="17792" y="86360"/>
                  </a:lnTo>
                  <a:lnTo>
                    <a:pt x="103911" y="86360"/>
                  </a:lnTo>
                  <a:lnTo>
                    <a:pt x="103911" y="71120"/>
                  </a:lnTo>
                  <a:lnTo>
                    <a:pt x="17792" y="71120"/>
                  </a:lnTo>
                  <a:lnTo>
                    <a:pt x="17792" y="16510"/>
                  </a:lnTo>
                  <a:lnTo>
                    <a:pt x="114058" y="16510"/>
                  </a:lnTo>
                  <a:lnTo>
                    <a:pt x="114058" y="0"/>
                  </a:lnTo>
                  <a:lnTo>
                    <a:pt x="0" y="0"/>
                  </a:lnTo>
                  <a:lnTo>
                    <a:pt x="0" y="16510"/>
                  </a:lnTo>
                  <a:lnTo>
                    <a:pt x="0" y="71120"/>
                  </a:lnTo>
                  <a:lnTo>
                    <a:pt x="0" y="86360"/>
                  </a:lnTo>
                  <a:lnTo>
                    <a:pt x="0" y="142240"/>
                  </a:lnTo>
                  <a:lnTo>
                    <a:pt x="0" y="158750"/>
                  </a:lnTo>
                  <a:lnTo>
                    <a:pt x="115189" y="158750"/>
                  </a:lnTo>
                  <a:lnTo>
                    <a:pt x="115189" y="142240"/>
                  </a:lnTo>
                  <a:close/>
                </a:path>
              </a:pathLst>
            </a:custGeom>
            <a:solidFill>
              <a:srgbClr val="FFFFFF">
                <a:alpha val="62745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" name="Google Shape;260;p50"/>
            <p:cNvSpPr/>
            <p:nvPr/>
          </p:nvSpPr>
          <p:spPr>
            <a:xfrm>
              <a:off x="16784828" y="9591330"/>
              <a:ext cx="469265" cy="471804"/>
            </a:xfrm>
            <a:custGeom>
              <a:avLst/>
              <a:gdLst/>
              <a:ahLst/>
              <a:cxnLst/>
              <a:rect l="l" t="t" r="r" b="b"/>
              <a:pathLst>
                <a:path w="469265" h="471804" extrusionOk="0">
                  <a:moveTo>
                    <a:pt x="234476" y="0"/>
                  </a:moveTo>
                  <a:lnTo>
                    <a:pt x="187219" y="4786"/>
                  </a:lnTo>
                  <a:lnTo>
                    <a:pt x="143205" y="18513"/>
                  </a:lnTo>
                  <a:lnTo>
                    <a:pt x="103375" y="40234"/>
                  </a:lnTo>
                  <a:lnTo>
                    <a:pt x="68674" y="69002"/>
                  </a:lnTo>
                  <a:lnTo>
                    <a:pt x="40043" y="103869"/>
                  </a:lnTo>
                  <a:lnTo>
                    <a:pt x="18425" y="143888"/>
                  </a:lnTo>
                  <a:lnTo>
                    <a:pt x="4763" y="188112"/>
                  </a:lnTo>
                  <a:lnTo>
                    <a:pt x="0" y="235594"/>
                  </a:lnTo>
                  <a:lnTo>
                    <a:pt x="4647" y="282420"/>
                  </a:lnTo>
                  <a:lnTo>
                    <a:pt x="17983" y="326102"/>
                  </a:lnTo>
                  <a:lnTo>
                    <a:pt x="39094" y="365734"/>
                  </a:lnTo>
                  <a:lnTo>
                    <a:pt x="67069" y="400409"/>
                  </a:lnTo>
                  <a:lnTo>
                    <a:pt x="100994" y="429222"/>
                  </a:lnTo>
                  <a:lnTo>
                    <a:pt x="100994" y="235594"/>
                  </a:lnTo>
                  <a:lnTo>
                    <a:pt x="107812" y="193167"/>
                  </a:lnTo>
                  <a:lnTo>
                    <a:pt x="126785" y="156346"/>
                  </a:lnTo>
                  <a:lnTo>
                    <a:pt x="155699" y="127326"/>
                  </a:lnTo>
                  <a:lnTo>
                    <a:pt x="192334" y="108305"/>
                  </a:lnTo>
                  <a:lnTo>
                    <a:pt x="234476" y="101476"/>
                  </a:lnTo>
                  <a:lnTo>
                    <a:pt x="276617" y="108326"/>
                  </a:lnTo>
                  <a:lnTo>
                    <a:pt x="313253" y="127390"/>
                  </a:lnTo>
                  <a:lnTo>
                    <a:pt x="342166" y="156442"/>
                  </a:lnTo>
                  <a:lnTo>
                    <a:pt x="361140" y="193252"/>
                  </a:lnTo>
                  <a:lnTo>
                    <a:pt x="367957" y="235594"/>
                  </a:lnTo>
                  <a:lnTo>
                    <a:pt x="361140" y="278022"/>
                  </a:lnTo>
                  <a:lnTo>
                    <a:pt x="342166" y="314843"/>
                  </a:lnTo>
                  <a:lnTo>
                    <a:pt x="313253" y="343862"/>
                  </a:lnTo>
                  <a:lnTo>
                    <a:pt x="276617" y="362884"/>
                  </a:lnTo>
                  <a:lnTo>
                    <a:pt x="234476" y="369713"/>
                  </a:lnTo>
                  <a:lnTo>
                    <a:pt x="212597" y="367895"/>
                  </a:lnTo>
                  <a:lnTo>
                    <a:pt x="191879" y="362663"/>
                  </a:lnTo>
                  <a:lnTo>
                    <a:pt x="172569" y="354350"/>
                  </a:lnTo>
                  <a:lnTo>
                    <a:pt x="154917" y="343289"/>
                  </a:lnTo>
                  <a:lnTo>
                    <a:pt x="154917" y="457200"/>
                  </a:lnTo>
                  <a:lnTo>
                    <a:pt x="173843" y="463133"/>
                  </a:lnTo>
                  <a:lnTo>
                    <a:pt x="193453" y="467526"/>
                  </a:lnTo>
                  <a:lnTo>
                    <a:pt x="213685" y="470253"/>
                  </a:lnTo>
                  <a:lnTo>
                    <a:pt x="234476" y="471189"/>
                  </a:lnTo>
                  <a:lnTo>
                    <a:pt x="281732" y="466403"/>
                  </a:lnTo>
                  <a:lnTo>
                    <a:pt x="325747" y="452676"/>
                  </a:lnTo>
                  <a:lnTo>
                    <a:pt x="365576" y="430955"/>
                  </a:lnTo>
                  <a:lnTo>
                    <a:pt x="400277" y="402187"/>
                  </a:lnTo>
                  <a:lnTo>
                    <a:pt x="428908" y="367320"/>
                  </a:lnTo>
                  <a:lnTo>
                    <a:pt x="450526" y="327301"/>
                  </a:lnTo>
                  <a:lnTo>
                    <a:pt x="464188" y="283077"/>
                  </a:lnTo>
                  <a:lnTo>
                    <a:pt x="468952" y="235594"/>
                  </a:lnTo>
                  <a:lnTo>
                    <a:pt x="464188" y="188112"/>
                  </a:lnTo>
                  <a:lnTo>
                    <a:pt x="450526" y="143888"/>
                  </a:lnTo>
                  <a:lnTo>
                    <a:pt x="428908" y="103869"/>
                  </a:lnTo>
                  <a:lnTo>
                    <a:pt x="400277" y="69002"/>
                  </a:lnTo>
                  <a:lnTo>
                    <a:pt x="365576" y="40234"/>
                  </a:lnTo>
                  <a:lnTo>
                    <a:pt x="325747" y="18513"/>
                  </a:lnTo>
                  <a:lnTo>
                    <a:pt x="281732" y="4786"/>
                  </a:lnTo>
                  <a:lnTo>
                    <a:pt x="23447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61" name="Google Shape;261;p50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6941300" y="9748537"/>
              <a:ext cx="156022" cy="1567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2" name="Google Shape;262;p50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7401650" y="9748087"/>
              <a:ext cx="124420" cy="1576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3" name="Google Shape;263;p50"/>
            <p:cNvSpPr/>
            <p:nvPr/>
          </p:nvSpPr>
          <p:spPr>
            <a:xfrm>
              <a:off x="17601819" y="9748272"/>
              <a:ext cx="111759" cy="157479"/>
            </a:xfrm>
            <a:custGeom>
              <a:avLst/>
              <a:gdLst/>
              <a:ahLst/>
              <a:cxnLst/>
              <a:rect l="l" t="t" r="r" b="b"/>
              <a:pathLst>
                <a:path w="111759" h="157479" extrusionOk="0">
                  <a:moveTo>
                    <a:pt x="111379" y="128270"/>
                  </a:moveTo>
                  <a:lnTo>
                    <a:pt x="34912" y="128270"/>
                  </a:lnTo>
                  <a:lnTo>
                    <a:pt x="34912" y="92710"/>
                  </a:lnTo>
                  <a:lnTo>
                    <a:pt x="104533" y="92710"/>
                  </a:lnTo>
                  <a:lnTo>
                    <a:pt x="104533" y="62230"/>
                  </a:lnTo>
                  <a:lnTo>
                    <a:pt x="34912" y="62230"/>
                  </a:lnTo>
                  <a:lnTo>
                    <a:pt x="34912" y="29210"/>
                  </a:lnTo>
                  <a:lnTo>
                    <a:pt x="111163" y="29210"/>
                  </a:lnTo>
                  <a:lnTo>
                    <a:pt x="111163" y="0"/>
                  </a:lnTo>
                  <a:lnTo>
                    <a:pt x="0" y="0"/>
                  </a:lnTo>
                  <a:lnTo>
                    <a:pt x="0" y="29210"/>
                  </a:lnTo>
                  <a:lnTo>
                    <a:pt x="0" y="62230"/>
                  </a:lnTo>
                  <a:lnTo>
                    <a:pt x="0" y="92710"/>
                  </a:lnTo>
                  <a:lnTo>
                    <a:pt x="0" y="128270"/>
                  </a:lnTo>
                  <a:lnTo>
                    <a:pt x="0" y="157480"/>
                  </a:lnTo>
                  <a:lnTo>
                    <a:pt x="111379" y="157480"/>
                  </a:lnTo>
                  <a:lnTo>
                    <a:pt x="111379" y="12827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64" name="Google Shape;264;p50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7791465" y="9748087"/>
              <a:ext cx="131713" cy="1576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5" name="Google Shape;265;p50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8206292" y="9744774"/>
              <a:ext cx="140552" cy="1640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6" name="Google Shape;266;p50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8426181" y="9748087"/>
              <a:ext cx="129724" cy="1576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7" name="Google Shape;267;p50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18632122" y="9748087"/>
              <a:ext cx="146740" cy="1576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8" name="Google Shape;268;p50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17998306" y="9745224"/>
              <a:ext cx="134364" cy="16409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14">
  <p:cSld name="CUSTOM_29"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51"/>
          <p:cNvSpPr>
            <a:spLocks noGrp="1"/>
          </p:cNvSpPr>
          <p:nvPr>
            <p:ph type="pic" idx="2"/>
          </p:nvPr>
        </p:nvSpPr>
        <p:spPr>
          <a:xfrm>
            <a:off x="2909900" y="571450"/>
            <a:ext cx="5566800" cy="3995400"/>
          </a:xfrm>
          <a:prstGeom prst="rect">
            <a:avLst/>
          </a:prstGeom>
          <a:noFill/>
          <a:ln>
            <a:noFill/>
          </a:ln>
        </p:spPr>
      </p:sp>
      <p:pic>
        <p:nvPicPr>
          <p:cNvPr id="271" name="Google Shape;271;p5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0587" y="876238"/>
            <a:ext cx="3833541" cy="3390662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51"/>
          <p:cNvSpPr txBox="1">
            <a:spLocks noGrp="1"/>
          </p:cNvSpPr>
          <p:nvPr>
            <p:ph type="body" idx="1"/>
          </p:nvPr>
        </p:nvSpPr>
        <p:spPr>
          <a:xfrm>
            <a:off x="1170428" y="2292550"/>
            <a:ext cx="3261300" cy="16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3" name="Google Shape;273;p51"/>
          <p:cNvSpPr txBox="1">
            <a:spLocks noGrp="1"/>
          </p:cNvSpPr>
          <p:nvPr>
            <p:ph type="subTitle" idx="3"/>
          </p:nvPr>
        </p:nvSpPr>
        <p:spPr>
          <a:xfrm>
            <a:off x="1170428" y="1308550"/>
            <a:ext cx="3247500" cy="9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74" name="Google Shape;274;p51" descr="Logo&#10;&#10;Description automatically generated with medium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07224" y="4629912"/>
            <a:ext cx="1065645" cy="1904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15">
  <p:cSld name="CUSTOM_30"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52"/>
          <p:cNvSpPr>
            <a:spLocks noGrp="1"/>
          </p:cNvSpPr>
          <p:nvPr>
            <p:ph type="pic" idx="2"/>
          </p:nvPr>
        </p:nvSpPr>
        <p:spPr>
          <a:xfrm>
            <a:off x="662063" y="571488"/>
            <a:ext cx="5566800" cy="3995400"/>
          </a:xfrm>
          <a:prstGeom prst="rect">
            <a:avLst/>
          </a:prstGeom>
          <a:noFill/>
          <a:ln>
            <a:noFill/>
          </a:ln>
        </p:spPr>
      </p:sp>
      <p:sp>
        <p:nvSpPr>
          <p:cNvPr id="277" name="Google Shape;277;p52"/>
          <p:cNvSpPr/>
          <p:nvPr/>
        </p:nvSpPr>
        <p:spPr>
          <a:xfrm>
            <a:off x="5010150" y="1057563"/>
            <a:ext cx="3495600" cy="3033600"/>
          </a:xfrm>
          <a:prstGeom prst="rect">
            <a:avLst/>
          </a:prstGeom>
          <a:gradFill>
            <a:gsLst>
              <a:gs pos="0">
                <a:srgbClr val="EC5428"/>
              </a:gs>
              <a:gs pos="58999">
                <a:srgbClr val="E64455"/>
              </a:gs>
              <a:gs pos="100000">
                <a:srgbClr val="E13681"/>
              </a:gs>
            </a:gsLst>
            <a:lin ang="3600008" scaled="0"/>
          </a:gradFill>
          <a:ln>
            <a:noFill/>
          </a:ln>
        </p:spPr>
        <p:txBody>
          <a:bodyPr spcFirstLastPara="1" wrap="square" lIns="41575" tIns="20775" rIns="41575" bIns="207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endParaRPr sz="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52"/>
          <p:cNvSpPr txBox="1">
            <a:spLocks noGrp="1"/>
          </p:cNvSpPr>
          <p:nvPr>
            <p:ph type="body" idx="1"/>
          </p:nvPr>
        </p:nvSpPr>
        <p:spPr>
          <a:xfrm>
            <a:off x="5209028" y="2292550"/>
            <a:ext cx="3261300" cy="16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9" name="Google Shape;279;p52"/>
          <p:cNvSpPr txBox="1">
            <a:spLocks noGrp="1"/>
          </p:cNvSpPr>
          <p:nvPr>
            <p:ph type="subTitle" idx="3"/>
          </p:nvPr>
        </p:nvSpPr>
        <p:spPr>
          <a:xfrm>
            <a:off x="5209028" y="1308550"/>
            <a:ext cx="3247500" cy="9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80" name="Google Shape;280;p52" descr="Logo&#10;&#10;Description automatically generated with medium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13232" y="4626864"/>
            <a:ext cx="1065645" cy="1904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16">
  <p:cSld name="CUSTOM_31"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5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91112" y="838141"/>
            <a:ext cx="4052604" cy="4304997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53"/>
          <p:cNvSpPr>
            <a:spLocks noGrp="1"/>
          </p:cNvSpPr>
          <p:nvPr>
            <p:ph type="pic" idx="2"/>
          </p:nvPr>
        </p:nvSpPr>
        <p:spPr>
          <a:xfrm>
            <a:off x="5767375" y="1484675"/>
            <a:ext cx="3376200" cy="3672600"/>
          </a:xfrm>
          <a:prstGeom prst="rect">
            <a:avLst/>
          </a:prstGeom>
          <a:noFill/>
          <a:ln>
            <a:noFill/>
          </a:ln>
        </p:spPr>
      </p:sp>
      <p:sp>
        <p:nvSpPr>
          <p:cNvPr id="284" name="Google Shape;284;p53"/>
          <p:cNvSpPr txBox="1">
            <a:spLocks noGrp="1"/>
          </p:cNvSpPr>
          <p:nvPr>
            <p:ph type="body" idx="1"/>
          </p:nvPr>
        </p:nvSpPr>
        <p:spPr>
          <a:xfrm>
            <a:off x="713225" y="2063950"/>
            <a:ext cx="3875400" cy="16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marL="914400" lvl="1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marL="1371600" lvl="2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marL="3200400" lvl="6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marL="3657600" lvl="7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marL="4114800" lvl="8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85" name="Google Shape;285;p53"/>
          <p:cNvSpPr txBox="1">
            <a:spLocks noGrp="1"/>
          </p:cNvSpPr>
          <p:nvPr>
            <p:ph type="subTitle" idx="3"/>
          </p:nvPr>
        </p:nvSpPr>
        <p:spPr>
          <a:xfrm>
            <a:off x="713225" y="1272400"/>
            <a:ext cx="38589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 b="1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 b="1"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 b="1"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 b="1"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 b="1"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 b="1"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 b="1"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 b="1"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 b="1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86" name="Google Shape;286;p53" descr="Logo&#10;&#10;Description automatically generated with medium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3232" y="4553712"/>
            <a:ext cx="1065645" cy="1904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17">
  <p:cSld name="CUSTOM_31_1"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Google Shape;288;p5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91112" y="838141"/>
            <a:ext cx="4052604" cy="4304997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54"/>
          <p:cNvSpPr txBox="1">
            <a:spLocks noGrp="1"/>
          </p:cNvSpPr>
          <p:nvPr>
            <p:ph type="body" idx="1"/>
          </p:nvPr>
        </p:nvSpPr>
        <p:spPr>
          <a:xfrm>
            <a:off x="704975" y="2134838"/>
            <a:ext cx="3875400" cy="47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marL="914400" lvl="1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marL="1371600" lvl="2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marL="3200400" lvl="6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marL="3657600" lvl="7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marL="4114800" lvl="8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90" name="Google Shape;290;p54"/>
          <p:cNvSpPr txBox="1">
            <a:spLocks noGrp="1"/>
          </p:cNvSpPr>
          <p:nvPr>
            <p:ph type="subTitle" idx="2"/>
          </p:nvPr>
        </p:nvSpPr>
        <p:spPr>
          <a:xfrm>
            <a:off x="713225" y="1689550"/>
            <a:ext cx="3858900" cy="2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91" name="Google Shape;291;p54" descr="Logo&#10;&#10;Description automatically generated with medium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3232" y="4553712"/>
            <a:ext cx="1065645" cy="190438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54"/>
          <p:cNvSpPr>
            <a:spLocks noGrp="1"/>
          </p:cNvSpPr>
          <p:nvPr>
            <p:ph type="pic" idx="3"/>
          </p:nvPr>
        </p:nvSpPr>
        <p:spPr>
          <a:xfrm>
            <a:off x="5767375" y="1484675"/>
            <a:ext cx="3376200" cy="3672600"/>
          </a:xfrm>
          <a:prstGeom prst="rect">
            <a:avLst/>
          </a:prstGeom>
          <a:noFill/>
          <a:ln>
            <a:noFill/>
          </a:ln>
        </p:spPr>
      </p:sp>
      <p:sp>
        <p:nvSpPr>
          <p:cNvPr id="293" name="Google Shape;293;p54"/>
          <p:cNvSpPr txBox="1">
            <a:spLocks noGrp="1"/>
          </p:cNvSpPr>
          <p:nvPr>
            <p:ph type="subTitle" idx="4"/>
          </p:nvPr>
        </p:nvSpPr>
        <p:spPr>
          <a:xfrm>
            <a:off x="713225" y="2063950"/>
            <a:ext cx="334200" cy="8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13581"/>
              </a:buClr>
              <a:buSzPts val="3500"/>
              <a:buNone/>
              <a:defRPr sz="3500" b="1">
                <a:solidFill>
                  <a:srgbClr val="E1358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13581"/>
              </a:buClr>
              <a:buSzPts val="3500"/>
              <a:buNone/>
              <a:defRPr sz="3500" b="1">
                <a:solidFill>
                  <a:srgbClr val="E1358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13581"/>
              </a:buClr>
              <a:buSzPts val="3500"/>
              <a:buNone/>
              <a:defRPr sz="3500" b="1">
                <a:solidFill>
                  <a:srgbClr val="E1358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13581"/>
              </a:buClr>
              <a:buSzPts val="3500"/>
              <a:buNone/>
              <a:defRPr sz="3500" b="1">
                <a:solidFill>
                  <a:srgbClr val="E1358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13581"/>
              </a:buClr>
              <a:buSzPts val="3500"/>
              <a:buNone/>
              <a:defRPr sz="3500" b="1">
                <a:solidFill>
                  <a:srgbClr val="E1358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13581"/>
              </a:buClr>
              <a:buSzPts val="3500"/>
              <a:buNone/>
              <a:defRPr sz="3500" b="1">
                <a:solidFill>
                  <a:srgbClr val="E1358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13581"/>
              </a:buClr>
              <a:buSzPts val="3500"/>
              <a:buNone/>
              <a:defRPr sz="3500" b="1">
                <a:solidFill>
                  <a:srgbClr val="E1358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13581"/>
              </a:buClr>
              <a:buSzPts val="3500"/>
              <a:buNone/>
              <a:defRPr sz="3500" b="1">
                <a:solidFill>
                  <a:srgbClr val="E1358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13581"/>
              </a:buClr>
              <a:buSzPts val="3500"/>
              <a:buNone/>
              <a:defRPr sz="3500" b="1">
                <a:solidFill>
                  <a:srgbClr val="E1358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4" name="Google Shape;294;p54"/>
          <p:cNvSpPr txBox="1">
            <a:spLocks noGrp="1"/>
          </p:cNvSpPr>
          <p:nvPr>
            <p:ph type="subTitle" idx="5"/>
          </p:nvPr>
        </p:nvSpPr>
        <p:spPr>
          <a:xfrm>
            <a:off x="713225" y="2821025"/>
            <a:ext cx="334200" cy="8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13581"/>
              </a:buClr>
              <a:buSzPts val="3500"/>
              <a:buNone/>
              <a:defRPr sz="3500" b="1">
                <a:solidFill>
                  <a:srgbClr val="E1358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13581"/>
              </a:buClr>
              <a:buSzPts val="3500"/>
              <a:buNone/>
              <a:defRPr sz="3500" b="1">
                <a:solidFill>
                  <a:srgbClr val="E1358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13581"/>
              </a:buClr>
              <a:buSzPts val="3500"/>
              <a:buNone/>
              <a:defRPr sz="3500" b="1">
                <a:solidFill>
                  <a:srgbClr val="E1358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13581"/>
              </a:buClr>
              <a:buSzPts val="3500"/>
              <a:buNone/>
              <a:defRPr sz="3500" b="1">
                <a:solidFill>
                  <a:srgbClr val="E1358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13581"/>
              </a:buClr>
              <a:buSzPts val="3500"/>
              <a:buNone/>
              <a:defRPr sz="3500" b="1">
                <a:solidFill>
                  <a:srgbClr val="E1358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13581"/>
              </a:buClr>
              <a:buSzPts val="3500"/>
              <a:buNone/>
              <a:defRPr sz="3500" b="1">
                <a:solidFill>
                  <a:srgbClr val="E1358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13581"/>
              </a:buClr>
              <a:buSzPts val="3500"/>
              <a:buNone/>
              <a:defRPr sz="3500" b="1">
                <a:solidFill>
                  <a:srgbClr val="E1358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13581"/>
              </a:buClr>
              <a:buSzPts val="3500"/>
              <a:buNone/>
              <a:defRPr sz="3500" b="1">
                <a:solidFill>
                  <a:srgbClr val="E1358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13581"/>
              </a:buClr>
              <a:buSzPts val="3500"/>
              <a:buNone/>
              <a:defRPr sz="3500" b="1">
                <a:solidFill>
                  <a:srgbClr val="E1358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5" name="Google Shape;295;p54"/>
          <p:cNvSpPr txBox="1">
            <a:spLocks noGrp="1"/>
          </p:cNvSpPr>
          <p:nvPr>
            <p:ph type="subTitle" idx="6"/>
          </p:nvPr>
        </p:nvSpPr>
        <p:spPr>
          <a:xfrm>
            <a:off x="713225" y="3565650"/>
            <a:ext cx="334200" cy="8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13581"/>
              </a:buClr>
              <a:buSzPts val="3500"/>
              <a:buNone/>
              <a:defRPr sz="3500" b="1">
                <a:solidFill>
                  <a:srgbClr val="E1358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13581"/>
              </a:buClr>
              <a:buSzPts val="3500"/>
              <a:buNone/>
              <a:defRPr sz="3500" b="1">
                <a:solidFill>
                  <a:srgbClr val="E1358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13581"/>
              </a:buClr>
              <a:buSzPts val="3500"/>
              <a:buNone/>
              <a:defRPr sz="3500" b="1">
                <a:solidFill>
                  <a:srgbClr val="E1358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13581"/>
              </a:buClr>
              <a:buSzPts val="3500"/>
              <a:buNone/>
              <a:defRPr sz="3500" b="1">
                <a:solidFill>
                  <a:srgbClr val="E1358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13581"/>
              </a:buClr>
              <a:buSzPts val="3500"/>
              <a:buNone/>
              <a:defRPr sz="3500" b="1">
                <a:solidFill>
                  <a:srgbClr val="E1358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13581"/>
              </a:buClr>
              <a:buSzPts val="3500"/>
              <a:buNone/>
              <a:defRPr sz="3500" b="1">
                <a:solidFill>
                  <a:srgbClr val="E1358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13581"/>
              </a:buClr>
              <a:buSzPts val="3500"/>
              <a:buNone/>
              <a:defRPr sz="3500" b="1">
                <a:solidFill>
                  <a:srgbClr val="E1358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13581"/>
              </a:buClr>
              <a:buSzPts val="3500"/>
              <a:buNone/>
              <a:defRPr sz="3500" b="1">
                <a:solidFill>
                  <a:srgbClr val="E1358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13581"/>
              </a:buClr>
              <a:buSzPts val="3500"/>
              <a:buNone/>
              <a:defRPr sz="3500" b="1">
                <a:solidFill>
                  <a:srgbClr val="E1358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6" name="Google Shape;296;p54"/>
          <p:cNvSpPr txBox="1">
            <a:spLocks noGrp="1"/>
          </p:cNvSpPr>
          <p:nvPr>
            <p:ph type="body" idx="7"/>
          </p:nvPr>
        </p:nvSpPr>
        <p:spPr>
          <a:xfrm>
            <a:off x="713225" y="2850238"/>
            <a:ext cx="3875400" cy="47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marL="914400" lvl="1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marL="1371600" lvl="2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marL="3200400" lvl="6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marL="3657600" lvl="7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marL="4114800" lvl="8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97" name="Google Shape;297;p54"/>
          <p:cNvSpPr txBox="1">
            <a:spLocks noGrp="1"/>
          </p:cNvSpPr>
          <p:nvPr>
            <p:ph type="body" idx="8"/>
          </p:nvPr>
        </p:nvSpPr>
        <p:spPr>
          <a:xfrm>
            <a:off x="704975" y="3651413"/>
            <a:ext cx="3875400" cy="47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marL="914400" lvl="1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marL="1371600" lvl="2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marL="3200400" lvl="6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marL="3657600" lvl="7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marL="4114800" lvl="8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298" name="Google Shape;298;p54" descr="Logo&#10;&#10;Description automatically generated with medium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3232" y="4553712"/>
            <a:ext cx="1065645" cy="1904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18">
  <p:cSld name="CUSTOM_32"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55"/>
          <p:cNvSpPr>
            <a:spLocks noGrp="1"/>
          </p:cNvSpPr>
          <p:nvPr>
            <p:ph type="pic" idx="2"/>
          </p:nvPr>
        </p:nvSpPr>
        <p:spPr>
          <a:xfrm>
            <a:off x="0" y="-10775"/>
            <a:ext cx="9165600" cy="2631000"/>
          </a:xfrm>
          <a:prstGeom prst="rect">
            <a:avLst/>
          </a:prstGeom>
          <a:noFill/>
          <a:ln>
            <a:noFill/>
          </a:ln>
        </p:spPr>
      </p:sp>
      <p:sp>
        <p:nvSpPr>
          <p:cNvPr id="301" name="Google Shape;301;p55"/>
          <p:cNvSpPr txBox="1">
            <a:spLocks noGrp="1"/>
          </p:cNvSpPr>
          <p:nvPr>
            <p:ph type="body" idx="1"/>
          </p:nvPr>
        </p:nvSpPr>
        <p:spPr>
          <a:xfrm>
            <a:off x="4890575" y="3050975"/>
            <a:ext cx="3682200" cy="14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marL="1371600" lvl="2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marL="1828800" lvl="3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marL="2286000" lvl="4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marL="2743200" lvl="5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marL="3200400" lvl="6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marL="3657600" lvl="7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marL="4114800" lvl="8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02" name="Google Shape;302;p55"/>
          <p:cNvSpPr txBox="1">
            <a:spLocks noGrp="1"/>
          </p:cNvSpPr>
          <p:nvPr>
            <p:ph type="subTitle" idx="3"/>
          </p:nvPr>
        </p:nvSpPr>
        <p:spPr>
          <a:xfrm>
            <a:off x="1170425" y="3198475"/>
            <a:ext cx="3247500" cy="12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303" name="Google Shape;303;p55" descr="Logo&#10;&#10;Description automatically generated with medium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07224" y="4629912"/>
            <a:ext cx="1065645" cy="1904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19">
  <p:cSld name="CUSTOM_33"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56"/>
          <p:cNvSpPr txBox="1">
            <a:spLocks noGrp="1"/>
          </p:cNvSpPr>
          <p:nvPr>
            <p:ph type="body" idx="1"/>
          </p:nvPr>
        </p:nvSpPr>
        <p:spPr>
          <a:xfrm>
            <a:off x="6201575" y="3020100"/>
            <a:ext cx="2506500" cy="14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marL="914400" lvl="1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marL="1371600" lvl="2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marL="1828800" lvl="3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marL="2286000" lvl="4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marL="2743200" lvl="5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marL="3200400" lvl="6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marL="3657600" lvl="7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marL="4114800" lvl="8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06" name="Google Shape;306;p56"/>
          <p:cNvSpPr>
            <a:spLocks noGrp="1"/>
          </p:cNvSpPr>
          <p:nvPr>
            <p:ph type="pic" idx="2"/>
          </p:nvPr>
        </p:nvSpPr>
        <p:spPr>
          <a:xfrm>
            <a:off x="0" y="-10775"/>
            <a:ext cx="9165600" cy="2631000"/>
          </a:xfrm>
          <a:prstGeom prst="rect">
            <a:avLst/>
          </a:prstGeom>
          <a:noFill/>
          <a:ln>
            <a:noFill/>
          </a:ln>
        </p:spPr>
      </p:sp>
      <p:pic>
        <p:nvPicPr>
          <p:cNvPr id="307" name="Google Shape;307;p56" descr="Logo&#10;&#10;Description automatically generated with medium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07224" y="4629912"/>
            <a:ext cx="1065645" cy="190438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56"/>
          <p:cNvSpPr txBox="1">
            <a:spLocks noGrp="1"/>
          </p:cNvSpPr>
          <p:nvPr>
            <p:ph type="subTitle" idx="3"/>
          </p:nvPr>
        </p:nvSpPr>
        <p:spPr>
          <a:xfrm>
            <a:off x="652350" y="1121275"/>
            <a:ext cx="7860900" cy="3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9" name="Google Shape;309;p56"/>
          <p:cNvSpPr txBox="1">
            <a:spLocks noGrp="1"/>
          </p:cNvSpPr>
          <p:nvPr>
            <p:ph type="body" idx="4"/>
          </p:nvPr>
        </p:nvSpPr>
        <p:spPr>
          <a:xfrm>
            <a:off x="435913" y="3020100"/>
            <a:ext cx="2506500" cy="14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marL="914400" lvl="1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marL="1371600" lvl="2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marL="1828800" lvl="3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marL="2286000" lvl="4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marL="2743200" lvl="5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marL="3200400" lvl="6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marL="3657600" lvl="7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marL="4114800" lvl="8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10" name="Google Shape;310;p56"/>
          <p:cNvSpPr txBox="1">
            <a:spLocks noGrp="1"/>
          </p:cNvSpPr>
          <p:nvPr>
            <p:ph type="body" idx="5"/>
          </p:nvPr>
        </p:nvSpPr>
        <p:spPr>
          <a:xfrm>
            <a:off x="3318744" y="3020100"/>
            <a:ext cx="2506500" cy="14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marL="914400" lvl="1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marL="1371600" lvl="2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marL="1828800" lvl="3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marL="2286000" lvl="4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marL="2743200" lvl="5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marL="3200400" lvl="6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marL="3657600" lvl="7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marL="4114800" lvl="8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11" name="Google Shape;311;p56"/>
          <p:cNvSpPr txBox="1">
            <a:spLocks noGrp="1"/>
          </p:cNvSpPr>
          <p:nvPr>
            <p:ph type="subTitle" idx="6"/>
          </p:nvPr>
        </p:nvSpPr>
        <p:spPr>
          <a:xfrm>
            <a:off x="595375" y="2843113"/>
            <a:ext cx="2187600" cy="2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100" b="1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100" b="1">
                <a:latin typeface="Arial"/>
                <a:ea typeface="Arial"/>
                <a:cs typeface="Arial"/>
                <a:sym typeface="Arial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100" b="1">
                <a:latin typeface="Arial"/>
                <a:ea typeface="Arial"/>
                <a:cs typeface="Arial"/>
                <a:sym typeface="Arial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100" b="1">
                <a:latin typeface="Arial"/>
                <a:ea typeface="Arial"/>
                <a:cs typeface="Arial"/>
                <a:sym typeface="Arial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100" b="1">
                <a:latin typeface="Arial"/>
                <a:ea typeface="Arial"/>
                <a:cs typeface="Arial"/>
                <a:sym typeface="Arial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100" b="1">
                <a:latin typeface="Arial"/>
                <a:ea typeface="Arial"/>
                <a:cs typeface="Arial"/>
                <a:sym typeface="Arial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100" b="1">
                <a:latin typeface="Arial"/>
                <a:ea typeface="Arial"/>
                <a:cs typeface="Arial"/>
                <a:sym typeface="Arial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100" b="1">
                <a:latin typeface="Arial"/>
                <a:ea typeface="Arial"/>
                <a:cs typeface="Arial"/>
                <a:sym typeface="Arial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100" b="1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2" name="Google Shape;312;p56"/>
          <p:cNvSpPr txBox="1">
            <a:spLocks noGrp="1"/>
          </p:cNvSpPr>
          <p:nvPr>
            <p:ph type="subTitle" idx="7"/>
          </p:nvPr>
        </p:nvSpPr>
        <p:spPr>
          <a:xfrm>
            <a:off x="3478200" y="2843113"/>
            <a:ext cx="2187600" cy="2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100" b="1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100" b="1">
                <a:latin typeface="Arial"/>
                <a:ea typeface="Arial"/>
                <a:cs typeface="Arial"/>
                <a:sym typeface="Arial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100" b="1">
                <a:latin typeface="Arial"/>
                <a:ea typeface="Arial"/>
                <a:cs typeface="Arial"/>
                <a:sym typeface="Arial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100" b="1">
                <a:latin typeface="Arial"/>
                <a:ea typeface="Arial"/>
                <a:cs typeface="Arial"/>
                <a:sym typeface="Arial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100" b="1">
                <a:latin typeface="Arial"/>
                <a:ea typeface="Arial"/>
                <a:cs typeface="Arial"/>
                <a:sym typeface="Arial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100" b="1">
                <a:latin typeface="Arial"/>
                <a:ea typeface="Arial"/>
                <a:cs typeface="Arial"/>
                <a:sym typeface="Arial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100" b="1">
                <a:latin typeface="Arial"/>
                <a:ea typeface="Arial"/>
                <a:cs typeface="Arial"/>
                <a:sym typeface="Arial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100" b="1">
                <a:latin typeface="Arial"/>
                <a:ea typeface="Arial"/>
                <a:cs typeface="Arial"/>
                <a:sym typeface="Arial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100" b="1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3" name="Google Shape;313;p56"/>
          <p:cNvSpPr txBox="1">
            <a:spLocks noGrp="1"/>
          </p:cNvSpPr>
          <p:nvPr>
            <p:ph type="subTitle" idx="8"/>
          </p:nvPr>
        </p:nvSpPr>
        <p:spPr>
          <a:xfrm>
            <a:off x="6361025" y="2843113"/>
            <a:ext cx="2187600" cy="2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100" b="1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100" b="1">
                <a:latin typeface="Arial"/>
                <a:ea typeface="Arial"/>
                <a:cs typeface="Arial"/>
                <a:sym typeface="Arial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100" b="1">
                <a:latin typeface="Arial"/>
                <a:ea typeface="Arial"/>
                <a:cs typeface="Arial"/>
                <a:sym typeface="Arial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100" b="1">
                <a:latin typeface="Arial"/>
                <a:ea typeface="Arial"/>
                <a:cs typeface="Arial"/>
                <a:sym typeface="Arial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100" b="1">
                <a:latin typeface="Arial"/>
                <a:ea typeface="Arial"/>
                <a:cs typeface="Arial"/>
                <a:sym typeface="Arial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100" b="1">
                <a:latin typeface="Arial"/>
                <a:ea typeface="Arial"/>
                <a:cs typeface="Arial"/>
                <a:sym typeface="Arial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100" b="1">
                <a:latin typeface="Arial"/>
                <a:ea typeface="Arial"/>
                <a:cs typeface="Arial"/>
                <a:sym typeface="Arial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100" b="1">
                <a:latin typeface="Arial"/>
                <a:ea typeface="Arial"/>
                <a:cs typeface="Arial"/>
                <a:sym typeface="Arial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100" b="1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 2">
  <p:cSld name="CUSTOM_35"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Google Shape;315;p57"/>
          <p:cNvPicPr preferRelativeResize="0"/>
          <p:nvPr/>
        </p:nvPicPr>
        <p:blipFill rotWithShape="1">
          <a:blip r:embed="rId2">
            <a:alphaModFix/>
          </a:blip>
          <a:srcRect t="2524" r="2524"/>
          <a:stretch/>
        </p:blipFill>
        <p:spPr>
          <a:xfrm>
            <a:off x="1162050" y="0"/>
            <a:ext cx="7981388" cy="4228803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57"/>
          <p:cNvSpPr txBox="1">
            <a:spLocks noGrp="1"/>
          </p:cNvSpPr>
          <p:nvPr>
            <p:ph type="title"/>
          </p:nvPr>
        </p:nvSpPr>
        <p:spPr>
          <a:xfrm>
            <a:off x="1502557" y="3691325"/>
            <a:ext cx="5560800" cy="167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700"/>
              <a:buNone/>
              <a:defRPr sz="57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700"/>
              <a:buNone/>
              <a:defRPr sz="5700" b="1">
                <a:solidFill>
                  <a:schemeClr val="lt1"/>
                </a:solidFill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700"/>
              <a:buNone/>
              <a:defRPr sz="5700" b="1">
                <a:solidFill>
                  <a:schemeClr val="lt1"/>
                </a:solidFill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700"/>
              <a:buNone/>
              <a:defRPr sz="5700" b="1">
                <a:solidFill>
                  <a:schemeClr val="lt1"/>
                </a:solidFill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700"/>
              <a:buNone/>
              <a:defRPr sz="5700" b="1">
                <a:solidFill>
                  <a:schemeClr val="lt1"/>
                </a:solidFill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700"/>
              <a:buNone/>
              <a:defRPr sz="5700" b="1">
                <a:solidFill>
                  <a:schemeClr val="lt1"/>
                </a:solidFill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700"/>
              <a:buNone/>
              <a:defRPr sz="5700" b="1">
                <a:solidFill>
                  <a:schemeClr val="lt1"/>
                </a:solidFill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700"/>
              <a:buNone/>
              <a:defRPr sz="5700" b="1">
                <a:solidFill>
                  <a:schemeClr val="lt1"/>
                </a:solidFill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700"/>
              <a:buNone/>
              <a:defRPr sz="57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317" name="Google Shape;317;p57" descr="Logo&#10;&#10;Description automatically generated with medium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50024" y="4553712"/>
            <a:ext cx="1763316" cy="3151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 3">
  <p:cSld name="CUSTOM_36"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Google Shape;319;p58" descr="Logo&#10;&#10;Description automatically generated with medium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13232" y="569108"/>
            <a:ext cx="1435133" cy="256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2376" y="3032932"/>
            <a:ext cx="7266188" cy="15590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15c40b0d71e_0_11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23" name="Google Shape;323;g15c40b0d71e_0_11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24" name="Google Shape;324;g15c40b0d71e_0_1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45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>
            <a:spLocks noGrp="1"/>
          </p:cNvSpPr>
          <p:nvPr>
            <p:ph type="title"/>
          </p:nvPr>
        </p:nvSpPr>
        <p:spPr>
          <a:xfrm>
            <a:off x="457200" y="20574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6"/>
          <p:cNvSpPr txBox="1">
            <a:spLocks noGrp="1"/>
          </p:cNvSpPr>
          <p:nvPr>
            <p:ph type="body" idx="1"/>
          </p:nvPr>
        </p:nvSpPr>
        <p:spPr>
          <a:xfrm>
            <a:off x="457200" y="1183005"/>
            <a:ext cx="8229600" cy="339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6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6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6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</p:sldLayoutIdLst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15c40b0d71e_0_122"/>
          <p:cNvSpPr txBox="1">
            <a:spLocks noGrp="1"/>
          </p:cNvSpPr>
          <p:nvPr>
            <p:ph type="title"/>
          </p:nvPr>
        </p:nvSpPr>
        <p:spPr>
          <a:xfrm>
            <a:off x="898225" y="2119150"/>
            <a:ext cx="7556700" cy="11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</a:pPr>
            <a:r>
              <a:rPr lang="en" sz="4600"/>
              <a:t>M</a:t>
            </a:r>
            <a:r>
              <a:rPr lang="en" sz="4600" b="0"/>
              <a:t>ySQL 8</a:t>
            </a:r>
            <a:endParaRPr sz="4600" b="0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</a:pPr>
            <a:r>
              <a:rPr lang="en" sz="4600"/>
              <a:t>N</a:t>
            </a:r>
            <a:r>
              <a:rPr lang="en" sz="4600" b="0"/>
              <a:t>ovas funcionalidades</a:t>
            </a:r>
            <a:endParaRPr sz="4600" b="0"/>
          </a:p>
        </p:txBody>
      </p:sp>
      <p:sp>
        <p:nvSpPr>
          <p:cNvPr id="330" name="Google Shape;330;g15c40b0d71e_0_122"/>
          <p:cNvSpPr txBox="1"/>
          <p:nvPr/>
        </p:nvSpPr>
        <p:spPr>
          <a:xfrm>
            <a:off x="898225" y="4242125"/>
            <a:ext cx="27927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O bom, o ruim e o nem tão bom.</a:t>
            </a:r>
            <a:endParaRPr sz="1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15c40b0d71e_0_144"/>
          <p:cNvSpPr txBox="1"/>
          <p:nvPr/>
        </p:nvSpPr>
        <p:spPr>
          <a:xfrm>
            <a:off x="602718" y="870881"/>
            <a:ext cx="3470700" cy="5601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0"/>
              </a:srgbClr>
            </a:outerShdw>
          </a:effectLst>
        </p:spPr>
        <p:txBody>
          <a:bodyPr spcFirstLastPara="1" wrap="square" lIns="41575" tIns="20775" rIns="41575" bIns="20775" anchor="t" anchorCtr="0">
            <a:spAutoFit/>
          </a:bodyPr>
          <a:lstStyle/>
          <a:p>
            <a:pPr marL="0" marR="0" lvl="0" indent="0" algn="l" rtl="0">
              <a:lnSpc>
                <a:spcPct val="9615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" sz="35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g15c40b0d71e_0_144"/>
          <p:cNvSpPr txBox="1"/>
          <p:nvPr/>
        </p:nvSpPr>
        <p:spPr>
          <a:xfrm>
            <a:off x="602725" y="1809600"/>
            <a:ext cx="4875300" cy="19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575" tIns="20775" rIns="41575" bIns="20775" anchor="t" anchorCtr="0">
            <a:spAutoFit/>
          </a:bodyPr>
          <a:lstStyle/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❏"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DDL improvements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❏"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Parallel read threads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❏"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REDO log capabilities (archiving, disabling)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❏"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EXPLAIN tree format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❏"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Options and Variables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15c40b0d71e_0_151"/>
          <p:cNvSpPr txBox="1">
            <a:spLocks noGrp="1"/>
          </p:cNvSpPr>
          <p:nvPr>
            <p:ph type="body" idx="1"/>
          </p:nvPr>
        </p:nvSpPr>
        <p:spPr>
          <a:xfrm>
            <a:off x="713232" y="2521150"/>
            <a:ext cx="5307600" cy="167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342" name="Google Shape;342;g15c40b0d71e_0_151"/>
          <p:cNvSpPr txBox="1">
            <a:spLocks noGrp="1"/>
          </p:cNvSpPr>
          <p:nvPr>
            <p:ph type="subTitle" idx="2"/>
          </p:nvPr>
        </p:nvSpPr>
        <p:spPr>
          <a:xfrm>
            <a:off x="724632" y="956875"/>
            <a:ext cx="5284800" cy="431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MySQL 8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15c40b0d71e_0_156"/>
          <p:cNvSpPr txBox="1">
            <a:spLocks noGrp="1"/>
          </p:cNvSpPr>
          <p:nvPr>
            <p:ph type="body" idx="1"/>
          </p:nvPr>
        </p:nvSpPr>
        <p:spPr>
          <a:xfrm>
            <a:off x="727075" y="2044900"/>
            <a:ext cx="5515800" cy="16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11150" algn="l" rtl="0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Primeira release MySQL 8 Milestone(8.0.0) - 2016-09-12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Primeira release do MySQL 8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Primeira GA release(8.0.11) - 2018-04-19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MySQL está em segundo no ranking do DB-Engines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Versão GA do MySQL GA 8.0.30 e 8.0.31 no forno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Última versão do Percona Server 8.0.30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2400"/>
              </a:spcBef>
              <a:spcAft>
                <a:spcPts val="3100"/>
              </a:spcAft>
              <a:buNone/>
            </a:pP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8" name="Google Shape;348;g15c40b0d71e_0_156"/>
          <p:cNvSpPr txBox="1">
            <a:spLocks noGrp="1"/>
          </p:cNvSpPr>
          <p:nvPr>
            <p:ph type="subTitle" idx="2"/>
          </p:nvPr>
        </p:nvSpPr>
        <p:spPr>
          <a:xfrm>
            <a:off x="727075" y="908500"/>
            <a:ext cx="41085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MySQL 8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15c40b0d71e_0_162"/>
          <p:cNvSpPr txBox="1">
            <a:spLocks noGrp="1"/>
          </p:cNvSpPr>
          <p:nvPr>
            <p:ph type="body" idx="1"/>
          </p:nvPr>
        </p:nvSpPr>
        <p:spPr>
          <a:xfrm>
            <a:off x="713225" y="2902150"/>
            <a:ext cx="3875400" cy="167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354" name="Google Shape;354;g15c40b0d71e_0_162"/>
          <p:cNvSpPr txBox="1">
            <a:spLocks noGrp="1"/>
          </p:cNvSpPr>
          <p:nvPr>
            <p:ph type="subTitle" idx="2"/>
          </p:nvPr>
        </p:nvSpPr>
        <p:spPr>
          <a:xfrm>
            <a:off x="713225" y="943375"/>
            <a:ext cx="4108500" cy="431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DDL improvements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15c40b0d71e_0_167"/>
          <p:cNvSpPr txBox="1">
            <a:spLocks noGrp="1"/>
          </p:cNvSpPr>
          <p:nvPr>
            <p:ph type="body" idx="1"/>
          </p:nvPr>
        </p:nvSpPr>
        <p:spPr>
          <a:xfrm>
            <a:off x="713225" y="1768400"/>
            <a:ext cx="7513800" cy="17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11150" algn="l" rtl="0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Desde o MySQL 8.0.12, InnoDB suporta </a:t>
            </a: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ALGORITHM=INSTANT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Operações que usam </a:t>
            </a: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ALGORITHM=INSTANT</a:t>
            </a: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modificam apenas o metadado no dicionário.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Metadata locks exclusivos são adquiridos durante a fase de preparação e execução.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2400"/>
              </a:spcBef>
              <a:spcAft>
                <a:spcPts val="3100"/>
              </a:spcAft>
              <a:buNone/>
            </a:pP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0" name="Google Shape;360;g15c40b0d71e_0_167"/>
          <p:cNvSpPr txBox="1">
            <a:spLocks noGrp="1"/>
          </p:cNvSpPr>
          <p:nvPr>
            <p:ph type="subTitle" idx="2"/>
          </p:nvPr>
        </p:nvSpPr>
        <p:spPr>
          <a:xfrm>
            <a:off x="713225" y="1012200"/>
            <a:ext cx="7333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1"/>
                </a:solidFill>
              </a:rPr>
              <a:t>ALGORITHM=INSTANT</a:t>
            </a:r>
            <a:endParaRPr sz="26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15c40b0d71e_0_173"/>
          <p:cNvSpPr txBox="1">
            <a:spLocks noGrp="1"/>
          </p:cNvSpPr>
          <p:nvPr>
            <p:ph type="body" idx="1"/>
          </p:nvPr>
        </p:nvSpPr>
        <p:spPr>
          <a:xfrm>
            <a:off x="713225" y="1911550"/>
            <a:ext cx="8094300" cy="16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mysql&gt; alter table sbtest2 add g varchar(100) not null default 0, </a:t>
            </a:r>
            <a:r>
              <a:rPr lang="en" sz="13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algorithm=INPLACE</a:t>
            </a: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Query OK, 0 rows affected </a:t>
            </a:r>
            <a:r>
              <a:rPr lang="en" sz="13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(25.78 sec)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2400"/>
              </a:spcBef>
              <a:spcAft>
                <a:spcPts val="3100"/>
              </a:spcAft>
              <a:buNone/>
            </a:pP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6" name="Google Shape;366;g15c40b0d71e_0_173"/>
          <p:cNvSpPr txBox="1">
            <a:spLocks noGrp="1"/>
          </p:cNvSpPr>
          <p:nvPr>
            <p:ph type="subTitle" idx="2"/>
          </p:nvPr>
        </p:nvSpPr>
        <p:spPr>
          <a:xfrm>
            <a:off x="713225" y="927550"/>
            <a:ext cx="5100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1"/>
                </a:solidFill>
              </a:rPr>
              <a:t>ALGORITHM=INSTANT</a:t>
            </a:r>
            <a:endParaRPr sz="2600">
              <a:solidFill>
                <a:schemeClr val="dk1"/>
              </a:solidFill>
            </a:endParaRPr>
          </a:p>
        </p:txBody>
      </p:sp>
      <p:sp>
        <p:nvSpPr>
          <p:cNvPr id="367" name="Google Shape;367;g15c40b0d71e_0_173"/>
          <p:cNvSpPr txBox="1">
            <a:spLocks noGrp="1"/>
          </p:cNvSpPr>
          <p:nvPr>
            <p:ph type="body" idx="1"/>
          </p:nvPr>
        </p:nvSpPr>
        <p:spPr>
          <a:xfrm>
            <a:off x="756800" y="2629625"/>
            <a:ext cx="78378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mysql&gt; alter table sbtest2 add g varchar(100) not null default 0, </a:t>
            </a:r>
            <a:r>
              <a:rPr lang="en" sz="13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algorithm=COPY</a:t>
            </a: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Query OK, 2000000 rows affected </a:t>
            </a:r>
            <a:r>
              <a:rPr lang="en" sz="13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(49.38 sec)</a:t>
            </a:r>
            <a:endParaRPr sz="13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2400"/>
              </a:spcBef>
              <a:spcAft>
                <a:spcPts val="3100"/>
              </a:spcAft>
              <a:buNone/>
            </a:pP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8" name="Google Shape;368;g15c40b0d71e_0_173"/>
          <p:cNvSpPr txBox="1">
            <a:spLocks noGrp="1"/>
          </p:cNvSpPr>
          <p:nvPr>
            <p:ph type="body" idx="1"/>
          </p:nvPr>
        </p:nvSpPr>
        <p:spPr>
          <a:xfrm>
            <a:off x="713225" y="2594588"/>
            <a:ext cx="78378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mysql&gt; alter table sbtest2 add g varchar(100) not null default 0, </a:t>
            </a:r>
            <a:r>
              <a:rPr lang="en" sz="13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algorithm=INSTANT</a:t>
            </a: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Query OK, 0 rows affected </a:t>
            </a:r>
            <a:r>
              <a:rPr lang="en" sz="13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(0.03 sec)</a:t>
            </a:r>
            <a:endParaRPr sz="13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	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2400"/>
              </a:spcBef>
              <a:spcAft>
                <a:spcPts val="3100"/>
              </a:spcAft>
              <a:buNone/>
            </a:pP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10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15c40b0d71e_0_181"/>
          <p:cNvSpPr txBox="1">
            <a:spLocks noGrp="1"/>
          </p:cNvSpPr>
          <p:nvPr>
            <p:ph type="body" idx="1"/>
          </p:nvPr>
        </p:nvSpPr>
        <p:spPr>
          <a:xfrm>
            <a:off x="713225" y="2902150"/>
            <a:ext cx="3875400" cy="16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11150" algn="l" rtl="0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Ainda precisa do metadata lock!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2400"/>
              </a:spcBef>
              <a:spcAft>
                <a:spcPts val="3100"/>
              </a:spcAft>
              <a:buNone/>
            </a:pP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4" name="Google Shape;374;g15c40b0d71e_0_181"/>
          <p:cNvSpPr txBox="1">
            <a:spLocks noGrp="1"/>
          </p:cNvSpPr>
          <p:nvPr>
            <p:ph type="subTitle" idx="2"/>
          </p:nvPr>
        </p:nvSpPr>
        <p:spPr>
          <a:xfrm>
            <a:off x="713225" y="949975"/>
            <a:ext cx="5695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1"/>
                </a:solidFill>
              </a:rPr>
              <a:t>ALGORITHM=INSTANT</a:t>
            </a:r>
            <a:endParaRPr sz="2600">
              <a:solidFill>
                <a:schemeClr val="dk1"/>
              </a:solidFill>
            </a:endParaRPr>
          </a:p>
        </p:txBody>
      </p:sp>
      <p:pic>
        <p:nvPicPr>
          <p:cNvPr id="375" name="Google Shape;375;g15c40b0d71e_0_1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8825" y="2286899"/>
            <a:ext cx="8839204" cy="5697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15c40b0d71e_0_188"/>
          <p:cNvSpPr txBox="1">
            <a:spLocks noGrp="1"/>
          </p:cNvSpPr>
          <p:nvPr>
            <p:ph type="body" idx="1"/>
          </p:nvPr>
        </p:nvSpPr>
        <p:spPr>
          <a:xfrm>
            <a:off x="713225" y="1517650"/>
            <a:ext cx="7050600" cy="16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11150" algn="l" rtl="0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 numero de threads de leitura que podem ser usados para ler a PK é definido pela </a:t>
            </a: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innodb_parallel_read_threads</a:t>
            </a: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O valor default é 4.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 número de threads paralelas para as fases do SORT e BUILD da criação do index é controlada pelo </a:t>
            </a: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innodb_ddl_threads</a:t>
            </a: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Implementado no MySQL 8.0.27. O valor default é 4.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 </a:t>
            </a: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innodb_ddl_buffer_size</a:t>
            </a: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define o tamanho maximo do buffer para operações DDL. Definir um tamanho limite para o uso de memória elimina potencial erros de out-of-memory.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2400"/>
              </a:spcBef>
              <a:spcAft>
                <a:spcPts val="3100"/>
              </a:spcAft>
              <a:buNone/>
            </a:pP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1" name="Google Shape;381;g15c40b0d71e_0_188"/>
          <p:cNvSpPr txBox="1">
            <a:spLocks noGrp="1"/>
          </p:cNvSpPr>
          <p:nvPr>
            <p:ph type="subTitle" idx="2"/>
          </p:nvPr>
        </p:nvSpPr>
        <p:spPr>
          <a:xfrm>
            <a:off x="728700" y="851350"/>
            <a:ext cx="8154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</a:rPr>
              <a:t>Threads paralelas para Online DDL Operations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15c40b0d71e_0_194"/>
          <p:cNvSpPr txBox="1">
            <a:spLocks noGrp="1"/>
          </p:cNvSpPr>
          <p:nvPr>
            <p:ph type="body" idx="1"/>
          </p:nvPr>
        </p:nvSpPr>
        <p:spPr>
          <a:xfrm>
            <a:off x="713225" y="2902150"/>
            <a:ext cx="3875400" cy="16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mysql&gt; alter table sbtest2 add g varchar(100) not null default 0, algorithm=inplace;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Query OK, 0 rows affected </a:t>
            </a:r>
            <a:r>
              <a:rPr lang="en" sz="13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(1 min 13.90 sec)</a:t>
            </a:r>
            <a:endParaRPr sz="13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2400"/>
              </a:spcBef>
              <a:spcAft>
                <a:spcPts val="3100"/>
              </a:spcAft>
              <a:buNone/>
            </a:pP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7" name="Google Shape;387;g15c40b0d71e_0_194"/>
          <p:cNvSpPr txBox="1">
            <a:spLocks noGrp="1"/>
          </p:cNvSpPr>
          <p:nvPr>
            <p:ph type="subTitle" idx="2"/>
          </p:nvPr>
        </p:nvSpPr>
        <p:spPr>
          <a:xfrm>
            <a:off x="637025" y="851350"/>
            <a:ext cx="7777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</a:rPr>
              <a:t>Parallel Threads for Online DDL Operations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388" name="Google Shape;388;g15c40b0d71e_0_194"/>
          <p:cNvSpPr txBox="1">
            <a:spLocks noGrp="1"/>
          </p:cNvSpPr>
          <p:nvPr>
            <p:ph type="body" idx="1"/>
          </p:nvPr>
        </p:nvSpPr>
        <p:spPr>
          <a:xfrm>
            <a:off x="653100" y="1505550"/>
            <a:ext cx="7837800" cy="13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mysql&gt; set session </a:t>
            </a:r>
            <a:r>
              <a:rPr lang="en" sz="13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innodb_ddl_threads=16;</a:t>
            </a:r>
            <a:endParaRPr sz="13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mysql&gt; set session </a:t>
            </a:r>
            <a:r>
              <a:rPr lang="en" sz="13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innodb_parallel_read_threads=16</a:t>
            </a: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mysql&gt; alter table sbtest2 add g varchar(100) not null default 0, algorithm=inplace;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Query OK, 0 rows affected </a:t>
            </a:r>
            <a:r>
              <a:rPr lang="en" sz="13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(41.66 sec)</a:t>
            </a:r>
            <a:endParaRPr sz="13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15c40b0d71e_0_201"/>
          <p:cNvSpPr txBox="1">
            <a:spLocks noGrp="1"/>
          </p:cNvSpPr>
          <p:nvPr>
            <p:ph type="body" idx="1"/>
          </p:nvPr>
        </p:nvSpPr>
        <p:spPr>
          <a:xfrm>
            <a:off x="713232" y="2521150"/>
            <a:ext cx="5307600" cy="167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g15c40b0d71e_0_201"/>
          <p:cNvSpPr txBox="1">
            <a:spLocks noGrp="1"/>
          </p:cNvSpPr>
          <p:nvPr>
            <p:ph type="subTitle" idx="2"/>
          </p:nvPr>
        </p:nvSpPr>
        <p:spPr>
          <a:xfrm>
            <a:off x="713232" y="1765750"/>
            <a:ext cx="5284800" cy="431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Parallel Read Threads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15c40b0d71e_0_206"/>
          <p:cNvSpPr txBox="1">
            <a:spLocks noGrp="1"/>
          </p:cNvSpPr>
          <p:nvPr>
            <p:ph type="body" idx="1"/>
          </p:nvPr>
        </p:nvSpPr>
        <p:spPr>
          <a:xfrm>
            <a:off x="713225" y="2444950"/>
            <a:ext cx="7230300" cy="16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1115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MySQL 8.0.14 tem (com limitações) habilidade de executar queries de leitura em paralelo. 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 </a:t>
            </a: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innodb_parallel_read_threads</a:t>
            </a: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(default 4) define o número de threads para o  parallel index reads. 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É limitado a queries do tipo </a:t>
            </a:r>
            <a:r>
              <a:rPr lang="en" sz="13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select count(*) from table</a:t>
            </a: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0" name="Google Shape;400;g15c40b0d71e_0_206"/>
          <p:cNvSpPr txBox="1">
            <a:spLocks noGrp="1"/>
          </p:cNvSpPr>
          <p:nvPr>
            <p:ph type="subTitle" idx="2"/>
          </p:nvPr>
        </p:nvSpPr>
        <p:spPr>
          <a:xfrm>
            <a:off x="713225" y="1308550"/>
            <a:ext cx="77832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Parallel Read Threads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15c40b0d71e_0_212"/>
          <p:cNvSpPr txBox="1">
            <a:spLocks noGrp="1"/>
          </p:cNvSpPr>
          <p:nvPr>
            <p:ph type="body" idx="1"/>
          </p:nvPr>
        </p:nvSpPr>
        <p:spPr>
          <a:xfrm>
            <a:off x="713225" y="1682950"/>
            <a:ext cx="6746400" cy="16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mysql&gt; set session innodb_parallel_read_threads=1;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Query OK, 0 rows affected (0.00 sec)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mysql&gt; select count(*) from joinit;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+-----------+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| count(*)  |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+-----------+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| 134217728 |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+-----------+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 row in set (15.29 sec)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06" name="Google Shape;406;g15c40b0d71e_0_212"/>
          <p:cNvSpPr txBox="1">
            <a:spLocks noGrp="1"/>
          </p:cNvSpPr>
          <p:nvPr>
            <p:ph type="subTitle" idx="2"/>
          </p:nvPr>
        </p:nvSpPr>
        <p:spPr>
          <a:xfrm>
            <a:off x="713225" y="927550"/>
            <a:ext cx="7271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</a:rPr>
              <a:t>Parallel Read Threads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15c40b0d71e_0_218"/>
          <p:cNvSpPr txBox="1">
            <a:spLocks noGrp="1"/>
          </p:cNvSpPr>
          <p:nvPr>
            <p:ph type="body" idx="1"/>
          </p:nvPr>
        </p:nvSpPr>
        <p:spPr>
          <a:xfrm>
            <a:off x="713225" y="1606750"/>
            <a:ext cx="6836100" cy="16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mysql&gt; set session innodb_parallel_read_threads=16;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Query OK, 0 rows affected (0.00 sec)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mysql&gt; select count(*) from joinit;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+-----------+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| count(*)  |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+-----------+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| 134217728 |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+-----------+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 row in set (1.25 sec)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12" name="Google Shape;412;g15c40b0d71e_0_218"/>
          <p:cNvSpPr txBox="1">
            <a:spLocks noGrp="1"/>
          </p:cNvSpPr>
          <p:nvPr>
            <p:ph type="subTitle" idx="2"/>
          </p:nvPr>
        </p:nvSpPr>
        <p:spPr>
          <a:xfrm>
            <a:off x="713225" y="851350"/>
            <a:ext cx="7755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</a:rPr>
              <a:t>Parallel Read Threads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15c40b0d71e_0_224"/>
          <p:cNvSpPr txBox="1">
            <a:spLocks noGrp="1"/>
          </p:cNvSpPr>
          <p:nvPr>
            <p:ph type="subTitle" idx="2"/>
          </p:nvPr>
        </p:nvSpPr>
        <p:spPr>
          <a:xfrm>
            <a:off x="713225" y="964250"/>
            <a:ext cx="4108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</a:rPr>
              <a:t>Parallel Read Threads</a:t>
            </a:r>
            <a:endParaRPr sz="2800">
              <a:solidFill>
                <a:schemeClr val="dk1"/>
              </a:solidFill>
            </a:endParaRPr>
          </a:p>
        </p:txBody>
      </p:sp>
      <p:pic>
        <p:nvPicPr>
          <p:cNvPr id="418" name="Google Shape;418;g15c40b0d71e_0_2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2950" y="1563962"/>
            <a:ext cx="5518100" cy="2472776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g15c40b0d71e_0_224"/>
          <p:cNvSpPr txBox="1">
            <a:spLocks noGrp="1"/>
          </p:cNvSpPr>
          <p:nvPr>
            <p:ph type="body" idx="1"/>
          </p:nvPr>
        </p:nvSpPr>
        <p:spPr>
          <a:xfrm>
            <a:off x="713225" y="3130750"/>
            <a:ext cx="3875400" cy="167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15c40b0d71e_0_230"/>
          <p:cNvSpPr txBox="1">
            <a:spLocks noGrp="1"/>
          </p:cNvSpPr>
          <p:nvPr>
            <p:ph type="subTitle" idx="2"/>
          </p:nvPr>
        </p:nvSpPr>
        <p:spPr>
          <a:xfrm>
            <a:off x="713222" y="1765750"/>
            <a:ext cx="7257900" cy="431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Funcionalidades do REDO log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25" name="Google Shape;425;g15c40b0d71e_0_230"/>
          <p:cNvSpPr txBox="1">
            <a:spLocks noGrp="1"/>
          </p:cNvSpPr>
          <p:nvPr>
            <p:ph type="body" idx="1"/>
          </p:nvPr>
        </p:nvSpPr>
        <p:spPr>
          <a:xfrm>
            <a:off x="713232" y="2521150"/>
            <a:ext cx="5307600" cy="167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15c40b0d71e_0_698"/>
          <p:cNvSpPr txBox="1">
            <a:spLocks noGrp="1"/>
          </p:cNvSpPr>
          <p:nvPr>
            <p:ph type="body" idx="1"/>
          </p:nvPr>
        </p:nvSpPr>
        <p:spPr>
          <a:xfrm>
            <a:off x="713225" y="2902150"/>
            <a:ext cx="6725700" cy="16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11150" algn="l" rtl="0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MySQL 8.0.30 introduziu o </a:t>
            </a: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innodb_redo_log_capacity</a:t>
            </a: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Essa feature permite que o MySQL faça o redimensionamento do REDO online (sem necessidade de restart).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1" name="Google Shape;431;g15c40b0d71e_0_698"/>
          <p:cNvSpPr txBox="1">
            <a:spLocks noGrp="1"/>
          </p:cNvSpPr>
          <p:nvPr>
            <p:ph type="subTitle" idx="2"/>
          </p:nvPr>
        </p:nvSpPr>
        <p:spPr>
          <a:xfrm>
            <a:off x="713225" y="1765750"/>
            <a:ext cx="6926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</a:rPr>
              <a:t>Redimensionamento do Redo Online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15c40b0d71e_0_235"/>
          <p:cNvSpPr txBox="1">
            <a:spLocks noGrp="1"/>
          </p:cNvSpPr>
          <p:nvPr>
            <p:ph type="body" idx="1"/>
          </p:nvPr>
        </p:nvSpPr>
        <p:spPr>
          <a:xfrm>
            <a:off x="713225" y="2902150"/>
            <a:ext cx="6725700" cy="16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11150" algn="l" rtl="0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MySQL 8.0.17 introduziu o redo log archiving(</a:t>
            </a: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innodb_redo_log_archive_dirs</a:t>
            </a: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Ferramentas de backup que utilizam o redo log podem algumas vezes não acompanhar o volume de escrita no redo, resultando em perda de registros no redo por serem sobrescritos.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7" name="Google Shape;437;g15c40b0d71e_0_235"/>
          <p:cNvSpPr txBox="1">
            <a:spLocks noGrp="1"/>
          </p:cNvSpPr>
          <p:nvPr>
            <p:ph type="subTitle" idx="2"/>
          </p:nvPr>
        </p:nvSpPr>
        <p:spPr>
          <a:xfrm>
            <a:off x="713225" y="1765750"/>
            <a:ext cx="6926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</a:rPr>
              <a:t>Redo Log Archiving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15c40b0d71e_0_241"/>
          <p:cNvSpPr txBox="1">
            <a:spLocks noGrp="1"/>
          </p:cNvSpPr>
          <p:nvPr>
            <p:ph type="body" idx="1"/>
          </p:nvPr>
        </p:nvSpPr>
        <p:spPr>
          <a:xfrm>
            <a:off x="713225" y="2902150"/>
            <a:ext cx="6290100" cy="16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11150" algn="l" rtl="0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Desde oMySQL 8.0.21 é possivel desabilitar o redo log usando o comando </a:t>
            </a: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ALTER INSTANCE DISABLE INNODB REDO_LOG</a:t>
            </a: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Esta feature foi construída para agilizar o provisionamento de um novo servidor MySQL.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3" name="Google Shape;443;g15c40b0d71e_0_241"/>
          <p:cNvSpPr txBox="1">
            <a:spLocks noGrp="1"/>
          </p:cNvSpPr>
          <p:nvPr>
            <p:ph type="subTitle" idx="2"/>
          </p:nvPr>
        </p:nvSpPr>
        <p:spPr>
          <a:xfrm>
            <a:off x="713225" y="1765750"/>
            <a:ext cx="6324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</a:rPr>
              <a:t>Desabilitando Redo Log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8" name="Google Shape;448;g15c40b0d71e_0_2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5800" y="551950"/>
            <a:ext cx="6448325" cy="4522550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g15c40b0d71e_0_247"/>
          <p:cNvSpPr/>
          <p:nvPr/>
        </p:nvSpPr>
        <p:spPr>
          <a:xfrm>
            <a:off x="1455225" y="3659825"/>
            <a:ext cx="4704000" cy="1325400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3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g15c40b0d71e_0_247"/>
          <p:cNvSpPr/>
          <p:nvPr/>
        </p:nvSpPr>
        <p:spPr>
          <a:xfrm>
            <a:off x="3469575" y="1449450"/>
            <a:ext cx="2493000" cy="1325400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3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g15c40b0d71e_0_247"/>
          <p:cNvSpPr txBox="1">
            <a:spLocks noGrp="1"/>
          </p:cNvSpPr>
          <p:nvPr>
            <p:ph type="body" idx="1"/>
          </p:nvPr>
        </p:nvSpPr>
        <p:spPr>
          <a:xfrm>
            <a:off x="713225" y="2902150"/>
            <a:ext cx="3875400" cy="167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Google Shape;452;g15c40b0d71e_0_247"/>
          <p:cNvSpPr txBox="1">
            <a:spLocks noGrp="1"/>
          </p:cNvSpPr>
          <p:nvPr>
            <p:ph type="subTitle" idx="2"/>
          </p:nvPr>
        </p:nvSpPr>
        <p:spPr>
          <a:xfrm>
            <a:off x="713225" y="1765750"/>
            <a:ext cx="4108500" cy="431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15c40b0d71e_0_254"/>
          <p:cNvSpPr txBox="1">
            <a:spLocks noGrp="1"/>
          </p:cNvSpPr>
          <p:nvPr>
            <p:ph type="body" idx="1"/>
          </p:nvPr>
        </p:nvSpPr>
        <p:spPr>
          <a:xfrm>
            <a:off x="713225" y="2368750"/>
            <a:ext cx="3875400" cy="16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11150" algn="l" rtl="0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</a:pPr>
            <a:r>
              <a:rPr lang="en" sz="13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Hardware</a:t>
            </a:r>
            <a:endParaRPr sz="13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c5.4xlarge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16 CPU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32 GB RAM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400GB provisioned disk with 3000 IOPs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8" name="Google Shape;458;g15c40b0d71e_0_254"/>
          <p:cNvSpPr txBox="1">
            <a:spLocks noGrp="1"/>
          </p:cNvSpPr>
          <p:nvPr>
            <p:ph type="subTitle" idx="2"/>
          </p:nvPr>
        </p:nvSpPr>
        <p:spPr>
          <a:xfrm>
            <a:off x="713225" y="1232350"/>
            <a:ext cx="73755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</a:rPr>
              <a:t>Desabilitando o Redo Log</a:t>
            </a:r>
            <a:r>
              <a:rPr lang="en">
                <a:solidFill>
                  <a:schemeClr val="dk1"/>
                </a:solidFill>
              </a:rPr>
              <a:t> - Benchmark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15c40b0d71e_0_260"/>
          <p:cNvSpPr txBox="1">
            <a:spLocks noGrp="1"/>
          </p:cNvSpPr>
          <p:nvPr>
            <p:ph type="body" idx="1"/>
          </p:nvPr>
        </p:nvSpPr>
        <p:spPr>
          <a:xfrm>
            <a:off x="713225" y="2521150"/>
            <a:ext cx="3875400" cy="16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11150" algn="l" rtl="0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</a:pPr>
            <a:r>
              <a:rPr lang="en" sz="13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MySQL 8.0.29 </a:t>
            </a:r>
            <a:endParaRPr sz="13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20GB of InnoDB Buffer Pool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20GB of redo log size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sync_binlog=0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innodb_flush_log_at_trx_commit=0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~95GB Data Set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4" name="Google Shape;464;g15c40b0d71e_0_260"/>
          <p:cNvSpPr txBox="1">
            <a:spLocks noGrp="1"/>
          </p:cNvSpPr>
          <p:nvPr>
            <p:ph type="subTitle" idx="2"/>
          </p:nvPr>
        </p:nvSpPr>
        <p:spPr>
          <a:xfrm>
            <a:off x="713225" y="1765750"/>
            <a:ext cx="7132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</a:rPr>
              <a:t>Desabilitando o Redo Log - Benchmark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15c40b0d71e_0_266"/>
          <p:cNvSpPr txBox="1">
            <a:spLocks noGrp="1"/>
          </p:cNvSpPr>
          <p:nvPr>
            <p:ph type="subTitle" idx="2"/>
          </p:nvPr>
        </p:nvSpPr>
        <p:spPr>
          <a:xfrm>
            <a:off x="678675" y="790975"/>
            <a:ext cx="73131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</a:rPr>
              <a:t>Desabilitando o Redo Log Redo Log - Resultados</a:t>
            </a:r>
            <a:endParaRPr sz="2800">
              <a:solidFill>
                <a:schemeClr val="dk1"/>
              </a:solidFill>
            </a:endParaRPr>
          </a:p>
        </p:txBody>
      </p:sp>
      <p:pic>
        <p:nvPicPr>
          <p:cNvPr id="470" name="Google Shape;470;g15c40b0d71e_0_2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9625" y="699075"/>
            <a:ext cx="6167051" cy="310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15c40b0d71e_0_272"/>
          <p:cNvSpPr txBox="1">
            <a:spLocks noGrp="1"/>
          </p:cNvSpPr>
          <p:nvPr>
            <p:ph type="body" idx="1"/>
          </p:nvPr>
        </p:nvSpPr>
        <p:spPr>
          <a:xfrm>
            <a:off x="713225" y="2597350"/>
            <a:ext cx="6054900" cy="16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11150" algn="l" rtl="0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 </a:t>
            </a:r>
            <a:r>
              <a:rPr lang="en" sz="13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MySQL 8.0.22</a:t>
            </a: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é permitido habilitar/desabilitar as log writer threads usando a variável </a:t>
            </a: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innodb_log_writer_threads</a:t>
            </a: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(default </a:t>
            </a: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ON</a:t>
            </a: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 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log writer threads dedicadas podem aumentar a performance em ambientes de workload intensos. Mas para sistemas de baixo workload, desabilitar as threads dedicadas pode aumentar a performance.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6" name="Google Shape;476;g15c40b0d71e_0_272"/>
          <p:cNvSpPr txBox="1">
            <a:spLocks noGrp="1"/>
          </p:cNvSpPr>
          <p:nvPr>
            <p:ph type="subTitle" idx="2"/>
          </p:nvPr>
        </p:nvSpPr>
        <p:spPr>
          <a:xfrm>
            <a:off x="713225" y="1765750"/>
            <a:ext cx="7347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1"/>
                </a:solidFill>
              </a:rPr>
              <a:t>log writer threads dedicadas</a:t>
            </a:r>
            <a:endParaRPr sz="27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15c40b0d71e_0_278"/>
          <p:cNvSpPr txBox="1">
            <a:spLocks noGrp="1"/>
          </p:cNvSpPr>
          <p:nvPr>
            <p:ph type="body" idx="1"/>
          </p:nvPr>
        </p:nvSpPr>
        <p:spPr>
          <a:xfrm>
            <a:off x="713232" y="2521150"/>
            <a:ext cx="5307600" cy="167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g15c40b0d71e_0_278"/>
          <p:cNvSpPr txBox="1">
            <a:spLocks noGrp="1"/>
          </p:cNvSpPr>
          <p:nvPr>
            <p:ph type="subTitle" idx="2"/>
          </p:nvPr>
        </p:nvSpPr>
        <p:spPr>
          <a:xfrm>
            <a:off x="713232" y="1765750"/>
            <a:ext cx="5284800" cy="431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EXPLAIN tree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15c40b0d71e_0_283"/>
          <p:cNvSpPr txBox="1">
            <a:spLocks noGrp="1"/>
          </p:cNvSpPr>
          <p:nvPr>
            <p:ph type="body" idx="1"/>
          </p:nvPr>
        </p:nvSpPr>
        <p:spPr>
          <a:xfrm>
            <a:off x="713225" y="1454350"/>
            <a:ext cx="7458300" cy="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292100" algn="l" rtl="0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Desde o MySQL 8.0.21, as informações sobre o plano de execução são exibidas com o formato Tree.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8" name="Google Shape;488;g15c40b0d71e_0_283"/>
          <p:cNvSpPr txBox="1">
            <a:spLocks noGrp="1"/>
          </p:cNvSpPr>
          <p:nvPr>
            <p:ph type="subTitle" idx="2"/>
          </p:nvPr>
        </p:nvSpPr>
        <p:spPr>
          <a:xfrm>
            <a:off x="713225" y="860100"/>
            <a:ext cx="7970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</a:rPr>
              <a:t>Formato Explain Tree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489" name="Google Shape;489;g15c40b0d71e_0_283"/>
          <p:cNvSpPr txBox="1">
            <a:spLocks noGrp="1"/>
          </p:cNvSpPr>
          <p:nvPr>
            <p:ph type="body" idx="1"/>
          </p:nvPr>
        </p:nvSpPr>
        <p:spPr>
          <a:xfrm>
            <a:off x="957250" y="1861100"/>
            <a:ext cx="7933200" cy="113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EXPLAIN FORMAT=TREE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SELECT first_name, last_name, SUM(amount) AS total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FROM staff INNER JOIN payment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ON staff.staff_id = payment.staff_id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AND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payment_date LIKE '2005-08%'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GROUP BY first_name, last_name;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-&gt; Table scan on &lt;temporary&gt;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-&gt; Aggregate using temporary table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-&gt; Nested loop inner join  </a:t>
            </a:r>
            <a:r>
              <a:rPr lang="en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(cost=1757.30 rows=1787)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-&gt; Table scan on staff  </a:t>
            </a:r>
            <a:r>
              <a:rPr lang="en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(cost=3.20 rows=2)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-&gt; Filter: (payment.payment_date like '2005-08%')  (cost=117.43 rows=894)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-&gt; Index lookup on payment using idx_fk_staff_id (staff_id=staff.staff_id)  (cost=117.43 rows=8043)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4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15c40b0d71e_0_290"/>
          <p:cNvSpPr txBox="1">
            <a:spLocks noGrp="1"/>
          </p:cNvSpPr>
          <p:nvPr>
            <p:ph type="subTitle" idx="2"/>
          </p:nvPr>
        </p:nvSpPr>
        <p:spPr>
          <a:xfrm>
            <a:off x="713225" y="949975"/>
            <a:ext cx="8108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1"/>
                </a:solidFill>
              </a:rPr>
              <a:t>Formato Explain Tree </a:t>
            </a:r>
            <a:endParaRPr sz="2600">
              <a:solidFill>
                <a:schemeClr val="dk1"/>
              </a:solidFill>
            </a:endParaRPr>
          </a:p>
        </p:txBody>
      </p:sp>
      <p:sp>
        <p:nvSpPr>
          <p:cNvPr id="495" name="Google Shape;495;g15c40b0d71e_0_290"/>
          <p:cNvSpPr txBox="1">
            <a:spLocks noGrp="1"/>
          </p:cNvSpPr>
          <p:nvPr>
            <p:ph type="body" idx="1"/>
          </p:nvPr>
        </p:nvSpPr>
        <p:spPr>
          <a:xfrm>
            <a:off x="713225" y="1574800"/>
            <a:ext cx="7437600" cy="16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EXPLAIN </a:t>
            </a:r>
            <a:r>
              <a:rPr lang="en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ANALYZE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SELECT first_name, last_name, SUM(amount) AS total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FROM staff INNER JOIN payment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ON staff.staff_id = payment.staff_id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AND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payment_date LIKE '2005-08%'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GROUP BY first_name, last_name;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-&gt; Table scan on &lt;temporary&gt;  </a:t>
            </a:r>
            <a:r>
              <a:rPr lang="en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(actual time=0.001..0.001 rows=2 loops=1)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-&gt; Aggregate using temporary table  (actual time=58.104..58.104 rows=2 loops=1)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-&gt; Nested loop inner join  (cost=1757.30 rows=1787) </a:t>
            </a:r>
            <a:r>
              <a:rPr lang="en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(actual time=0.816..46.135 rows=5687 loops=1)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-&gt; Table scan on staff  (cost=3.20 rows=2) </a:t>
            </a:r>
            <a:r>
              <a:rPr lang="en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(actual time=0.047..0.051 rows=2 loops=1)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-&gt; Filter: (payment.payment_date like '2005-08%')  (cost=117.43 rows=894) (actual time=0.464..22.767 rows=2844 loops=2)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-&gt; Index lookup on payment using idx_fk_staff_id (staff_id=staff.staff_id)  (cost=117.43 rows=8043) (actual time=0.450..19.988 rows=8024 loops=2)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15c40b0d71e_0_308"/>
          <p:cNvSpPr txBox="1">
            <a:spLocks noGrp="1"/>
          </p:cNvSpPr>
          <p:nvPr>
            <p:ph type="subTitle" idx="2"/>
          </p:nvPr>
        </p:nvSpPr>
        <p:spPr>
          <a:xfrm>
            <a:off x="713225" y="915425"/>
            <a:ext cx="8066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1"/>
                </a:solidFill>
              </a:rPr>
              <a:t>Formato Explain Tree </a:t>
            </a:r>
            <a:endParaRPr sz="2600">
              <a:solidFill>
                <a:schemeClr val="dk1"/>
              </a:solidFill>
            </a:endParaRPr>
          </a:p>
        </p:txBody>
      </p:sp>
      <p:sp>
        <p:nvSpPr>
          <p:cNvPr id="501" name="Google Shape;501;g15c40b0d71e_0_308"/>
          <p:cNvSpPr txBox="1">
            <a:spLocks noGrp="1"/>
          </p:cNvSpPr>
          <p:nvPr>
            <p:ph type="body" idx="1"/>
          </p:nvPr>
        </p:nvSpPr>
        <p:spPr>
          <a:xfrm>
            <a:off x="713225" y="1454350"/>
            <a:ext cx="7541400" cy="16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 que podemos fazer com essa informação?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É possível identificar aonde a query está gastando mais tempo para ser executada.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 você tiver dúvidas do por que o otimizador escolheu esse plano, observe os contadores da linha. Uma grande diferença (ou seja, algumas ordens de magnitude ou mais) entre o número estimado de linhas e o número real de linhas é um sinal de que você deve olhar mais de perto. O otimizador escolhe seu plano com base na estimativa, mas observar a execução real pode dizer que outro plano teria sido melhor.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15c40b0d71e_0_314"/>
          <p:cNvSpPr txBox="1">
            <a:spLocks noGrp="1"/>
          </p:cNvSpPr>
          <p:nvPr>
            <p:ph type="body" idx="1"/>
          </p:nvPr>
        </p:nvSpPr>
        <p:spPr>
          <a:xfrm>
            <a:off x="713232" y="2521150"/>
            <a:ext cx="5307600" cy="167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g15c40b0d71e_0_314"/>
          <p:cNvSpPr txBox="1">
            <a:spLocks noGrp="1"/>
          </p:cNvSpPr>
          <p:nvPr>
            <p:ph type="subTitle" idx="2"/>
          </p:nvPr>
        </p:nvSpPr>
        <p:spPr>
          <a:xfrm>
            <a:off x="713232" y="1765750"/>
            <a:ext cx="5284800" cy="431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Options and Variables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15c40b0d71e_0_319"/>
          <p:cNvSpPr txBox="1">
            <a:spLocks noGrp="1"/>
          </p:cNvSpPr>
          <p:nvPr>
            <p:ph type="subTitle" idx="2"/>
          </p:nvPr>
        </p:nvSpPr>
        <p:spPr>
          <a:xfrm>
            <a:off x="713225" y="927550"/>
            <a:ext cx="78732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innodb_dedicated_server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13" name="Google Shape;513;g15c40b0d71e_0_319"/>
          <p:cNvSpPr txBox="1">
            <a:spLocks noGrp="1"/>
          </p:cNvSpPr>
          <p:nvPr>
            <p:ph type="body" idx="1"/>
          </p:nvPr>
        </p:nvSpPr>
        <p:spPr>
          <a:xfrm>
            <a:off x="713225" y="2063950"/>
            <a:ext cx="7838700" cy="16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Implementado no MySQL 8.0.3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Quando </a:t>
            </a: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innodb_dedicated_server</a:t>
            </a: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está habilitado, o InnoDB automaticamente configura as seguintes variáveis: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innodb_buffer_pool_size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innodb_log_file_size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innodb_log_files_in_group</a:t>
            </a: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(desde o MySQL 8.0.14)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ourier New"/>
              <a:buChar char="●"/>
            </a:pP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innodb_flush_method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15c40b0d71e_0_325"/>
          <p:cNvSpPr txBox="1">
            <a:spLocks noGrp="1"/>
          </p:cNvSpPr>
          <p:nvPr>
            <p:ph type="subTitle" idx="2"/>
          </p:nvPr>
        </p:nvSpPr>
        <p:spPr>
          <a:xfrm>
            <a:off x="713225" y="1079950"/>
            <a:ext cx="81498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innodb_buffer_pool_in_core_file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19" name="Google Shape;519;g15c40b0d71e_0_325"/>
          <p:cNvSpPr txBox="1">
            <a:spLocks noGrp="1"/>
          </p:cNvSpPr>
          <p:nvPr>
            <p:ph type="body" idx="1"/>
          </p:nvPr>
        </p:nvSpPr>
        <p:spPr>
          <a:xfrm>
            <a:off x="713225" y="2216350"/>
            <a:ext cx="8094300" cy="16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Implementado no MySQL 8.0.14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Desabilitando o </a:t>
            </a: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innodb_buffer_pool_in_core_file</a:t>
            </a: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reduz o tamanho do core file excluindo as InnoDB buffer pool pages. 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15c40b0d71e_0_331"/>
          <p:cNvSpPr txBox="1">
            <a:spLocks noGrp="1"/>
          </p:cNvSpPr>
          <p:nvPr>
            <p:ph type="subTitle" idx="2"/>
          </p:nvPr>
        </p:nvSpPr>
        <p:spPr>
          <a:xfrm>
            <a:off x="713225" y="1156150"/>
            <a:ext cx="78732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innodb_use_fdatasync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25" name="Google Shape;525;g15c40b0d71e_0_331"/>
          <p:cNvSpPr txBox="1">
            <a:spLocks noGrp="1"/>
          </p:cNvSpPr>
          <p:nvPr>
            <p:ph type="body" idx="1"/>
          </p:nvPr>
        </p:nvSpPr>
        <p:spPr>
          <a:xfrm>
            <a:off x="713225" y="2292550"/>
            <a:ext cx="7548300" cy="16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Implementado no MySQL 8.0.26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Permite que o MySQL use ftadasync() ao invés fsync(). 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 fdatasync() call não faz o flush dos metadados do arquivo provendo performance adicional.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15c40b0d71e_0_337"/>
          <p:cNvSpPr txBox="1">
            <a:spLocks noGrp="1"/>
          </p:cNvSpPr>
          <p:nvPr>
            <p:ph type="subTitle" idx="2"/>
          </p:nvPr>
        </p:nvSpPr>
        <p:spPr>
          <a:xfrm>
            <a:off x="713225" y="1079950"/>
            <a:ext cx="75000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innodb_deadlock_detect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31" name="Google Shape;531;g15c40b0d71e_0_337"/>
          <p:cNvSpPr txBox="1">
            <a:spLocks noGrp="1"/>
          </p:cNvSpPr>
          <p:nvPr>
            <p:ph type="body" idx="1"/>
          </p:nvPr>
        </p:nvSpPr>
        <p:spPr>
          <a:xfrm>
            <a:off x="713225" y="2216350"/>
            <a:ext cx="6836100" cy="16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Implementado no MySQL 8.0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Desabilita a detecção de deadlocks.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15c40b0d71e_0_343"/>
          <p:cNvSpPr txBox="1">
            <a:spLocks noGrp="1"/>
          </p:cNvSpPr>
          <p:nvPr>
            <p:ph type="subTitle" idx="2"/>
          </p:nvPr>
        </p:nvSpPr>
        <p:spPr>
          <a:xfrm>
            <a:off x="713225" y="1079950"/>
            <a:ext cx="76659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binlog_expire_logs_auto_purge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37" name="Google Shape;537;g15c40b0d71e_0_343"/>
          <p:cNvSpPr txBox="1">
            <a:spLocks noGrp="1"/>
          </p:cNvSpPr>
          <p:nvPr>
            <p:ph type="body" idx="1"/>
          </p:nvPr>
        </p:nvSpPr>
        <p:spPr>
          <a:xfrm>
            <a:off x="713225" y="2216350"/>
            <a:ext cx="7977000" cy="16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Implementado no MySQL 8.0.29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Habilita/desabilita a purga automática dos binary log files (default </a:t>
            </a: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ON</a:t>
            </a: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Tem precedência sobre o </a:t>
            </a: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binlog_expire_logs_seconds</a:t>
            </a: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15c40b0d71e_0_349"/>
          <p:cNvSpPr txBox="1">
            <a:spLocks noGrp="1"/>
          </p:cNvSpPr>
          <p:nvPr>
            <p:ph type="subTitle" idx="2"/>
          </p:nvPr>
        </p:nvSpPr>
        <p:spPr>
          <a:xfrm>
            <a:off x="713225" y="927550"/>
            <a:ext cx="77556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global_connection_memory_limit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43" name="Google Shape;543;g15c40b0d71e_0_349"/>
          <p:cNvSpPr txBox="1">
            <a:spLocks noGrp="1"/>
          </p:cNvSpPr>
          <p:nvPr>
            <p:ph type="body" idx="1"/>
          </p:nvPr>
        </p:nvSpPr>
        <p:spPr>
          <a:xfrm>
            <a:off x="713225" y="2063950"/>
            <a:ext cx="7444500" cy="16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Implementado no MySQL 8.0.28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Valor default é virtualmente infinito (</a:t>
            </a:r>
            <a:r>
              <a:rPr lang="en" sz="13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16 EB</a:t>
            </a: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Ajusta o valor total de memória que pode ser usado por todas conexões (incluindo o </a:t>
            </a: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root</a:t>
            </a: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user)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15c40b0d71e_0_355"/>
          <p:cNvSpPr txBox="1">
            <a:spLocks noGrp="1"/>
          </p:cNvSpPr>
          <p:nvPr>
            <p:ph type="subTitle" idx="2"/>
          </p:nvPr>
        </p:nvSpPr>
        <p:spPr>
          <a:xfrm>
            <a:off x="713225" y="851350"/>
            <a:ext cx="79077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global_connection_memory_tracking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49" name="Google Shape;549;g15c40b0d71e_0_355"/>
          <p:cNvSpPr txBox="1">
            <a:spLocks noGrp="1"/>
          </p:cNvSpPr>
          <p:nvPr>
            <p:ph type="body" idx="1"/>
          </p:nvPr>
        </p:nvSpPr>
        <p:spPr>
          <a:xfrm>
            <a:off x="713225" y="1566025"/>
            <a:ext cx="7824900" cy="16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Implementado no MySQL 8.0.28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Determina se o MySQL calcula o </a:t>
            </a: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Global_connection_memory </a:t>
            </a: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(Default</a:t>
            </a: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FALSE</a:t>
            </a: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 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15c40b0d71e_0_369"/>
          <p:cNvSpPr txBox="1">
            <a:spLocks noGrp="1"/>
          </p:cNvSpPr>
          <p:nvPr>
            <p:ph type="title"/>
          </p:nvPr>
        </p:nvSpPr>
        <p:spPr>
          <a:xfrm>
            <a:off x="742775" y="787775"/>
            <a:ext cx="7675200" cy="3725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0">
                <a:solidFill>
                  <a:schemeClr val="dk1"/>
                </a:solidFill>
              </a:rPr>
              <a:t>谢谢</a:t>
            </a:r>
            <a:endParaRPr sz="2000" b="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0">
                <a:solidFill>
                  <a:schemeClr val="dk1"/>
                </a:solidFill>
              </a:rPr>
              <a:t>Thank you</a:t>
            </a:r>
            <a:endParaRPr sz="2000" b="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0">
                <a:solidFill>
                  <a:schemeClr val="dk1"/>
                </a:solidFill>
              </a:rPr>
              <a:t>Grazie</a:t>
            </a:r>
            <a:endParaRPr sz="2000" b="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0">
                <a:solidFill>
                  <a:schemeClr val="dk1"/>
                </a:solidFill>
              </a:rPr>
              <a:t>Obrigado</a:t>
            </a:r>
            <a:endParaRPr sz="2000" b="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0">
                <a:solidFill>
                  <a:schemeClr val="dk1"/>
                </a:solidFill>
              </a:rPr>
              <a:t>Gracias</a:t>
            </a:r>
            <a:endParaRPr sz="2000" b="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0">
                <a:solidFill>
                  <a:schemeClr val="dk1"/>
                </a:solidFill>
              </a:rPr>
              <a:t>percona.com/contact | info@percona.com</a:t>
            </a:r>
            <a:endParaRPr sz="2000" b="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0">
                <a:solidFill>
                  <a:schemeClr val="dk1"/>
                </a:solidFill>
              </a:rPr>
              <a:t>vinicius.grippa@percona.com</a:t>
            </a:r>
            <a:endParaRPr sz="2000" b="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 b="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>
              <a:solidFill>
                <a:schemeClr val="dk1"/>
              </a:solidFill>
            </a:endParaRPr>
          </a:p>
        </p:txBody>
      </p:sp>
      <p:pic>
        <p:nvPicPr>
          <p:cNvPr id="559" name="Google Shape;559;g15c40b0d71e_0_3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6902" y="3557375"/>
            <a:ext cx="1573350" cy="150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1775</Words>
  <Application>Microsoft Macintosh PowerPoint</Application>
  <PresentationFormat>On-screen Show (16:9)</PresentationFormat>
  <Paragraphs>198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3" baseType="lpstr">
      <vt:lpstr>Roboto</vt:lpstr>
      <vt:lpstr>Courier New</vt:lpstr>
      <vt:lpstr>Arial</vt:lpstr>
      <vt:lpstr>Calibri</vt:lpstr>
      <vt:lpstr>Office Theme</vt:lpstr>
      <vt:lpstr>MySQL 8 Novas funcionalidades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谢谢 Thank you Grazie Obrigado Gracias percona.com/contact | info@percona.com vinicius.grippa@percona.com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Vinicius Grippa</cp:lastModifiedBy>
  <cp:revision>1</cp:revision>
  <dcterms:modified xsi:type="dcterms:W3CDTF">2026-01-25T21:09:50Z</dcterms:modified>
</cp:coreProperties>
</file>