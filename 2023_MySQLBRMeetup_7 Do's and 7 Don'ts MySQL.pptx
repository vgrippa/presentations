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8" r:id="rId2"/>
  </p:sldMasterIdLst>
  <p:notesMasterIdLst>
    <p:notesMasterId r:id="rId4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</p:sldIdLst>
  <p:sldSz cx="12192000" cy="6858000"/>
  <p:notesSz cx="6858000" cy="9144000"/>
  <p:embeddedFontLst>
    <p:embeddedFont>
      <p:font typeface="Lato" panose="020F0502020204030203" pitchFamily="34" charset="0"/>
      <p:regular r:id="rId49"/>
      <p:bold r:id="rId50"/>
      <p:italic r:id="rId51"/>
      <p:boldItalic r:id="rId52"/>
    </p:embeddedFont>
    <p:embeddedFont>
      <p:font typeface="Montserrat" pitchFamily="2" charset="77"/>
      <p:regular r:id="rId53"/>
      <p:bold r:id="rId54"/>
      <p:italic r:id="rId55"/>
      <p:boldItalic r:id="rId56"/>
    </p:embeddedFont>
    <p:embeddedFont>
      <p:font typeface="Poppins" pitchFamily="2" charset="77"/>
      <p:regular r:id="rId57"/>
      <p:bold r:id="rId58"/>
      <p:italic r:id="rId59"/>
      <p:boldItalic r:id="rId60"/>
    </p:embeddedFont>
    <p:embeddedFont>
      <p:font typeface="Poppins Medium" panose="00000600000000000000" pitchFamily="2" charset="77"/>
      <p:regular r:id="rId61"/>
      <p:bold r:id="rId62"/>
      <p:italic r:id="rId63"/>
      <p:boldItalic r:id="rId64"/>
    </p:embeddedFont>
    <p:embeddedFont>
      <p:font typeface="Poppins SemiBold" panose="00000700000000000000" pitchFamily="2" charset="77"/>
      <p:regular r:id="rId65"/>
      <p:bold r:id="rId66"/>
      <p:italic r:id="rId67"/>
      <p:boldItalic r:id="rId6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1" roundtripDataSignature="AMtx7mhjbsm5XTm42WirFa4N/D6tjrNC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font" Target="fonts/font15.fntdata"/><Relationship Id="rId68" Type="http://schemas.openxmlformats.org/officeDocument/2006/relationships/font" Target="fonts/font20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font" Target="fonts/font5.fntdata"/><Relationship Id="rId58" Type="http://schemas.openxmlformats.org/officeDocument/2006/relationships/font" Target="fonts/font10.fntdata"/><Relationship Id="rId66" Type="http://schemas.openxmlformats.org/officeDocument/2006/relationships/font" Target="fonts/font18.fntdata"/><Relationship Id="rId74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openxmlformats.org/officeDocument/2006/relationships/font" Target="fonts/font13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8.fntdata"/><Relationship Id="rId64" Type="http://schemas.openxmlformats.org/officeDocument/2006/relationships/font" Target="fonts/font16.fntdata"/><Relationship Id="rId8" Type="http://schemas.openxmlformats.org/officeDocument/2006/relationships/slide" Target="slides/slide6.xml"/><Relationship Id="rId51" Type="http://schemas.openxmlformats.org/officeDocument/2006/relationships/font" Target="fonts/font3.fntdata"/><Relationship Id="rId72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font" Target="fonts/font11.fntdata"/><Relationship Id="rId67" Type="http://schemas.openxmlformats.org/officeDocument/2006/relationships/font" Target="fonts/font19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font" Target="fonts/font6.fntdata"/><Relationship Id="rId62" Type="http://schemas.openxmlformats.org/officeDocument/2006/relationships/font" Target="fonts/font14.fntdata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1.fntdata"/><Relationship Id="rId57" Type="http://schemas.openxmlformats.org/officeDocument/2006/relationships/font" Target="fonts/font9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font" Target="fonts/font4.fntdata"/><Relationship Id="rId60" Type="http://schemas.openxmlformats.org/officeDocument/2006/relationships/font" Target="fonts/font12.fntdata"/><Relationship Id="rId65" Type="http://schemas.openxmlformats.org/officeDocument/2006/relationships/font" Target="fonts/font17.fntdata"/><Relationship Id="rId73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7" Type="http://schemas.openxmlformats.org/officeDocument/2006/relationships/slide" Target="slides/slide5.xml"/><Relationship Id="rId71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5" name="Google Shape;2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628719712e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628719712e_0_2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g2628719712e_0_20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eb55ebeea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g1eb55ebeea1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4" name="Google Shape;224;g1eb55ebeea1_0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628719712e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g2628719712e_0_2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1" name="Google Shape;231;g2628719712e_0_29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628719712e_0_4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628719712e_0_4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g2628719712e_0_40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628719712e_0_5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628719712e_0_5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g2628719712e_0_5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628719712e_0_5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628719712e_0_5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g2628719712e_0_5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628719712e_0_4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628719712e_0_4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g2628719712e_0_49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628719712e_0_5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628719712e_0_5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g2628719712e_0_5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628719712e_0_5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4" name="Google Shape;274;g2628719712e_0_5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5" name="Google Shape;275;g2628719712e_0_5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628719712e_0_5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628719712e_0_5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g2628719712e_0_5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628719712e_0_5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2628719712e_0_5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g2628719712e_0_5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628719712e_0_5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628719712e_0_5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g2628719712e_0_5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628719712e_0_5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g2628719712e_0_5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6" name="Google Shape;306;g2628719712e_0_57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628719712e_0_5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2628719712e_0_5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g2628719712e_0_58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628719712e_0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2628719712e_0_5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g2628719712e_0_5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628719712e_0_5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2628719712e_0_5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g2628719712e_0_59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628719712e_0_6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2628719712e_0_6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0" name="Google Shape;340;g2628719712e_0_60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628719712e_0_6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2628719712e_0_6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g2628719712e_0_66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2a0ddc2528a_2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5" name="Google Shape;355;g2a0ddc2528a_2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6" name="Google Shape;356;g2a0ddc2528a_2_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a0ddc2528a_2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2a0ddc2528a_2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g2a0ddc2528a_2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628719712e_0_7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0" name="Google Shape;370;g2628719712e_0_7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1" name="Google Shape;371;g2628719712e_0_7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2628719712e_0_7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2628719712e_0_7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g2628719712e_0_7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2628719712e_0_7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2628719712e_0_7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g2628719712e_0_7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2628719712e_0_7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2628719712e_0_7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g2628719712e_0_7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628719712e_0_7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9" name="Google Shape;399;g2628719712e_0_7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0" name="Google Shape;400;g2628719712e_0_76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2628719712e_0_7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2628719712e_0_7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g2628719712e_0_76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2628719712e_0_6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5" name="Google Shape;415;g2628719712e_0_6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6" name="Google Shape;416;g2628719712e_0_6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2628719712e_0_6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2" name="Google Shape;422;g2628719712e_0_6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3" name="Google Shape;423;g2628719712e_0_6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628719712e_0_6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2628719712e_0_6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g2628719712e_0_6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2628719712e_0_6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2628719712e_0_6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g2628719712e_0_6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2a0ddc2528a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6" name="Google Shape;446;g2a0ddc2528a_2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7" name="Google Shape;447;g2a0ddc2528a_2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2628719712e_0_6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2628719712e_0_6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g2628719712e_0_6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2628719712e_0_6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2628719712e_0_6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g2628719712e_0_6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628719712e_0_6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8" name="Google Shape;468;g2628719712e_0_6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9" name="Google Shape;469;g2628719712e_0_65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2628719712e_0_6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2628719712e_0_6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basico é facil… vc vai ver uma pessoa sangrando a primeira coisa é parar o sangramento.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Casos mais complexos precisam de numeros. O processo investigativo é baseado em numeros. </a:t>
            </a:r>
            <a:endParaRPr/>
          </a:p>
        </p:txBody>
      </p:sp>
      <p:sp>
        <p:nvSpPr>
          <p:cNvPr id="477" name="Google Shape;477;g2628719712e_0_66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2628719712e_0_6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3" name="Google Shape;483;g2628719712e_0_6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4" name="Google Shape;484;g2628719712e_0_68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2628719712e_0_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2628719712e_0_6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g2628719712e_0_68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2628719712e_0_6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8" name="Google Shape;498;g2628719712e_0_6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9" name="Google Shape;499;g2628719712e_0_69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2628719712e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2628719712e_0_7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g2628719712e_0_70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2628719712e_0_7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3" name="Google Shape;513;g2628719712e_0_7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4" name="Google Shape;514;g2628719712e_0_7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2628719712e_0_7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2628719712e_0_7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g2628719712e_0_7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2628719712e_0_7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8" name="Google Shape;528;g2628719712e_0_7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9" name="Google Shape;529;g2628719712e_0_7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6" name="Google Shape;536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7" name="Google Shape;537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6" name="Google Shape;54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ercona 2023 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5"/>
          <p:cNvSpPr/>
          <p:nvPr/>
        </p:nvSpPr>
        <p:spPr>
          <a:xfrm>
            <a:off x="-88350" y="-76200"/>
            <a:ext cx="12406800" cy="7030500"/>
          </a:xfrm>
          <a:prstGeom prst="rect">
            <a:avLst/>
          </a:prstGeom>
          <a:solidFill>
            <a:srgbClr val="0E1A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5"/>
          <p:cNvSpPr txBox="1">
            <a:spLocks noGrp="1"/>
          </p:cNvSpPr>
          <p:nvPr>
            <p:ph type="ctrTitle"/>
          </p:nvPr>
        </p:nvSpPr>
        <p:spPr>
          <a:xfrm>
            <a:off x="1069850" y="2823400"/>
            <a:ext cx="7426200" cy="17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Poppins"/>
              <a:buChar char="●"/>
              <a:defRPr sz="5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5"/>
          <p:cNvSpPr txBox="1">
            <a:spLocks noGrp="1"/>
          </p:cNvSpPr>
          <p:nvPr>
            <p:ph type="subTitle" idx="1"/>
          </p:nvPr>
        </p:nvSpPr>
        <p:spPr>
          <a:xfrm>
            <a:off x="1100015" y="455371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Poppins SemiBold"/>
              <a:buNone/>
              <a:defRPr sz="2200" cap="non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Slide 2 2">
  <p:cSld name="1_Title Slide_2_2">
    <p:bg>
      <p:bgPr>
        <a:solidFill>
          <a:schemeClr val="dk2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29"/>
          <p:cNvPicPr preferRelativeResize="0"/>
          <p:nvPr/>
        </p:nvPicPr>
        <p:blipFill rotWithShape="1">
          <a:blip r:embed="rId2">
            <a:alphaModFix amt="15000"/>
          </a:blip>
          <a:srcRect/>
          <a:stretch/>
        </p:blipFill>
        <p:spPr>
          <a:xfrm>
            <a:off x="-1812375" y="180425"/>
            <a:ext cx="7153714" cy="619482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9"/>
          <p:cNvSpPr txBox="1">
            <a:spLocks noGrp="1"/>
          </p:cNvSpPr>
          <p:nvPr>
            <p:ph type="title"/>
          </p:nvPr>
        </p:nvSpPr>
        <p:spPr>
          <a:xfrm>
            <a:off x="5010575" y="3497750"/>
            <a:ext cx="8218500" cy="8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oppins Medium"/>
              <a:buChar char="●"/>
              <a:defRPr sz="4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9"/>
          <p:cNvSpPr txBox="1">
            <a:spLocks noGrp="1"/>
          </p:cNvSpPr>
          <p:nvPr>
            <p:ph type="subTitle" idx="1"/>
          </p:nvPr>
        </p:nvSpPr>
        <p:spPr>
          <a:xfrm>
            <a:off x="5124175" y="4516950"/>
            <a:ext cx="5401800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None/>
              <a:def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 2">
  <p:cSld name="Section Head 2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6"/>
          <p:cNvSpPr txBox="1">
            <a:spLocks noGrp="1"/>
          </p:cNvSpPr>
          <p:nvPr>
            <p:ph type="sldNum" idx="12"/>
          </p:nvPr>
        </p:nvSpPr>
        <p:spPr>
          <a:xfrm>
            <a:off x="10661090" y="6492900"/>
            <a:ext cx="1530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" name="Google Shape;26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08650" y="6599028"/>
            <a:ext cx="1262126" cy="15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26"/>
          <p:cNvSpPr txBox="1">
            <a:spLocks noGrp="1"/>
          </p:cNvSpPr>
          <p:nvPr>
            <p:ph type="title"/>
          </p:nvPr>
        </p:nvSpPr>
        <p:spPr>
          <a:xfrm>
            <a:off x="1091702" y="758953"/>
            <a:ext cx="10092900" cy="8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oppins Medium"/>
              <a:buChar char="●"/>
              <a:defRPr sz="3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26"/>
          <p:cNvSpPr txBox="1">
            <a:spLocks noGrp="1"/>
          </p:cNvSpPr>
          <p:nvPr>
            <p:ph type="body" idx="1"/>
          </p:nvPr>
        </p:nvSpPr>
        <p:spPr>
          <a:xfrm>
            <a:off x="3869275" y="1880552"/>
            <a:ext cx="5314500" cy="41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Slide 2 2 1 1">
  <p:cSld name="1_Title Slide_2_2_1_1">
    <p:bg>
      <p:bgPr>
        <a:solidFill>
          <a:schemeClr val="accent3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30"/>
          <p:cNvPicPr preferRelativeResize="0"/>
          <p:nvPr/>
        </p:nvPicPr>
        <p:blipFill rotWithShape="1">
          <a:blip r:embed="rId2">
            <a:alphaModFix amt="15000"/>
          </a:blip>
          <a:srcRect/>
          <a:stretch/>
        </p:blipFill>
        <p:spPr>
          <a:xfrm>
            <a:off x="-1812375" y="180425"/>
            <a:ext cx="7153714" cy="619482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0"/>
          <p:cNvSpPr txBox="1">
            <a:spLocks noGrp="1"/>
          </p:cNvSpPr>
          <p:nvPr>
            <p:ph type="title"/>
          </p:nvPr>
        </p:nvSpPr>
        <p:spPr>
          <a:xfrm>
            <a:off x="5010575" y="3497750"/>
            <a:ext cx="8218500" cy="8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oppins Medium"/>
              <a:buChar char="●"/>
              <a:defRPr sz="4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0"/>
          <p:cNvSpPr txBox="1">
            <a:spLocks noGrp="1"/>
          </p:cNvSpPr>
          <p:nvPr>
            <p:ph type="subTitle" idx="1"/>
          </p:nvPr>
        </p:nvSpPr>
        <p:spPr>
          <a:xfrm>
            <a:off x="5124175" y="4516950"/>
            <a:ext cx="5401800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None/>
              <a:def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3"/>
          <p:cNvSpPr txBox="1">
            <a:spLocks noGrp="1"/>
          </p:cNvSpPr>
          <p:nvPr>
            <p:ph type="body" idx="1"/>
          </p:nvPr>
        </p:nvSpPr>
        <p:spPr>
          <a:xfrm>
            <a:off x="2383600" y="919180"/>
            <a:ext cx="3474600" cy="51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35" name="Google Shape;35;p33"/>
          <p:cNvSpPr txBox="1">
            <a:spLocks noGrp="1"/>
          </p:cNvSpPr>
          <p:nvPr>
            <p:ph type="body" idx="2"/>
          </p:nvPr>
        </p:nvSpPr>
        <p:spPr>
          <a:xfrm>
            <a:off x="6333808" y="919180"/>
            <a:ext cx="3474600" cy="51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sldNum" idx="12"/>
          </p:nvPr>
        </p:nvSpPr>
        <p:spPr>
          <a:xfrm>
            <a:off x="10661090" y="6492900"/>
            <a:ext cx="1530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7" name="Google Shape;37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08650" y="6599028"/>
            <a:ext cx="1262126" cy="15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Slide 2 2 1">
  <p:cSld name="1_Title Slide_2_2_1">
    <p:bg>
      <p:bgPr>
        <a:solidFill>
          <a:schemeClr val="accent1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31"/>
          <p:cNvPicPr preferRelativeResize="0"/>
          <p:nvPr/>
        </p:nvPicPr>
        <p:blipFill rotWithShape="1">
          <a:blip r:embed="rId2">
            <a:alphaModFix amt="15000"/>
          </a:blip>
          <a:srcRect/>
          <a:stretch/>
        </p:blipFill>
        <p:spPr>
          <a:xfrm>
            <a:off x="-1812375" y="180425"/>
            <a:ext cx="7153714" cy="6194825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31"/>
          <p:cNvSpPr txBox="1">
            <a:spLocks noGrp="1"/>
          </p:cNvSpPr>
          <p:nvPr>
            <p:ph type="title"/>
          </p:nvPr>
        </p:nvSpPr>
        <p:spPr>
          <a:xfrm>
            <a:off x="5010575" y="3497750"/>
            <a:ext cx="8218500" cy="8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oppins Medium"/>
              <a:buChar char="●"/>
              <a:defRPr sz="4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1"/>
          <p:cNvSpPr txBox="1">
            <a:spLocks noGrp="1"/>
          </p:cNvSpPr>
          <p:nvPr>
            <p:ph type="subTitle" idx="1"/>
          </p:nvPr>
        </p:nvSpPr>
        <p:spPr>
          <a:xfrm>
            <a:off x="5124175" y="4516950"/>
            <a:ext cx="5401800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None/>
              <a:def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Slide">
  <p:cSld name="1_Title Slid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1"/>
          <p:cNvSpPr/>
          <p:nvPr/>
        </p:nvSpPr>
        <p:spPr>
          <a:xfrm>
            <a:off x="-63100" y="-75725"/>
            <a:ext cx="315000" cy="7009800"/>
          </a:xfrm>
          <a:prstGeom prst="rect">
            <a:avLst/>
          </a:prstGeom>
          <a:solidFill>
            <a:srgbClr val="0E1A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1"/>
          <p:cNvSpPr txBox="1">
            <a:spLocks noGrp="1"/>
          </p:cNvSpPr>
          <p:nvPr>
            <p:ph type="body" idx="1"/>
          </p:nvPr>
        </p:nvSpPr>
        <p:spPr>
          <a:xfrm>
            <a:off x="1100015" y="1895302"/>
            <a:ext cx="10084500" cy="40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Font typeface="Poppins Medium"/>
              <a:buNone/>
              <a:defRPr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marL="1371600" lvl="2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41"/>
          <p:cNvSpPr txBox="1">
            <a:spLocks noGrp="1"/>
          </p:cNvSpPr>
          <p:nvPr>
            <p:ph type="title"/>
          </p:nvPr>
        </p:nvSpPr>
        <p:spPr>
          <a:xfrm>
            <a:off x="1091702" y="758953"/>
            <a:ext cx="10092900" cy="8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oppins Medium"/>
              <a:buChar char="●"/>
              <a:defRPr sz="3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1"/>
          <p:cNvSpPr txBox="1">
            <a:spLocks noGrp="1"/>
          </p:cNvSpPr>
          <p:nvPr>
            <p:ph type="sldNum" idx="12"/>
          </p:nvPr>
        </p:nvSpPr>
        <p:spPr>
          <a:xfrm>
            <a:off x="10661090" y="6492900"/>
            <a:ext cx="1530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7" name="Google Shape;47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08650" y="6599028"/>
            <a:ext cx="1262126" cy="15282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41"/>
          <p:cNvSpPr txBox="1"/>
          <p:nvPr/>
        </p:nvSpPr>
        <p:spPr>
          <a:xfrm>
            <a:off x="685800" y="6542675"/>
            <a:ext cx="44565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©2023 Percona | Confidential</a:t>
            </a:r>
            <a:endParaRPr sz="800" b="0" i="0" u="none" strike="noStrike" cap="none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Slide 2 2 1 1 1">
  <p:cSld name="1_Title Slide_2_2_1_1_1">
    <p:bg>
      <p:bgPr>
        <a:solidFill>
          <a:schemeClr val="accent4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32"/>
          <p:cNvPicPr preferRelativeResize="0"/>
          <p:nvPr/>
        </p:nvPicPr>
        <p:blipFill rotWithShape="1">
          <a:blip r:embed="rId2">
            <a:alphaModFix amt="15000"/>
          </a:blip>
          <a:srcRect/>
          <a:stretch/>
        </p:blipFill>
        <p:spPr>
          <a:xfrm>
            <a:off x="-1812375" y="180425"/>
            <a:ext cx="7153714" cy="6194825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32"/>
          <p:cNvSpPr txBox="1">
            <a:spLocks noGrp="1"/>
          </p:cNvSpPr>
          <p:nvPr>
            <p:ph type="title"/>
          </p:nvPr>
        </p:nvSpPr>
        <p:spPr>
          <a:xfrm>
            <a:off x="5010575" y="3497750"/>
            <a:ext cx="8218500" cy="8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oppins Medium"/>
              <a:buChar char="●"/>
              <a:defRPr sz="4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2"/>
          <p:cNvSpPr txBox="1">
            <a:spLocks noGrp="1"/>
          </p:cNvSpPr>
          <p:nvPr>
            <p:ph type="subTitle" idx="1"/>
          </p:nvPr>
        </p:nvSpPr>
        <p:spPr>
          <a:xfrm>
            <a:off x="5124175" y="4516950"/>
            <a:ext cx="5401800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None/>
              <a:def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 1">
  <p:cSld name="Closing_1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8"/>
          <p:cNvSpPr/>
          <p:nvPr/>
        </p:nvSpPr>
        <p:spPr>
          <a:xfrm>
            <a:off x="0" y="0"/>
            <a:ext cx="12192000" cy="6096000"/>
          </a:xfrm>
          <a:prstGeom prst="rect">
            <a:avLst/>
          </a:prstGeom>
          <a:solidFill>
            <a:srgbClr val="0E1A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8"/>
          <p:cNvSpPr txBox="1">
            <a:spLocks noGrp="1"/>
          </p:cNvSpPr>
          <p:nvPr>
            <p:ph type="subTitle" idx="1"/>
          </p:nvPr>
        </p:nvSpPr>
        <p:spPr>
          <a:xfrm>
            <a:off x="1129650" y="1274750"/>
            <a:ext cx="9932700" cy="1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4200"/>
              <a:buNone/>
              <a:defRPr sz="4200" cap="none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6" name="Google Shape;56;p38"/>
          <p:cNvSpPr txBox="1">
            <a:spLocks noGrp="1"/>
          </p:cNvSpPr>
          <p:nvPr>
            <p:ph type="title"/>
          </p:nvPr>
        </p:nvSpPr>
        <p:spPr>
          <a:xfrm>
            <a:off x="2782950" y="5477525"/>
            <a:ext cx="66261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pic>
        <p:nvPicPr>
          <p:cNvPr id="57" name="Google Shape;57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64938" y="6535928"/>
            <a:ext cx="1262126" cy="15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38"/>
          <p:cNvSpPr txBox="1"/>
          <p:nvPr/>
        </p:nvSpPr>
        <p:spPr>
          <a:xfrm>
            <a:off x="685800" y="6542675"/>
            <a:ext cx="44565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©2023 Percona | Confidential</a:t>
            </a:r>
            <a:endParaRPr sz="800" b="0" i="0" u="none" strike="noStrike" cap="none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Slide 2 1">
  <p:cSld name="1_Title Slide_2_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7"/>
          <p:cNvSpPr/>
          <p:nvPr/>
        </p:nvSpPr>
        <p:spPr>
          <a:xfrm>
            <a:off x="-63100" y="-75725"/>
            <a:ext cx="315000" cy="7009800"/>
          </a:xfrm>
          <a:prstGeom prst="rect">
            <a:avLst/>
          </a:prstGeom>
          <a:solidFill>
            <a:srgbClr val="0E1A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7"/>
          <p:cNvSpPr txBox="1">
            <a:spLocks noGrp="1"/>
          </p:cNvSpPr>
          <p:nvPr>
            <p:ph type="sldNum" idx="12"/>
          </p:nvPr>
        </p:nvSpPr>
        <p:spPr>
          <a:xfrm>
            <a:off x="10661090" y="6492900"/>
            <a:ext cx="1530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2" name="Google Shape;62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08650" y="6599028"/>
            <a:ext cx="1262126" cy="15282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27"/>
          <p:cNvSpPr txBox="1"/>
          <p:nvPr/>
        </p:nvSpPr>
        <p:spPr>
          <a:xfrm>
            <a:off x="685800" y="6542675"/>
            <a:ext cx="44565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©2023 Percona | Confidential</a:t>
            </a:r>
            <a:endParaRPr sz="800" b="0" i="0" u="none" strike="noStrike" cap="none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Slide 1">
  <p:cSld name="1_Title Slide_1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8"/>
          <p:cNvSpPr/>
          <p:nvPr/>
        </p:nvSpPr>
        <p:spPr>
          <a:xfrm>
            <a:off x="-63100" y="-75725"/>
            <a:ext cx="315000" cy="7009800"/>
          </a:xfrm>
          <a:prstGeom prst="rect">
            <a:avLst/>
          </a:prstGeom>
          <a:solidFill>
            <a:srgbClr val="0E1A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8"/>
          <p:cNvSpPr txBox="1">
            <a:spLocks noGrp="1"/>
          </p:cNvSpPr>
          <p:nvPr>
            <p:ph type="body" idx="1"/>
          </p:nvPr>
        </p:nvSpPr>
        <p:spPr>
          <a:xfrm>
            <a:off x="1100015" y="1895302"/>
            <a:ext cx="10084500" cy="40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 txBox="1">
            <a:spLocks noGrp="1"/>
          </p:cNvSpPr>
          <p:nvPr>
            <p:ph type="title"/>
          </p:nvPr>
        </p:nvSpPr>
        <p:spPr>
          <a:xfrm>
            <a:off x="1091702" y="758953"/>
            <a:ext cx="10092900" cy="8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oppins Medium"/>
              <a:buChar char="●"/>
              <a:defRPr sz="3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8"/>
          <p:cNvSpPr txBox="1">
            <a:spLocks noGrp="1"/>
          </p:cNvSpPr>
          <p:nvPr>
            <p:ph type="sldNum" idx="12"/>
          </p:nvPr>
        </p:nvSpPr>
        <p:spPr>
          <a:xfrm>
            <a:off x="10661090" y="6492900"/>
            <a:ext cx="1530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9" name="Google Shape;69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08650" y="6599028"/>
            <a:ext cx="1262126" cy="15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28"/>
          <p:cNvSpPr txBox="1"/>
          <p:nvPr/>
        </p:nvSpPr>
        <p:spPr>
          <a:xfrm>
            <a:off x="685800" y="6542675"/>
            <a:ext cx="44565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©2023 Percona | Confidential</a:t>
            </a:r>
            <a:endParaRPr sz="800" b="0" i="0" u="none" strike="noStrike" cap="none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4"/>
          <p:cNvSpPr txBox="1">
            <a:spLocks noGrp="1"/>
          </p:cNvSpPr>
          <p:nvPr>
            <p:ph type="body" idx="1"/>
          </p:nvPr>
        </p:nvSpPr>
        <p:spPr>
          <a:xfrm>
            <a:off x="2384337" y="1877636"/>
            <a:ext cx="3474600" cy="40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Poppins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73" name="Google Shape;73;p34"/>
          <p:cNvSpPr txBox="1">
            <a:spLocks noGrp="1"/>
          </p:cNvSpPr>
          <p:nvPr>
            <p:ph type="body" idx="2"/>
          </p:nvPr>
        </p:nvSpPr>
        <p:spPr>
          <a:xfrm>
            <a:off x="6334888" y="1877636"/>
            <a:ext cx="3474600" cy="40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Poppins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74" name="Google Shape;74;p34"/>
          <p:cNvSpPr txBox="1">
            <a:spLocks noGrp="1"/>
          </p:cNvSpPr>
          <p:nvPr>
            <p:ph type="subTitle" idx="3"/>
          </p:nvPr>
        </p:nvSpPr>
        <p:spPr>
          <a:xfrm>
            <a:off x="1501925" y="957075"/>
            <a:ext cx="4355100" cy="8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4"/>
          <p:cNvSpPr txBox="1">
            <a:spLocks noGrp="1"/>
          </p:cNvSpPr>
          <p:nvPr>
            <p:ph type="subTitle" idx="4"/>
          </p:nvPr>
        </p:nvSpPr>
        <p:spPr>
          <a:xfrm>
            <a:off x="6334950" y="957075"/>
            <a:ext cx="4153200" cy="8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4"/>
          <p:cNvSpPr txBox="1">
            <a:spLocks noGrp="1"/>
          </p:cNvSpPr>
          <p:nvPr>
            <p:ph type="sldNum" idx="12"/>
          </p:nvPr>
        </p:nvSpPr>
        <p:spPr>
          <a:xfrm>
            <a:off x="10661090" y="6492900"/>
            <a:ext cx="1530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7" name="Google Shape;77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08650" y="6599028"/>
            <a:ext cx="1262126" cy="15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 with attribution">
  <p:cSld name="1_Title and Content with attribution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5"/>
          <p:cNvSpPr txBox="1">
            <a:spLocks noGrp="1"/>
          </p:cNvSpPr>
          <p:nvPr>
            <p:ph type="body" idx="1"/>
          </p:nvPr>
        </p:nvSpPr>
        <p:spPr>
          <a:xfrm>
            <a:off x="1417202" y="2200750"/>
            <a:ext cx="4559700" cy="3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Poppins"/>
              <a:buNone/>
              <a:defRPr sz="2000" u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Char char="■"/>
              <a:defRPr sz="1600">
                <a:solidFill>
                  <a:schemeClr val="dk2"/>
                </a:solidFill>
              </a:defRPr>
            </a:lvl3pPr>
            <a:lvl4pPr marL="1828800" lvl="3" indent="-3048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2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marL="3200400" lvl="6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marL="3657600" lvl="7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marL="4114800" lvl="8" indent="-3429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80" name="Google Shape;80;p35"/>
          <p:cNvCxnSpPr/>
          <p:nvPr/>
        </p:nvCxnSpPr>
        <p:spPr>
          <a:xfrm>
            <a:off x="6086061" y="2200758"/>
            <a:ext cx="0" cy="354420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1" name="Google Shape;81;p35"/>
          <p:cNvSpPr txBox="1">
            <a:spLocks noGrp="1"/>
          </p:cNvSpPr>
          <p:nvPr>
            <p:ph type="sldNum" idx="12"/>
          </p:nvPr>
        </p:nvSpPr>
        <p:spPr>
          <a:xfrm>
            <a:off x="10661090" y="6492900"/>
            <a:ext cx="1530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" name="Google Shape;82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08650" y="6599028"/>
            <a:ext cx="1262126" cy="15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35"/>
          <p:cNvSpPr txBox="1">
            <a:spLocks noGrp="1"/>
          </p:cNvSpPr>
          <p:nvPr>
            <p:ph type="body" idx="2"/>
          </p:nvPr>
        </p:nvSpPr>
        <p:spPr>
          <a:xfrm>
            <a:off x="6175852" y="2175525"/>
            <a:ext cx="4559700" cy="3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Poppins"/>
              <a:buNone/>
              <a:defRPr sz="2000" u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Char char="■"/>
              <a:defRPr sz="1600">
                <a:solidFill>
                  <a:schemeClr val="dk2"/>
                </a:solidFill>
              </a:defRPr>
            </a:lvl3pPr>
            <a:lvl4pPr marL="1828800" lvl="3" indent="-3048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2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marL="3200400" lvl="6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marL="3657600" lvl="7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marL="4114800" lvl="8" indent="-3429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Slide 2">
  <p:cSld name="1_Title Slide_2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6"/>
          <p:cNvSpPr txBox="1">
            <a:spLocks noGrp="1"/>
          </p:cNvSpPr>
          <p:nvPr>
            <p:ph type="body" idx="1"/>
          </p:nvPr>
        </p:nvSpPr>
        <p:spPr>
          <a:xfrm>
            <a:off x="1100015" y="1895302"/>
            <a:ext cx="10084500" cy="40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86" name="Google Shape;86;p36"/>
          <p:cNvSpPr txBox="1">
            <a:spLocks noGrp="1"/>
          </p:cNvSpPr>
          <p:nvPr>
            <p:ph type="title"/>
          </p:nvPr>
        </p:nvSpPr>
        <p:spPr>
          <a:xfrm>
            <a:off x="1091702" y="758953"/>
            <a:ext cx="10092900" cy="8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oppins Medium"/>
              <a:buChar char="●"/>
              <a:defRPr sz="3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6"/>
          <p:cNvSpPr txBox="1">
            <a:spLocks noGrp="1"/>
          </p:cNvSpPr>
          <p:nvPr>
            <p:ph type="sldNum" idx="12"/>
          </p:nvPr>
        </p:nvSpPr>
        <p:spPr>
          <a:xfrm>
            <a:off x="10661090" y="6492900"/>
            <a:ext cx="1530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8" name="Google Shape;88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08650" y="6599028"/>
            <a:ext cx="1262126" cy="15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36"/>
          <p:cNvSpPr txBox="1"/>
          <p:nvPr/>
        </p:nvSpPr>
        <p:spPr>
          <a:xfrm>
            <a:off x="685800" y="6542675"/>
            <a:ext cx="44565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©2023 Percona | Confidential</a:t>
            </a:r>
            <a:endParaRPr sz="800" b="0" i="0" u="none" strike="noStrike" cap="none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">
  <p:cSld name="Closing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7"/>
          <p:cNvSpPr/>
          <p:nvPr/>
        </p:nvSpPr>
        <p:spPr>
          <a:xfrm>
            <a:off x="0" y="0"/>
            <a:ext cx="12192000" cy="6096000"/>
          </a:xfrm>
          <a:prstGeom prst="rect">
            <a:avLst/>
          </a:prstGeom>
          <a:solidFill>
            <a:srgbClr val="0E1A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7"/>
          <p:cNvSpPr txBox="1">
            <a:spLocks noGrp="1"/>
          </p:cNvSpPr>
          <p:nvPr>
            <p:ph type="subTitle" idx="1"/>
          </p:nvPr>
        </p:nvSpPr>
        <p:spPr>
          <a:xfrm>
            <a:off x="1129650" y="1274750"/>
            <a:ext cx="9932700" cy="1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4200"/>
              <a:buNone/>
              <a:defRPr sz="4200" cap="none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3" name="Google Shape;93;p37"/>
          <p:cNvSpPr txBox="1">
            <a:spLocks noGrp="1"/>
          </p:cNvSpPr>
          <p:nvPr>
            <p:ph type="title"/>
          </p:nvPr>
        </p:nvSpPr>
        <p:spPr>
          <a:xfrm>
            <a:off x="2782950" y="5477525"/>
            <a:ext cx="66261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pic>
        <p:nvPicPr>
          <p:cNvPr id="94" name="Google Shape;94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64938" y="6535928"/>
            <a:ext cx="1262126" cy="1528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37"/>
          <p:cNvSpPr txBox="1"/>
          <p:nvPr/>
        </p:nvSpPr>
        <p:spPr>
          <a:xfrm>
            <a:off x="685800" y="6542675"/>
            <a:ext cx="44565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©2023 Percona | Confidential</a:t>
            </a:r>
            <a:endParaRPr sz="800" b="0" i="0" u="none" strike="noStrike" cap="none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p37"/>
          <p:cNvSpPr txBox="1">
            <a:spLocks noGrp="1"/>
          </p:cNvSpPr>
          <p:nvPr>
            <p:ph type="subTitle" idx="2"/>
          </p:nvPr>
        </p:nvSpPr>
        <p:spPr>
          <a:xfrm>
            <a:off x="1181100" y="2671800"/>
            <a:ext cx="9932700" cy="1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 cap="none">
                <a:solidFill>
                  <a:schemeClr val="accent3"/>
                </a:solidFill>
              </a:defRPr>
            </a:lvl1pPr>
            <a:lvl2pPr lvl="1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9"/>
          <p:cNvSpPr txBox="1">
            <a:spLocks noGrp="1"/>
          </p:cNvSpPr>
          <p:nvPr>
            <p:ph type="sldNum" idx="12"/>
          </p:nvPr>
        </p:nvSpPr>
        <p:spPr>
          <a:xfrm>
            <a:off x="10661090" y="6492900"/>
            <a:ext cx="1530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9" name="Google Shape;99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08650" y="6599028"/>
            <a:ext cx="1262126" cy="15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9"/>
          <p:cNvSpPr txBox="1">
            <a:spLocks noGrp="1"/>
          </p:cNvSpPr>
          <p:nvPr>
            <p:ph type="body" idx="1"/>
          </p:nvPr>
        </p:nvSpPr>
        <p:spPr>
          <a:xfrm>
            <a:off x="3816152" y="2150275"/>
            <a:ext cx="4559700" cy="3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Poppins Medium"/>
              <a:buNone/>
              <a:defRPr sz="2000" u="non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marL="914400" lvl="1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Char char="■"/>
              <a:defRPr sz="1600">
                <a:solidFill>
                  <a:schemeClr val="dk2"/>
                </a:solidFill>
              </a:defRPr>
            </a:lvl3pPr>
            <a:lvl4pPr marL="1828800" lvl="3" indent="-3048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2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marL="3200400" lvl="6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marL="3657600" lvl="7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marL="4114800" lvl="8" indent="-3429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Side Bar">
  <p:cSld name="Title and Content with Side Bar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0"/>
          <p:cNvSpPr txBox="1">
            <a:spLocks noGrp="1"/>
          </p:cNvSpPr>
          <p:nvPr>
            <p:ph type="body" idx="1"/>
          </p:nvPr>
        </p:nvSpPr>
        <p:spPr>
          <a:xfrm>
            <a:off x="3869275" y="1880552"/>
            <a:ext cx="5314500" cy="41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Poppins Medium"/>
              <a:buNone/>
              <a:defRPr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marL="914400" lvl="1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03" name="Google Shape;103;p40"/>
          <p:cNvSpPr txBox="1">
            <a:spLocks noGrp="1"/>
          </p:cNvSpPr>
          <p:nvPr>
            <p:ph type="sldNum" idx="12"/>
          </p:nvPr>
        </p:nvSpPr>
        <p:spPr>
          <a:xfrm>
            <a:off x="10661090" y="6492900"/>
            <a:ext cx="1530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4" name="Google Shape;104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08650" y="6599028"/>
            <a:ext cx="1262126" cy="15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40"/>
          <p:cNvSpPr txBox="1">
            <a:spLocks noGrp="1"/>
          </p:cNvSpPr>
          <p:nvPr>
            <p:ph type="title"/>
          </p:nvPr>
        </p:nvSpPr>
        <p:spPr>
          <a:xfrm>
            <a:off x="1091702" y="758953"/>
            <a:ext cx="10092900" cy="8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oppins Medium"/>
              <a:buChar char="●"/>
              <a:defRPr sz="3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Slide 2 2 2">
  <p:cSld name="1_Title Slide_2_2_2">
    <p:bg>
      <p:bgPr>
        <a:solidFill>
          <a:schemeClr val="accent5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2"/>
          <p:cNvPicPr preferRelativeResize="0"/>
          <p:nvPr/>
        </p:nvPicPr>
        <p:blipFill rotWithShape="1">
          <a:blip r:embed="rId2">
            <a:alphaModFix amt="15000"/>
          </a:blip>
          <a:srcRect/>
          <a:stretch/>
        </p:blipFill>
        <p:spPr>
          <a:xfrm>
            <a:off x="-1812375" y="180425"/>
            <a:ext cx="7153714" cy="619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42"/>
          <p:cNvSpPr txBox="1">
            <a:spLocks noGrp="1"/>
          </p:cNvSpPr>
          <p:nvPr>
            <p:ph type="title"/>
          </p:nvPr>
        </p:nvSpPr>
        <p:spPr>
          <a:xfrm>
            <a:off x="5010575" y="3497750"/>
            <a:ext cx="8218500" cy="8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oppins Medium"/>
              <a:buChar char="●"/>
              <a:defRPr sz="4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42"/>
          <p:cNvSpPr txBox="1">
            <a:spLocks noGrp="1"/>
          </p:cNvSpPr>
          <p:nvPr>
            <p:ph type="subTitle" idx="1"/>
          </p:nvPr>
        </p:nvSpPr>
        <p:spPr>
          <a:xfrm>
            <a:off x="5124175" y="4516950"/>
            <a:ext cx="5401800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None/>
              <a:def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3"/>
          <p:cNvSpPr txBox="1">
            <a:spLocks noGrp="1"/>
          </p:cNvSpPr>
          <p:nvPr>
            <p:ph type="sldNum" idx="12"/>
          </p:nvPr>
        </p:nvSpPr>
        <p:spPr>
          <a:xfrm>
            <a:off x="10661090" y="6492900"/>
            <a:ext cx="1530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2" name="Google Shape;112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08650" y="6599028"/>
            <a:ext cx="1262126" cy="15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43"/>
          <p:cNvSpPr/>
          <p:nvPr/>
        </p:nvSpPr>
        <p:spPr>
          <a:xfrm>
            <a:off x="-63100" y="-75725"/>
            <a:ext cx="315000" cy="7009800"/>
          </a:xfrm>
          <a:prstGeom prst="rect">
            <a:avLst/>
          </a:prstGeom>
          <a:solidFill>
            <a:srgbClr val="0E1A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3"/>
          <p:cNvSpPr txBox="1">
            <a:spLocks noGrp="1"/>
          </p:cNvSpPr>
          <p:nvPr>
            <p:ph type="title"/>
          </p:nvPr>
        </p:nvSpPr>
        <p:spPr>
          <a:xfrm>
            <a:off x="1091702" y="758953"/>
            <a:ext cx="10092900" cy="8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oppins Medium"/>
              <a:buChar char="●"/>
              <a:defRPr sz="3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5" name="Google Shape;115;p43"/>
          <p:cNvSpPr txBox="1"/>
          <p:nvPr/>
        </p:nvSpPr>
        <p:spPr>
          <a:xfrm>
            <a:off x="685800" y="6542675"/>
            <a:ext cx="44565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©2023 Percona | Confidential</a:t>
            </a:r>
            <a:endParaRPr sz="800" b="0" i="0" u="none" strike="noStrike" cap="none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Slide" type="title">
  <p:cSld name="TITLE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628719712e_0_414"/>
          <p:cNvSpPr/>
          <p:nvPr/>
        </p:nvSpPr>
        <p:spPr>
          <a:xfrm>
            <a:off x="-88350" y="-76200"/>
            <a:ext cx="12406800" cy="7030500"/>
          </a:xfrm>
          <a:prstGeom prst="rect">
            <a:avLst/>
          </a:prstGeom>
          <a:solidFill>
            <a:srgbClr val="0E1A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g2628719712e_0_414"/>
          <p:cNvSpPr txBox="1"/>
          <p:nvPr/>
        </p:nvSpPr>
        <p:spPr>
          <a:xfrm>
            <a:off x="5968726" y="4826350"/>
            <a:ext cx="5468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en-US" sz="69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Thank You!</a:t>
            </a:r>
            <a:endParaRPr sz="69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126" name="Google Shape;126;g2628719712e_0_414"/>
          <p:cNvPicPr preferRelativeResize="0"/>
          <p:nvPr/>
        </p:nvPicPr>
        <p:blipFill rotWithShape="1">
          <a:blip r:embed="rId2">
            <a:alphaModFix/>
          </a:blip>
          <a:srcRect l="20375"/>
          <a:stretch/>
        </p:blipFill>
        <p:spPr>
          <a:xfrm>
            <a:off x="-88333" y="915167"/>
            <a:ext cx="5841032" cy="4747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ercona 2023  1">
  <p:cSld name="TITLE_2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628719712e_0_418"/>
          <p:cNvSpPr/>
          <p:nvPr/>
        </p:nvSpPr>
        <p:spPr>
          <a:xfrm>
            <a:off x="-88350" y="-76200"/>
            <a:ext cx="12406800" cy="7030500"/>
          </a:xfrm>
          <a:prstGeom prst="rect">
            <a:avLst/>
          </a:prstGeom>
          <a:solidFill>
            <a:srgbClr val="0E1A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g2628719712e_0_418"/>
          <p:cNvSpPr txBox="1"/>
          <p:nvPr/>
        </p:nvSpPr>
        <p:spPr>
          <a:xfrm>
            <a:off x="5713565" y="471466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en-US" sz="23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Databases run better with Percona</a:t>
            </a:r>
            <a:endParaRPr sz="23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30" name="Google Shape;130;g2628719712e_0_418"/>
          <p:cNvPicPr preferRelativeResize="0"/>
          <p:nvPr/>
        </p:nvPicPr>
        <p:blipFill rotWithShape="1">
          <a:blip r:embed="rId2">
            <a:alphaModFix/>
          </a:blip>
          <a:srcRect l="17149"/>
          <a:stretch/>
        </p:blipFill>
        <p:spPr>
          <a:xfrm>
            <a:off x="5784350" y="3874650"/>
            <a:ext cx="4869228" cy="71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g2628719712e_0_418"/>
          <p:cNvPicPr preferRelativeResize="0"/>
          <p:nvPr/>
        </p:nvPicPr>
        <p:blipFill rotWithShape="1">
          <a:blip r:embed="rId3">
            <a:alphaModFix/>
          </a:blip>
          <a:srcRect l="20375"/>
          <a:stretch/>
        </p:blipFill>
        <p:spPr>
          <a:xfrm>
            <a:off x="-101600" y="557667"/>
            <a:ext cx="5841032" cy="474766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2628719712e_0_418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Main Title Slide">
  <p:cSld name="TITLE_1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628719712e_0_424"/>
          <p:cNvSpPr/>
          <p:nvPr/>
        </p:nvSpPr>
        <p:spPr>
          <a:xfrm>
            <a:off x="-88350" y="-76200"/>
            <a:ext cx="12406800" cy="7030500"/>
          </a:xfrm>
          <a:prstGeom prst="rect">
            <a:avLst/>
          </a:prstGeom>
          <a:solidFill>
            <a:srgbClr val="0E1A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g2628719712e_0_424"/>
          <p:cNvSpPr txBox="1">
            <a:spLocks noGrp="1"/>
          </p:cNvSpPr>
          <p:nvPr>
            <p:ph type="ctrTitle"/>
          </p:nvPr>
        </p:nvSpPr>
        <p:spPr>
          <a:xfrm>
            <a:off x="5729750" y="2780300"/>
            <a:ext cx="6091200" cy="17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Poppins"/>
              <a:buChar char="●"/>
              <a:defRPr sz="5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g2628719712e_0_424"/>
          <p:cNvSpPr txBox="1">
            <a:spLocks noGrp="1"/>
          </p:cNvSpPr>
          <p:nvPr>
            <p:ph type="subTitle" idx="1"/>
          </p:nvPr>
        </p:nvSpPr>
        <p:spPr>
          <a:xfrm>
            <a:off x="5790240" y="492971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Poppins SemiBold"/>
              <a:buNone/>
              <a:defRPr sz="2300" cap="non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ctr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ctr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ctr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pic>
        <p:nvPicPr>
          <p:cNvPr id="137" name="Google Shape;137;g2628719712e_0_424"/>
          <p:cNvPicPr preferRelativeResize="0"/>
          <p:nvPr/>
        </p:nvPicPr>
        <p:blipFill rotWithShape="1">
          <a:blip r:embed="rId2">
            <a:alphaModFix/>
          </a:blip>
          <a:srcRect l="17149"/>
          <a:stretch/>
        </p:blipFill>
        <p:spPr>
          <a:xfrm>
            <a:off x="9951550" y="429475"/>
            <a:ext cx="2056207" cy="3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g2628719712e_0_424"/>
          <p:cNvPicPr preferRelativeResize="0"/>
          <p:nvPr/>
        </p:nvPicPr>
        <p:blipFill rotWithShape="1">
          <a:blip r:embed="rId3">
            <a:alphaModFix amt="31000"/>
          </a:blip>
          <a:srcRect l="20375"/>
          <a:stretch/>
        </p:blipFill>
        <p:spPr>
          <a:xfrm>
            <a:off x="-101600" y="628367"/>
            <a:ext cx="5841032" cy="4747668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2628719712e_0_424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 op.2">
  <p:cSld name="Closing_1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628719712e_0_431"/>
          <p:cNvSpPr/>
          <p:nvPr/>
        </p:nvSpPr>
        <p:spPr>
          <a:xfrm>
            <a:off x="0" y="0"/>
            <a:ext cx="12192000" cy="6096000"/>
          </a:xfrm>
          <a:prstGeom prst="rect">
            <a:avLst/>
          </a:prstGeom>
          <a:solidFill>
            <a:srgbClr val="0E1A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g2628719712e_0_431"/>
          <p:cNvSpPr txBox="1">
            <a:spLocks noGrp="1"/>
          </p:cNvSpPr>
          <p:nvPr>
            <p:ph type="subTitle" idx="1"/>
          </p:nvPr>
        </p:nvSpPr>
        <p:spPr>
          <a:xfrm>
            <a:off x="1129650" y="1274750"/>
            <a:ext cx="9932700" cy="1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4300"/>
              <a:buNone/>
              <a:defRPr sz="4300" cap="none">
                <a:solidFill>
                  <a:schemeClr val="lt1"/>
                </a:solidFill>
              </a:defRPr>
            </a:lvl1pPr>
            <a:lvl2pPr lvl="1" algn="ctr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ctr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ctr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43" name="Google Shape;143;g2628719712e_0_431"/>
          <p:cNvSpPr txBox="1">
            <a:spLocks noGrp="1"/>
          </p:cNvSpPr>
          <p:nvPr>
            <p:ph type="title"/>
          </p:nvPr>
        </p:nvSpPr>
        <p:spPr>
          <a:xfrm>
            <a:off x="2782950" y="5477525"/>
            <a:ext cx="6626100" cy="467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44" name="Google Shape;144;g2628719712e_0_431"/>
          <p:cNvSpPr txBox="1"/>
          <p:nvPr/>
        </p:nvSpPr>
        <p:spPr>
          <a:xfrm>
            <a:off x="762000" y="6542675"/>
            <a:ext cx="44565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© Copyright 2023 Percona® LLC. All rights reserved</a:t>
            </a:r>
            <a:endParaRPr sz="8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5" name="Google Shape;145;g2628719712e_0_4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39393" y="6316400"/>
            <a:ext cx="1713207" cy="36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2628719712e_0_431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 with attribution">
  <p:cSld name="1_Title and Content with attribution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628719712e_0_438"/>
          <p:cNvSpPr txBox="1">
            <a:spLocks noGrp="1"/>
          </p:cNvSpPr>
          <p:nvPr>
            <p:ph type="body" idx="1"/>
          </p:nvPr>
        </p:nvSpPr>
        <p:spPr>
          <a:xfrm>
            <a:off x="1091702" y="2175517"/>
            <a:ext cx="4559700" cy="3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Poppins"/>
              <a:buNone/>
              <a:defRPr sz="2000" u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  <a:defRPr sz="1900">
                <a:solidFill>
                  <a:schemeClr val="dk2"/>
                </a:solidFill>
              </a:defRPr>
            </a:lvl2pPr>
            <a:lvl3pPr marL="1371600" lvl="2" indent="-3302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■"/>
              <a:defRPr sz="1600">
                <a:solidFill>
                  <a:schemeClr val="dk2"/>
                </a:solidFill>
              </a:defRPr>
            </a:lvl3pPr>
            <a:lvl4pPr marL="1828800" lvl="3" indent="-3048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2"/>
                </a:solidFill>
              </a:defRPr>
            </a:lvl4pPr>
            <a:lvl5pPr marL="2286000" lvl="4" indent="-3048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2"/>
                </a:solidFill>
              </a:defRPr>
            </a:lvl5pPr>
            <a:lvl6pPr marL="2743200" lvl="5" indent="-3492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900"/>
              <a:buChar char="■"/>
              <a:defRPr>
                <a:solidFill>
                  <a:schemeClr val="dk2"/>
                </a:solidFill>
              </a:defRPr>
            </a:lvl6pPr>
            <a:lvl7pPr marL="3200400" lvl="6" indent="-3492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900"/>
              <a:buChar char="●"/>
              <a:defRPr>
                <a:solidFill>
                  <a:schemeClr val="dk2"/>
                </a:solidFill>
              </a:defRPr>
            </a:lvl7pPr>
            <a:lvl8pPr marL="3657600" lvl="7" indent="-3492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900"/>
              <a:buChar char="○"/>
              <a:defRPr>
                <a:solidFill>
                  <a:schemeClr val="dk2"/>
                </a:solidFill>
              </a:defRPr>
            </a:lvl8pPr>
            <a:lvl9pPr marL="4114800" lvl="8" indent="-349250" algn="l" rtl="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9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149" name="Google Shape;149;g2628719712e_0_438"/>
          <p:cNvCxnSpPr/>
          <p:nvPr/>
        </p:nvCxnSpPr>
        <p:spPr>
          <a:xfrm>
            <a:off x="6180111" y="2190858"/>
            <a:ext cx="0" cy="354450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0" name="Google Shape;150;g2628719712e_0_438"/>
          <p:cNvSpPr txBox="1">
            <a:spLocks noGrp="1"/>
          </p:cNvSpPr>
          <p:nvPr>
            <p:ph type="sldNum" idx="12"/>
          </p:nvPr>
        </p:nvSpPr>
        <p:spPr>
          <a:xfrm>
            <a:off x="10559490" y="6492900"/>
            <a:ext cx="1530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chemeClr val="accent1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chemeClr val="accent1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chemeClr val="accent1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chemeClr val="accent1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chemeClr val="accent1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chemeClr val="accent1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chemeClr val="accent1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chemeClr val="accent1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" name="Google Shape;151;g2628719712e_0_438"/>
          <p:cNvSpPr txBox="1">
            <a:spLocks noGrp="1"/>
          </p:cNvSpPr>
          <p:nvPr>
            <p:ph type="body" idx="2"/>
          </p:nvPr>
        </p:nvSpPr>
        <p:spPr>
          <a:xfrm>
            <a:off x="6624885" y="2175525"/>
            <a:ext cx="4559700" cy="3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Poppins"/>
              <a:buNone/>
              <a:defRPr sz="2000" u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  <a:defRPr sz="1900">
                <a:solidFill>
                  <a:schemeClr val="dk2"/>
                </a:solidFill>
              </a:defRPr>
            </a:lvl2pPr>
            <a:lvl3pPr marL="1371600" lvl="2" indent="-3302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■"/>
              <a:defRPr sz="1600">
                <a:solidFill>
                  <a:schemeClr val="dk2"/>
                </a:solidFill>
              </a:defRPr>
            </a:lvl3pPr>
            <a:lvl4pPr marL="1828800" lvl="3" indent="-3048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2"/>
                </a:solidFill>
              </a:defRPr>
            </a:lvl4pPr>
            <a:lvl5pPr marL="2286000" lvl="4" indent="-3048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2"/>
                </a:solidFill>
              </a:defRPr>
            </a:lvl5pPr>
            <a:lvl6pPr marL="2743200" lvl="5" indent="-3492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900"/>
              <a:buChar char="■"/>
              <a:defRPr>
                <a:solidFill>
                  <a:schemeClr val="dk2"/>
                </a:solidFill>
              </a:defRPr>
            </a:lvl6pPr>
            <a:lvl7pPr marL="3200400" lvl="6" indent="-3492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900"/>
              <a:buChar char="●"/>
              <a:defRPr>
                <a:solidFill>
                  <a:schemeClr val="dk2"/>
                </a:solidFill>
              </a:defRPr>
            </a:lvl7pPr>
            <a:lvl8pPr marL="3657600" lvl="7" indent="-3492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900"/>
              <a:buChar char="○"/>
              <a:defRPr>
                <a:solidFill>
                  <a:schemeClr val="dk2"/>
                </a:solidFill>
              </a:defRPr>
            </a:lvl8pPr>
            <a:lvl9pPr marL="4114800" lvl="8" indent="-349250" algn="l" rtl="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9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2" name="Google Shape;152;g2628719712e_0_438"/>
          <p:cNvSpPr txBox="1">
            <a:spLocks noGrp="1"/>
          </p:cNvSpPr>
          <p:nvPr>
            <p:ph type="title"/>
          </p:nvPr>
        </p:nvSpPr>
        <p:spPr>
          <a:xfrm>
            <a:off x="1091702" y="758953"/>
            <a:ext cx="10092900" cy="8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oppins Medium"/>
              <a:buChar char="●"/>
              <a:defRPr sz="3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628719712e_0_444"/>
          <p:cNvSpPr txBox="1">
            <a:spLocks noGrp="1"/>
          </p:cNvSpPr>
          <p:nvPr>
            <p:ph type="body" idx="1"/>
          </p:nvPr>
        </p:nvSpPr>
        <p:spPr>
          <a:xfrm>
            <a:off x="885298" y="2334833"/>
            <a:ext cx="4974000" cy="40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Poppins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900"/>
              <a:buNone/>
              <a:defRPr sz="1900"/>
            </a:lvl2pPr>
            <a:lvl3pPr marL="1371600" lvl="2" indent="-3302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238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155" name="Google Shape;155;g2628719712e_0_444"/>
          <p:cNvSpPr txBox="1">
            <a:spLocks noGrp="1"/>
          </p:cNvSpPr>
          <p:nvPr>
            <p:ph type="body" idx="2"/>
          </p:nvPr>
        </p:nvSpPr>
        <p:spPr>
          <a:xfrm>
            <a:off x="6334906" y="2334833"/>
            <a:ext cx="5211900" cy="40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Poppins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900"/>
              <a:buNone/>
              <a:defRPr sz="1900"/>
            </a:lvl2pPr>
            <a:lvl3pPr marL="1371600" lvl="2" indent="-3302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238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156" name="Google Shape;156;g2628719712e_0_444"/>
          <p:cNvSpPr txBox="1">
            <a:spLocks noGrp="1"/>
          </p:cNvSpPr>
          <p:nvPr>
            <p:ph type="subTitle" idx="3"/>
          </p:nvPr>
        </p:nvSpPr>
        <p:spPr>
          <a:xfrm>
            <a:off x="1501925" y="1642875"/>
            <a:ext cx="4355100" cy="813300"/>
          </a:xfrm>
          <a:prstGeom prst="rect">
            <a:avLst/>
          </a:prstGeom>
        </p:spPr>
        <p:txBody>
          <a:bodyPr spcFirstLastPara="1" wrap="square" lIns="0" tIns="91425" rIns="0" bIns="0" anchor="b" anchorCtr="0">
            <a:noAutofit/>
          </a:bodyPr>
          <a:lstStyle>
            <a:lvl1pPr lvl="0" rtl="0">
              <a:spcBef>
                <a:spcPts val="12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2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g2628719712e_0_444"/>
          <p:cNvSpPr txBox="1">
            <a:spLocks noGrp="1"/>
          </p:cNvSpPr>
          <p:nvPr>
            <p:ph type="subTitle" idx="4"/>
          </p:nvPr>
        </p:nvSpPr>
        <p:spPr>
          <a:xfrm>
            <a:off x="6334950" y="1642875"/>
            <a:ext cx="4153200" cy="813300"/>
          </a:xfrm>
          <a:prstGeom prst="rect">
            <a:avLst/>
          </a:prstGeom>
        </p:spPr>
        <p:txBody>
          <a:bodyPr spcFirstLastPara="1" wrap="square" lIns="0" tIns="91425" rIns="0" bIns="0" anchor="b" anchorCtr="0">
            <a:noAutofit/>
          </a:bodyPr>
          <a:lstStyle>
            <a:lvl1pPr lvl="0" rtl="0">
              <a:spcBef>
                <a:spcPts val="12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2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g2628719712e_0_444"/>
          <p:cNvSpPr txBox="1">
            <a:spLocks noGrp="1"/>
          </p:cNvSpPr>
          <p:nvPr>
            <p:ph type="sldNum" idx="12"/>
          </p:nvPr>
        </p:nvSpPr>
        <p:spPr>
          <a:xfrm>
            <a:off x="10559490" y="6492900"/>
            <a:ext cx="1530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9" name="Google Shape;159;g2628719712e_0_444"/>
          <p:cNvSpPr txBox="1">
            <a:spLocks noGrp="1"/>
          </p:cNvSpPr>
          <p:nvPr>
            <p:ph type="title"/>
          </p:nvPr>
        </p:nvSpPr>
        <p:spPr>
          <a:xfrm>
            <a:off x="1091702" y="758953"/>
            <a:ext cx="10092900" cy="8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oppins Medium"/>
              <a:buChar char="●"/>
              <a:defRPr sz="3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cxnSp>
        <p:nvCxnSpPr>
          <p:cNvPr id="160" name="Google Shape;160;g2628719712e_0_444"/>
          <p:cNvCxnSpPr/>
          <p:nvPr/>
        </p:nvCxnSpPr>
        <p:spPr>
          <a:xfrm>
            <a:off x="6058750" y="1779575"/>
            <a:ext cx="0" cy="441960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Slide">
  <p:cSld name="1_Title Slide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628719712e_0_452"/>
          <p:cNvSpPr/>
          <p:nvPr/>
        </p:nvSpPr>
        <p:spPr>
          <a:xfrm>
            <a:off x="-63100" y="-75725"/>
            <a:ext cx="315300" cy="7010100"/>
          </a:xfrm>
          <a:prstGeom prst="rect">
            <a:avLst/>
          </a:prstGeom>
          <a:solidFill>
            <a:srgbClr val="0E1A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g2628719712e_0_452"/>
          <p:cNvSpPr txBox="1">
            <a:spLocks noGrp="1"/>
          </p:cNvSpPr>
          <p:nvPr>
            <p:ph type="body" idx="1"/>
          </p:nvPr>
        </p:nvSpPr>
        <p:spPr>
          <a:xfrm>
            <a:off x="1100015" y="1895302"/>
            <a:ext cx="10084500" cy="40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3492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 rtl="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g2628719712e_0_452"/>
          <p:cNvSpPr txBox="1">
            <a:spLocks noGrp="1"/>
          </p:cNvSpPr>
          <p:nvPr>
            <p:ph type="title"/>
          </p:nvPr>
        </p:nvSpPr>
        <p:spPr>
          <a:xfrm>
            <a:off x="1091702" y="758953"/>
            <a:ext cx="10092900" cy="8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oppins Medium"/>
              <a:buChar char="●"/>
              <a:defRPr sz="3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g2628719712e_0_452"/>
          <p:cNvSpPr txBox="1"/>
          <p:nvPr/>
        </p:nvSpPr>
        <p:spPr>
          <a:xfrm>
            <a:off x="660400" y="6441075"/>
            <a:ext cx="44565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© Copyright 2023 Percona® LLC. All rights reserved</a:t>
            </a:r>
            <a:endParaRPr sz="8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6" name="Google Shape;166;g2628719712e_0_452"/>
          <p:cNvSpPr txBox="1">
            <a:spLocks noGrp="1"/>
          </p:cNvSpPr>
          <p:nvPr>
            <p:ph type="sldNum" idx="12"/>
          </p:nvPr>
        </p:nvSpPr>
        <p:spPr>
          <a:xfrm>
            <a:off x="10559490" y="6492900"/>
            <a:ext cx="1530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1100">
                <a:latin typeface="Poppins"/>
                <a:ea typeface="Poppins"/>
                <a:cs typeface="Poppins"/>
                <a:sym typeface="Poppins"/>
              </a:defRPr>
            </a:lvl1pPr>
            <a:lvl2pPr marL="0" lvl="1" indent="0" algn="r" rtl="0">
              <a:spcBef>
                <a:spcPts val="0"/>
              </a:spcBef>
              <a:buNone/>
              <a:defRPr sz="1100">
                <a:latin typeface="Poppins"/>
                <a:ea typeface="Poppins"/>
                <a:cs typeface="Poppins"/>
                <a:sym typeface="Poppins"/>
              </a:defRPr>
            </a:lvl2pPr>
            <a:lvl3pPr marL="0" lvl="2" indent="0" algn="r" rtl="0">
              <a:spcBef>
                <a:spcPts val="0"/>
              </a:spcBef>
              <a:buNone/>
              <a:defRPr sz="1100">
                <a:latin typeface="Poppins"/>
                <a:ea typeface="Poppins"/>
                <a:cs typeface="Poppins"/>
                <a:sym typeface="Poppins"/>
              </a:defRPr>
            </a:lvl3pPr>
            <a:lvl4pPr marL="0" lvl="3" indent="0" algn="r" rtl="0">
              <a:spcBef>
                <a:spcPts val="0"/>
              </a:spcBef>
              <a:buNone/>
              <a:defRPr sz="1100">
                <a:latin typeface="Poppins"/>
                <a:ea typeface="Poppins"/>
                <a:cs typeface="Poppins"/>
                <a:sym typeface="Poppins"/>
              </a:defRPr>
            </a:lvl4pPr>
            <a:lvl5pPr marL="0" lvl="4" indent="0" algn="r" rtl="0">
              <a:spcBef>
                <a:spcPts val="0"/>
              </a:spcBef>
              <a:buNone/>
              <a:defRPr sz="1100">
                <a:latin typeface="Poppins"/>
                <a:ea typeface="Poppins"/>
                <a:cs typeface="Poppins"/>
                <a:sym typeface="Poppins"/>
              </a:defRPr>
            </a:lvl5pPr>
            <a:lvl6pPr marL="0" lvl="5" indent="0" algn="r" rtl="0">
              <a:spcBef>
                <a:spcPts val="0"/>
              </a:spcBef>
              <a:buNone/>
              <a:defRPr sz="1100">
                <a:latin typeface="Poppins"/>
                <a:ea typeface="Poppins"/>
                <a:cs typeface="Poppins"/>
                <a:sym typeface="Poppins"/>
              </a:defRPr>
            </a:lvl6pPr>
            <a:lvl7pPr marL="0" lvl="6" indent="0" algn="r" rtl="0">
              <a:spcBef>
                <a:spcPts val="0"/>
              </a:spcBef>
              <a:buNone/>
              <a:defRPr sz="1100">
                <a:latin typeface="Poppins"/>
                <a:ea typeface="Poppins"/>
                <a:cs typeface="Poppins"/>
                <a:sym typeface="Poppins"/>
              </a:defRPr>
            </a:lvl7pPr>
            <a:lvl8pPr marL="0" lvl="7" indent="0" algn="r" rtl="0">
              <a:spcBef>
                <a:spcPts val="0"/>
              </a:spcBef>
              <a:buNone/>
              <a:defRPr sz="1100">
                <a:latin typeface="Poppins"/>
                <a:ea typeface="Poppins"/>
                <a:cs typeface="Poppins"/>
                <a:sym typeface="Poppins"/>
              </a:defRPr>
            </a:lvl8pPr>
            <a:lvl9pPr marL="0" lvl="8" indent="0" algn="r" rtl="0">
              <a:spcBef>
                <a:spcPts val="0"/>
              </a:spcBef>
              <a:buNone/>
              <a:defRPr sz="11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7" name="Google Shape;167;g2628719712e_0_4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283356" y="6492875"/>
            <a:ext cx="1245836" cy="26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Slide 2">
  <p:cSld name="1_Title Slide_2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628719712e_0_459"/>
          <p:cNvSpPr txBox="1">
            <a:spLocks noGrp="1"/>
          </p:cNvSpPr>
          <p:nvPr>
            <p:ph type="body" idx="1"/>
          </p:nvPr>
        </p:nvSpPr>
        <p:spPr>
          <a:xfrm>
            <a:off x="448201" y="1907925"/>
            <a:ext cx="11379900" cy="40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228600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900"/>
              <a:buNone/>
              <a:defRPr/>
            </a:lvl2pPr>
            <a:lvl3pPr marL="1371600" lvl="2" indent="-349250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rtl="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70" name="Google Shape;170;g2628719712e_0_459"/>
          <p:cNvSpPr txBox="1">
            <a:spLocks noGrp="1"/>
          </p:cNvSpPr>
          <p:nvPr>
            <p:ph type="title"/>
          </p:nvPr>
        </p:nvSpPr>
        <p:spPr>
          <a:xfrm>
            <a:off x="1091702" y="758953"/>
            <a:ext cx="10092900" cy="8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oppins Medium"/>
              <a:buChar char="●"/>
              <a:defRPr sz="3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g2628719712e_0_459"/>
          <p:cNvSpPr txBox="1">
            <a:spLocks noGrp="1"/>
          </p:cNvSpPr>
          <p:nvPr>
            <p:ph type="sldNum" idx="12"/>
          </p:nvPr>
        </p:nvSpPr>
        <p:spPr>
          <a:xfrm>
            <a:off x="10559490" y="6492900"/>
            <a:ext cx="1530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2" name="Google Shape;172;g2628719712e_0_459"/>
          <p:cNvSpPr txBox="1"/>
          <p:nvPr/>
        </p:nvSpPr>
        <p:spPr>
          <a:xfrm>
            <a:off x="762000" y="6542675"/>
            <a:ext cx="44565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© Copyright 2023 Percona® LLC. All rights reserved</a:t>
            </a:r>
            <a:endParaRPr sz="8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3" name="Google Shape;173;g2628719712e_0_45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283356" y="6492875"/>
            <a:ext cx="1245836" cy="26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Slide 2 2">
  <p:cSld name="1_Title Slide_2_2">
    <p:bg>
      <p:bgPr>
        <a:solidFill>
          <a:schemeClr val="dk2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628719712e_0_465"/>
          <p:cNvSpPr txBox="1">
            <a:spLocks noGrp="1"/>
          </p:cNvSpPr>
          <p:nvPr>
            <p:ph type="title"/>
          </p:nvPr>
        </p:nvSpPr>
        <p:spPr>
          <a:xfrm>
            <a:off x="5010575" y="3497750"/>
            <a:ext cx="8218500" cy="8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oppins Medium"/>
              <a:buChar char="●"/>
              <a:defRPr sz="4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g2628719712e_0_465"/>
          <p:cNvSpPr txBox="1">
            <a:spLocks noGrp="1"/>
          </p:cNvSpPr>
          <p:nvPr>
            <p:ph type="subTitle" idx="1"/>
          </p:nvPr>
        </p:nvSpPr>
        <p:spPr>
          <a:xfrm>
            <a:off x="5124175" y="4516950"/>
            <a:ext cx="5402100" cy="4545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lvl="0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None/>
              <a:def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300"/>
              </a:spcBef>
              <a:spcAft>
                <a:spcPts val="0"/>
              </a:spcAft>
              <a:buSzPts val="1900"/>
              <a:buNone/>
              <a:defRPr/>
            </a:lvl2pPr>
            <a:lvl3pPr lvl="2" rtl="0">
              <a:spcBef>
                <a:spcPts val="3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30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3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300"/>
              </a:spcBef>
              <a:spcAft>
                <a:spcPts val="0"/>
              </a:spcAft>
              <a:buSzPts val="1900"/>
              <a:buNone/>
              <a:defRPr/>
            </a:lvl6pPr>
            <a:lvl7pPr lvl="6" rtl="0">
              <a:spcBef>
                <a:spcPts val="300"/>
              </a:spcBef>
              <a:spcAft>
                <a:spcPts val="0"/>
              </a:spcAft>
              <a:buSzPts val="1900"/>
              <a:buNone/>
              <a:defRPr/>
            </a:lvl7pPr>
            <a:lvl8pPr lvl="7" rtl="0">
              <a:spcBef>
                <a:spcPts val="300"/>
              </a:spcBef>
              <a:spcAft>
                <a:spcPts val="0"/>
              </a:spcAft>
              <a:buSzPts val="1900"/>
              <a:buNone/>
              <a:defRPr/>
            </a:lvl8pPr>
            <a:lvl9pPr lvl="8" rtl="0">
              <a:spcBef>
                <a:spcPts val="300"/>
              </a:spcBef>
              <a:spcAft>
                <a:spcPts val="3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g2628719712e_0_465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Slide 2 2 3">
  <p:cSld name="1_Title Slide_2_2_3">
    <p:bg>
      <p:bgPr>
        <a:solidFill>
          <a:schemeClr val="dk2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628719712e_0_469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Slide 2 1">
  <p:cSld name="1_Title Slide_2_1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628719712e_0_471"/>
          <p:cNvSpPr txBox="1"/>
          <p:nvPr/>
        </p:nvSpPr>
        <p:spPr>
          <a:xfrm>
            <a:off x="515233" y="6542708"/>
            <a:ext cx="44565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© Copyright 2023 Percona® LLC. All rights reserved</a:t>
            </a:r>
            <a:endParaRPr sz="9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2" name="Google Shape;182;g2628719712e_0_471"/>
          <p:cNvSpPr txBox="1">
            <a:spLocks noGrp="1"/>
          </p:cNvSpPr>
          <p:nvPr>
            <p:ph type="sldNum" idx="12"/>
          </p:nvPr>
        </p:nvSpPr>
        <p:spPr>
          <a:xfrm>
            <a:off x="10559490" y="6492900"/>
            <a:ext cx="1530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11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lvl="1" indent="0" algn="r" rtl="0">
              <a:spcBef>
                <a:spcPts val="0"/>
              </a:spcBef>
              <a:buNone/>
              <a:defRPr sz="11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lvl="2" indent="0" algn="r" rtl="0">
              <a:spcBef>
                <a:spcPts val="0"/>
              </a:spcBef>
              <a:buNone/>
              <a:defRPr sz="11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lvl="3" indent="0" algn="r" rtl="0">
              <a:spcBef>
                <a:spcPts val="0"/>
              </a:spcBef>
              <a:buNone/>
              <a:defRPr sz="11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lvl="4" indent="0" algn="r" rtl="0">
              <a:spcBef>
                <a:spcPts val="0"/>
              </a:spcBef>
              <a:buNone/>
              <a:defRPr sz="11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lvl="5" indent="0" algn="r" rtl="0">
              <a:spcBef>
                <a:spcPts val="0"/>
              </a:spcBef>
              <a:buNone/>
              <a:defRPr sz="11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lvl="6" indent="0" algn="r" rtl="0">
              <a:spcBef>
                <a:spcPts val="0"/>
              </a:spcBef>
              <a:buNone/>
              <a:defRPr sz="11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lvl="7" indent="0" algn="r" rtl="0">
              <a:spcBef>
                <a:spcPts val="0"/>
              </a:spcBef>
              <a:buNone/>
              <a:defRPr sz="11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lvl="8" indent="0" algn="r" rtl="0">
              <a:spcBef>
                <a:spcPts val="0"/>
              </a:spcBef>
              <a:buNone/>
              <a:defRPr sz="11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3" name="Google Shape;183;g2628719712e_0_47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283356" y="6492875"/>
            <a:ext cx="1245836" cy="26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Slide 2 1 2">
  <p:cSld name="1_Title Slide_2_1_2">
    <p:bg>
      <p:bgPr>
        <a:solidFill>
          <a:schemeClr val="dk2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628719712e_0_475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Slide 2 1 1">
  <p:cSld name="1_Title Slide_2_1_1">
    <p:bg>
      <p:bgPr>
        <a:solidFill>
          <a:schemeClr val="dk2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g2628719712e_0_477"/>
          <p:cNvPicPr preferRelativeResize="0"/>
          <p:nvPr/>
        </p:nvPicPr>
        <p:blipFill rotWithShape="1">
          <a:blip r:embed="rId2">
            <a:alphaModFix/>
          </a:blip>
          <a:srcRect l="20375"/>
          <a:stretch/>
        </p:blipFill>
        <p:spPr>
          <a:xfrm>
            <a:off x="0" y="1138033"/>
            <a:ext cx="4521199" cy="367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g2628719712e_0_477"/>
          <p:cNvSpPr txBox="1"/>
          <p:nvPr/>
        </p:nvSpPr>
        <p:spPr>
          <a:xfrm>
            <a:off x="6169940" y="3663017"/>
            <a:ext cx="73359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9700"/>
              <a:buNone/>
            </a:pPr>
            <a:endParaRPr sz="8000" b="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89" name="Google Shape;189;g2628719712e_0_477"/>
          <p:cNvSpPr txBox="1"/>
          <p:nvPr/>
        </p:nvSpPr>
        <p:spPr>
          <a:xfrm>
            <a:off x="6271533" y="4812917"/>
            <a:ext cx="4521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9700"/>
              <a:buNone/>
            </a:pPr>
            <a:endParaRPr sz="4000" b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0" name="Google Shape;190;g2628719712e_0_477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rtl="0">
              <a:buNone/>
              <a:defRPr sz="1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_8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628719712e_0_482"/>
          <p:cNvSpPr txBox="1">
            <a:spLocks noGrp="1"/>
          </p:cNvSpPr>
          <p:nvPr>
            <p:ph type="title"/>
          </p:nvPr>
        </p:nvSpPr>
        <p:spPr>
          <a:xfrm>
            <a:off x="1091702" y="758953"/>
            <a:ext cx="10092900" cy="862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g2628719712e_0_482"/>
          <p:cNvSpPr txBox="1">
            <a:spLocks noGrp="1"/>
          </p:cNvSpPr>
          <p:nvPr>
            <p:ph type="sldNum" idx="12"/>
          </p:nvPr>
        </p:nvSpPr>
        <p:spPr>
          <a:xfrm>
            <a:off x="10559490" y="6492900"/>
            <a:ext cx="1530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11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lvl="1" indent="0" algn="r" rtl="0">
              <a:spcBef>
                <a:spcPts val="0"/>
              </a:spcBef>
              <a:buNone/>
              <a:defRPr sz="11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lvl="2" indent="0" algn="r" rtl="0">
              <a:spcBef>
                <a:spcPts val="0"/>
              </a:spcBef>
              <a:buNone/>
              <a:defRPr sz="11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lvl="3" indent="0" algn="r" rtl="0">
              <a:spcBef>
                <a:spcPts val="0"/>
              </a:spcBef>
              <a:buNone/>
              <a:defRPr sz="11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lvl="4" indent="0" algn="r" rtl="0">
              <a:spcBef>
                <a:spcPts val="0"/>
              </a:spcBef>
              <a:buNone/>
              <a:defRPr sz="11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lvl="5" indent="0" algn="r" rtl="0">
              <a:spcBef>
                <a:spcPts val="0"/>
              </a:spcBef>
              <a:buNone/>
              <a:defRPr sz="11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lvl="6" indent="0" algn="r" rtl="0">
              <a:spcBef>
                <a:spcPts val="0"/>
              </a:spcBef>
              <a:buNone/>
              <a:defRPr sz="11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lvl="7" indent="0" algn="r" rtl="0">
              <a:spcBef>
                <a:spcPts val="0"/>
              </a:spcBef>
              <a:buNone/>
              <a:defRPr sz="11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lvl="8" indent="0" algn="r" rtl="0">
              <a:spcBef>
                <a:spcPts val="0"/>
              </a:spcBef>
              <a:buNone/>
              <a:defRPr sz="11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 1">
  <p:cSld name="Closing_1_1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g2628719712e_0_485"/>
          <p:cNvPicPr preferRelativeResize="0"/>
          <p:nvPr/>
        </p:nvPicPr>
        <p:blipFill rotWithShape="1">
          <a:blip r:embed="rId2">
            <a:alphaModFix/>
          </a:blip>
          <a:srcRect t="9403"/>
          <a:stretch/>
        </p:blipFill>
        <p:spPr>
          <a:xfrm>
            <a:off x="-108600" y="-154575"/>
            <a:ext cx="12327828" cy="6380174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g2628719712e_0_485"/>
          <p:cNvSpPr txBox="1">
            <a:spLocks noGrp="1"/>
          </p:cNvSpPr>
          <p:nvPr>
            <p:ph type="subTitle" idx="1"/>
          </p:nvPr>
        </p:nvSpPr>
        <p:spPr>
          <a:xfrm>
            <a:off x="1134000" y="2131950"/>
            <a:ext cx="9924000" cy="8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3500"/>
              <a:buFont typeface="Poppins SemiBold"/>
              <a:buNone/>
              <a:defRPr sz="3500" cap="non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ctr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ctr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ctr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7" name="Google Shape;197;g2628719712e_0_485"/>
          <p:cNvSpPr txBox="1">
            <a:spLocks noGrp="1"/>
          </p:cNvSpPr>
          <p:nvPr>
            <p:ph type="ctrTitle"/>
          </p:nvPr>
        </p:nvSpPr>
        <p:spPr>
          <a:xfrm>
            <a:off x="1134000" y="941575"/>
            <a:ext cx="10056900" cy="8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100"/>
              <a:buFont typeface="Poppins Medium"/>
              <a:buChar char="●"/>
              <a:defRPr sz="51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g2628719712e_0_485"/>
          <p:cNvSpPr txBox="1">
            <a:spLocks noGrp="1"/>
          </p:cNvSpPr>
          <p:nvPr>
            <p:ph type="body" idx="2"/>
          </p:nvPr>
        </p:nvSpPr>
        <p:spPr>
          <a:xfrm>
            <a:off x="1134000" y="3359238"/>
            <a:ext cx="4805100" cy="25017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rtl="0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>
                <a:solidFill>
                  <a:srgbClr val="FFFFFF"/>
                </a:solidFill>
              </a:defRPr>
            </a:lvl1pPr>
            <a:lvl2pPr marL="914400" lvl="1" indent="-228600" rtl="0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2pPr>
            <a:lvl3pPr marL="1371600" lvl="2" indent="-330200" rtl="0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600"/>
              <a:buChar char="■"/>
              <a:defRPr>
                <a:solidFill>
                  <a:srgbClr val="FFFFFF"/>
                </a:solidFill>
              </a:defRPr>
            </a:lvl3pPr>
            <a:lvl4pPr marL="1828800" lvl="3" indent="-304800" rtl="0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>
                <a:solidFill>
                  <a:srgbClr val="FFFFFF"/>
                </a:solidFill>
              </a:defRPr>
            </a:lvl4pPr>
            <a:lvl5pPr marL="2286000" lvl="4" indent="-304800" rtl="0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>
                <a:solidFill>
                  <a:srgbClr val="FFFFFF"/>
                </a:solidFill>
              </a:defRPr>
            </a:lvl5pPr>
            <a:lvl6pPr marL="2743200" lvl="5" indent="-349250" rtl="0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900"/>
              <a:buChar char="■"/>
              <a:defRPr>
                <a:solidFill>
                  <a:srgbClr val="FFFFFF"/>
                </a:solidFill>
              </a:defRPr>
            </a:lvl6pPr>
            <a:lvl7pPr marL="3200400" lvl="6" indent="-349250" rtl="0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900"/>
              <a:buChar char="●"/>
              <a:defRPr>
                <a:solidFill>
                  <a:srgbClr val="FFFFFF"/>
                </a:solidFill>
              </a:defRPr>
            </a:lvl7pPr>
            <a:lvl8pPr marL="3657600" lvl="7" indent="-349250" rtl="0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900"/>
              <a:buChar char="○"/>
              <a:defRPr>
                <a:solidFill>
                  <a:srgbClr val="FFFFFF"/>
                </a:solidFill>
              </a:defRPr>
            </a:lvl8pPr>
            <a:lvl9pPr marL="4114800" lvl="8" indent="-349250" rtl="0"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Pts val="1900"/>
              <a:buChar char="■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99" name="Google Shape;199;g2628719712e_0_485"/>
          <p:cNvSpPr txBox="1">
            <a:spLocks noGrp="1"/>
          </p:cNvSpPr>
          <p:nvPr>
            <p:ph type="body" idx="3"/>
          </p:nvPr>
        </p:nvSpPr>
        <p:spPr>
          <a:xfrm>
            <a:off x="6865550" y="3359225"/>
            <a:ext cx="4805100" cy="25017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rtl="0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>
                <a:solidFill>
                  <a:srgbClr val="FFFFFF"/>
                </a:solidFill>
              </a:defRPr>
            </a:lvl1pPr>
            <a:lvl2pPr marL="914400" lvl="1" indent="-228600" rtl="0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2pPr>
            <a:lvl3pPr marL="1371600" lvl="2" indent="-330200" rtl="0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600"/>
              <a:buChar char="■"/>
              <a:defRPr>
                <a:solidFill>
                  <a:srgbClr val="FFFFFF"/>
                </a:solidFill>
              </a:defRPr>
            </a:lvl3pPr>
            <a:lvl4pPr marL="1828800" lvl="3" indent="-304800" rtl="0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>
                <a:solidFill>
                  <a:srgbClr val="FFFFFF"/>
                </a:solidFill>
              </a:defRPr>
            </a:lvl4pPr>
            <a:lvl5pPr marL="2286000" lvl="4" indent="-304800" rtl="0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>
                <a:solidFill>
                  <a:srgbClr val="FFFFFF"/>
                </a:solidFill>
              </a:defRPr>
            </a:lvl5pPr>
            <a:lvl6pPr marL="2743200" lvl="5" indent="-349250" rtl="0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900"/>
              <a:buChar char="■"/>
              <a:defRPr>
                <a:solidFill>
                  <a:srgbClr val="FFFFFF"/>
                </a:solidFill>
              </a:defRPr>
            </a:lvl6pPr>
            <a:lvl7pPr marL="3200400" lvl="6" indent="-349250" rtl="0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900"/>
              <a:buChar char="●"/>
              <a:defRPr>
                <a:solidFill>
                  <a:srgbClr val="FFFFFF"/>
                </a:solidFill>
              </a:defRPr>
            </a:lvl7pPr>
            <a:lvl8pPr marL="3657600" lvl="7" indent="-349250" rtl="0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900"/>
              <a:buChar char="○"/>
              <a:defRPr>
                <a:solidFill>
                  <a:srgbClr val="FFFFFF"/>
                </a:solidFill>
              </a:defRPr>
            </a:lvl8pPr>
            <a:lvl9pPr marL="4114800" lvl="8" indent="-349250" rtl="0"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Pts val="1900"/>
              <a:buChar char="■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00" name="Google Shape;200;g2628719712e_0_485"/>
          <p:cNvSpPr txBox="1"/>
          <p:nvPr/>
        </p:nvSpPr>
        <p:spPr>
          <a:xfrm>
            <a:off x="372100" y="6415500"/>
            <a:ext cx="44565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© 2023 Percona | All rights reserved.</a:t>
            </a:r>
            <a:endParaRPr sz="11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2628719712e_0_485"/>
          <p:cNvSpPr txBox="1">
            <a:spLocks noGrp="1"/>
          </p:cNvSpPr>
          <p:nvPr>
            <p:ph type="sldNum" idx="12"/>
          </p:nvPr>
        </p:nvSpPr>
        <p:spPr>
          <a:xfrm>
            <a:off x="11222125" y="6298925"/>
            <a:ext cx="834900" cy="4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0">
              <a:spcBef>
                <a:spcPts val="0"/>
              </a:spcBef>
              <a:buNone/>
              <a:defRPr sz="1600"/>
            </a:lvl1pPr>
            <a:lvl2pPr marL="0" lvl="1" indent="0" algn="l" rtl="0">
              <a:spcBef>
                <a:spcPts val="0"/>
              </a:spcBef>
              <a:buNone/>
              <a:defRPr sz="1600"/>
            </a:lvl2pPr>
            <a:lvl3pPr marL="0" lvl="2" indent="0" algn="l" rtl="0">
              <a:spcBef>
                <a:spcPts val="0"/>
              </a:spcBef>
              <a:buNone/>
              <a:defRPr sz="1600"/>
            </a:lvl3pPr>
            <a:lvl4pPr marL="0" lvl="3" indent="0" algn="l" rtl="0">
              <a:spcBef>
                <a:spcPts val="0"/>
              </a:spcBef>
              <a:buNone/>
              <a:defRPr sz="1600"/>
            </a:lvl4pPr>
            <a:lvl5pPr marL="0" lvl="4" indent="0" algn="l" rtl="0">
              <a:spcBef>
                <a:spcPts val="0"/>
              </a:spcBef>
              <a:buNone/>
              <a:defRPr sz="1600"/>
            </a:lvl5pPr>
            <a:lvl6pPr marL="0" lvl="5" indent="0" algn="l" rtl="0">
              <a:spcBef>
                <a:spcPts val="0"/>
              </a:spcBef>
              <a:buNone/>
              <a:defRPr sz="1600"/>
            </a:lvl6pPr>
            <a:lvl7pPr marL="0" lvl="6" indent="0" algn="l" rtl="0">
              <a:spcBef>
                <a:spcPts val="0"/>
              </a:spcBef>
              <a:buNone/>
              <a:defRPr sz="1600"/>
            </a:lvl7pPr>
            <a:lvl8pPr marL="0" lvl="7" indent="0" algn="l" rtl="0">
              <a:spcBef>
                <a:spcPts val="0"/>
              </a:spcBef>
              <a:buNone/>
              <a:defRPr sz="1600"/>
            </a:lvl8pPr>
            <a:lvl9pPr marL="0" lvl="8" indent="0" algn="l" rtl="0">
              <a:spcBef>
                <a:spcPts val="0"/>
              </a:spcBef>
              <a:buNone/>
              <a:defRPr sz="1600"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2000"/>
          </a:p>
        </p:txBody>
      </p:sp>
      <p:pic>
        <p:nvPicPr>
          <p:cNvPr id="202" name="Google Shape;202;g2628719712e_0_4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8776" y="6373012"/>
            <a:ext cx="2845975" cy="33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1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/>
          <p:nvPr/>
        </p:nvSpPr>
        <p:spPr>
          <a:xfrm>
            <a:off x="685800" y="6542675"/>
            <a:ext cx="44565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©2023 Percona | Confidential</a:t>
            </a:r>
            <a:endParaRPr sz="800" b="0" i="0" u="none" strike="noStrike" cap="none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Google Shape;11;p24"/>
          <p:cNvSpPr txBox="1">
            <a:spLocks noGrp="1"/>
          </p:cNvSpPr>
          <p:nvPr>
            <p:ph type="sldNum" idx="12"/>
          </p:nvPr>
        </p:nvSpPr>
        <p:spPr>
          <a:xfrm>
            <a:off x="10661090" y="6492900"/>
            <a:ext cx="1530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" name="Google Shape;12;p24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0408650" y="6599028"/>
            <a:ext cx="1262126" cy="15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4"/>
          <p:cNvSpPr/>
          <p:nvPr/>
        </p:nvSpPr>
        <p:spPr>
          <a:xfrm>
            <a:off x="-63100" y="-75725"/>
            <a:ext cx="315000" cy="7009800"/>
          </a:xfrm>
          <a:prstGeom prst="rect">
            <a:avLst/>
          </a:prstGeom>
          <a:solidFill>
            <a:srgbClr val="0E1A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4"/>
          <p:cNvSpPr txBox="1">
            <a:spLocks noGrp="1"/>
          </p:cNvSpPr>
          <p:nvPr>
            <p:ph type="title"/>
          </p:nvPr>
        </p:nvSpPr>
        <p:spPr>
          <a:xfrm>
            <a:off x="1091702" y="758953"/>
            <a:ext cx="10092900" cy="8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oppins Medium"/>
              <a:buChar char="●"/>
              <a:defRPr sz="3400" b="0" i="0" u="none" strike="noStrike" cap="non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24"/>
          <p:cNvSpPr txBox="1">
            <a:spLocks noGrp="1"/>
          </p:cNvSpPr>
          <p:nvPr>
            <p:ph type="body" idx="1"/>
          </p:nvPr>
        </p:nvSpPr>
        <p:spPr>
          <a:xfrm>
            <a:off x="2865002" y="2200750"/>
            <a:ext cx="4559700" cy="3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Poppins Medium"/>
              <a:buNone/>
              <a:defRPr sz="2000" b="0" i="0" u="none" strike="noStrike" cap="non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oppins"/>
              <a:buChar char="■"/>
              <a:defRPr sz="16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Char char="●"/>
              <a:defRPr sz="12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Char char="○"/>
              <a:defRPr sz="12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Poppins"/>
              <a:buChar char="■"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Poppins"/>
              <a:buChar char="●"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Poppins"/>
              <a:buChar char="○"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SzPts val="1800"/>
              <a:buFont typeface="Poppins"/>
              <a:buChar char="■"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628719712e_0_407"/>
          <p:cNvSpPr txBox="1"/>
          <p:nvPr/>
        </p:nvSpPr>
        <p:spPr>
          <a:xfrm>
            <a:off x="515233" y="6542708"/>
            <a:ext cx="44565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© Copyright 2023 Percona® LLC. All rights reserved</a:t>
            </a:r>
            <a:endParaRPr sz="9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" name="Google Shape;118;g2628719712e_0_407"/>
          <p:cNvSpPr txBox="1">
            <a:spLocks noGrp="1"/>
          </p:cNvSpPr>
          <p:nvPr>
            <p:ph type="sldNum" idx="12"/>
          </p:nvPr>
        </p:nvSpPr>
        <p:spPr>
          <a:xfrm>
            <a:off x="10559490" y="6492900"/>
            <a:ext cx="1530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11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lvl="1" indent="0" algn="r" rtl="0">
              <a:spcBef>
                <a:spcPts val="0"/>
              </a:spcBef>
              <a:buNone/>
              <a:defRPr sz="11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lvl="2" indent="0" algn="r" rtl="0">
              <a:spcBef>
                <a:spcPts val="0"/>
              </a:spcBef>
              <a:buNone/>
              <a:defRPr sz="11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lvl="3" indent="0" algn="r" rtl="0">
              <a:spcBef>
                <a:spcPts val="0"/>
              </a:spcBef>
              <a:buNone/>
              <a:defRPr sz="11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lvl="4" indent="0" algn="r" rtl="0">
              <a:spcBef>
                <a:spcPts val="0"/>
              </a:spcBef>
              <a:buNone/>
              <a:defRPr sz="11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lvl="5" indent="0" algn="r" rtl="0">
              <a:spcBef>
                <a:spcPts val="0"/>
              </a:spcBef>
              <a:buNone/>
              <a:defRPr sz="11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lvl="6" indent="0" algn="r" rtl="0">
              <a:spcBef>
                <a:spcPts val="0"/>
              </a:spcBef>
              <a:buNone/>
              <a:defRPr sz="11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lvl="7" indent="0" algn="r" rtl="0">
              <a:spcBef>
                <a:spcPts val="0"/>
              </a:spcBef>
              <a:buNone/>
              <a:defRPr sz="11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lvl="8" indent="0" algn="r" rtl="0">
              <a:spcBef>
                <a:spcPts val="0"/>
              </a:spcBef>
              <a:buNone/>
              <a:defRPr sz="11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9" name="Google Shape;119;g2628719712e_0_407"/>
          <p:cNvSpPr/>
          <p:nvPr/>
        </p:nvSpPr>
        <p:spPr>
          <a:xfrm>
            <a:off x="-63100" y="-75725"/>
            <a:ext cx="315300" cy="7010100"/>
          </a:xfrm>
          <a:prstGeom prst="rect">
            <a:avLst/>
          </a:prstGeom>
          <a:solidFill>
            <a:srgbClr val="0E1A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g2628719712e_0_407"/>
          <p:cNvSpPr txBox="1">
            <a:spLocks noGrp="1"/>
          </p:cNvSpPr>
          <p:nvPr>
            <p:ph type="title"/>
          </p:nvPr>
        </p:nvSpPr>
        <p:spPr>
          <a:xfrm>
            <a:off x="1091702" y="758953"/>
            <a:ext cx="10092900" cy="8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oppins Medium"/>
              <a:buChar char="●"/>
              <a:defRPr sz="35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121" name="Google Shape;121;g2628719712e_0_407"/>
          <p:cNvSpPr txBox="1">
            <a:spLocks noGrp="1"/>
          </p:cNvSpPr>
          <p:nvPr>
            <p:ph type="body" idx="1"/>
          </p:nvPr>
        </p:nvSpPr>
        <p:spPr>
          <a:xfrm>
            <a:off x="2865002" y="2200750"/>
            <a:ext cx="4559700" cy="3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Poppins Medium"/>
              <a:buNone/>
              <a:defRPr sz="2000" u="non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Poppins"/>
              <a:buNone/>
              <a:defRPr sz="19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302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oppins"/>
              <a:buChar char="■"/>
              <a:defRPr sz="1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048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Char char="●"/>
              <a:defRPr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048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Char char="○"/>
              <a:defRPr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492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Poppins"/>
              <a:buChar char="■"/>
              <a:defRPr sz="15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492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Poppins"/>
              <a:buChar char="●"/>
              <a:defRPr sz="15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492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Poppins"/>
              <a:buChar char="○"/>
              <a:defRPr sz="15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49250" algn="l" rtl="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900"/>
              <a:buFont typeface="Poppins"/>
              <a:buChar char="■"/>
              <a:defRPr sz="15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pic>
        <p:nvPicPr>
          <p:cNvPr id="122" name="Google Shape;122;g2628719712e_0_407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0283356" y="6492875"/>
            <a:ext cx="1245836" cy="2655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mysql.com/doc/relnotes/mysql/8.2/en/news-8-2-0.html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6.xml"/><Relationship Id="rId4" Type="http://schemas.openxmlformats.org/officeDocument/2006/relationships/hyperlink" Target="https://dev.mysql.com/doc/refman/8.2/en/information-schema-processlist-table.html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56026" y="331588"/>
            <a:ext cx="7157675" cy="619482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"/>
          <p:cNvSpPr txBox="1"/>
          <p:nvPr/>
        </p:nvSpPr>
        <p:spPr>
          <a:xfrm>
            <a:off x="435850" y="2188325"/>
            <a:ext cx="5399100" cy="10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MySQL: 7 Dicas e 7 Erros a Evitar</a:t>
            </a:r>
            <a:endParaRPr sz="2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endParaRPr sz="2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09" name="Google Shape;209;p2"/>
          <p:cNvSpPr txBox="1"/>
          <p:nvPr/>
        </p:nvSpPr>
        <p:spPr>
          <a:xfrm>
            <a:off x="532925" y="405365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0" name="Google Shape;210;p2"/>
          <p:cNvSpPr txBox="1"/>
          <p:nvPr/>
        </p:nvSpPr>
        <p:spPr>
          <a:xfrm>
            <a:off x="2115625" y="3663400"/>
            <a:ext cx="3463500" cy="8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Vinicius Grippa</a:t>
            </a:r>
            <a:br>
              <a:rPr lang="en-US" sz="15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r>
              <a:rPr lang="en-US" sz="1200" i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Database Engineer at Percona</a:t>
            </a:r>
            <a:endParaRPr sz="1200" i="1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11" name="Google Shape;211;p2"/>
          <p:cNvPicPr preferRelativeResize="0"/>
          <p:nvPr/>
        </p:nvPicPr>
        <p:blipFill rotWithShape="1">
          <a:blip r:embed="rId4">
            <a:alphaModFix/>
          </a:blip>
          <a:srcRect t="12507" b="12507"/>
          <a:stretch/>
        </p:blipFill>
        <p:spPr>
          <a:xfrm>
            <a:off x="532925" y="3316000"/>
            <a:ext cx="1495500" cy="14955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628719712e_0_200"/>
          <p:cNvSpPr txBox="1">
            <a:spLocks noGrp="1"/>
          </p:cNvSpPr>
          <p:nvPr>
            <p:ph type="title"/>
          </p:nvPr>
        </p:nvSpPr>
        <p:spPr>
          <a:xfrm>
            <a:off x="818776" y="569215"/>
            <a:ext cx="7569600" cy="647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1"/>
                </a:solidFill>
              </a:rPr>
              <a:t>About me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18" name="Google Shape;218;g2628719712e_0_200"/>
          <p:cNvSpPr txBox="1">
            <a:spLocks noGrp="1"/>
          </p:cNvSpPr>
          <p:nvPr>
            <p:ph type="body" idx="1"/>
          </p:nvPr>
        </p:nvSpPr>
        <p:spPr>
          <a:xfrm>
            <a:off x="3441975" y="1278025"/>
            <a:ext cx="8072700" cy="460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21590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-US" sz="1600"/>
              <a:t>Percona Database Engineer for 6 years</a:t>
            </a:r>
            <a:endParaRPr sz="1600"/>
          </a:p>
          <a:p>
            <a:pPr marL="457200" lvl="0" indent="-215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1600"/>
              <a:t>Working with databases for 18 years</a:t>
            </a:r>
            <a:endParaRPr sz="1600"/>
          </a:p>
          <a:p>
            <a:pPr marL="457200" lvl="0" indent="-215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1600"/>
              <a:t>Co-author of the book Learning MySQL</a:t>
            </a:r>
            <a:endParaRPr sz="1600"/>
          </a:p>
        </p:txBody>
      </p:sp>
      <p:pic>
        <p:nvPicPr>
          <p:cNvPr id="219" name="Google Shape;219;g2628719712e_0_200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2507" b="12507"/>
          <a:stretch/>
        </p:blipFill>
        <p:spPr>
          <a:xfrm>
            <a:off x="1564925" y="2448000"/>
            <a:ext cx="1962000" cy="1962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0" name="Google Shape;220;g2628719712e_0_2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35323" y="2245675"/>
            <a:ext cx="1806991" cy="2366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eb55ebeea1_0_10"/>
          <p:cNvSpPr txBox="1">
            <a:spLocks noGrp="1"/>
          </p:cNvSpPr>
          <p:nvPr>
            <p:ph type="title"/>
          </p:nvPr>
        </p:nvSpPr>
        <p:spPr>
          <a:xfrm>
            <a:off x="5022400" y="3497750"/>
            <a:ext cx="8206800" cy="8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7 Dicas</a:t>
            </a:r>
            <a:endParaRPr/>
          </a:p>
        </p:txBody>
      </p:sp>
      <p:pic>
        <p:nvPicPr>
          <p:cNvPr id="227" name="Google Shape;227;g1eb55ebeea1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900" y="1992400"/>
            <a:ext cx="3873501" cy="387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628719712e_0_295"/>
          <p:cNvSpPr txBox="1">
            <a:spLocks noGrp="1"/>
          </p:cNvSpPr>
          <p:nvPr>
            <p:ph type="title"/>
          </p:nvPr>
        </p:nvSpPr>
        <p:spPr>
          <a:xfrm>
            <a:off x="5022400" y="3497750"/>
            <a:ext cx="8206800" cy="8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#1</a:t>
            </a:r>
            <a:endParaRPr/>
          </a:p>
        </p:txBody>
      </p:sp>
      <p:sp>
        <p:nvSpPr>
          <p:cNvPr id="234" name="Google Shape;234;g2628719712e_0_295"/>
          <p:cNvSpPr txBox="1">
            <a:spLocks noGrp="1"/>
          </p:cNvSpPr>
          <p:nvPr>
            <p:ph type="title"/>
          </p:nvPr>
        </p:nvSpPr>
        <p:spPr>
          <a:xfrm>
            <a:off x="5022400" y="4360550"/>
            <a:ext cx="8206800" cy="8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PRIMARY KEY</a:t>
            </a:r>
            <a:endParaRPr/>
          </a:p>
        </p:txBody>
      </p:sp>
      <p:pic>
        <p:nvPicPr>
          <p:cNvPr id="235" name="Google Shape;235;g2628719712e_0_2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225" y="3306904"/>
            <a:ext cx="2063000" cy="2464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628719712e_0_401"/>
          <p:cNvSpPr txBox="1">
            <a:spLocks noGrp="1"/>
          </p:cNvSpPr>
          <p:nvPr>
            <p:ph type="title"/>
          </p:nvPr>
        </p:nvSpPr>
        <p:spPr>
          <a:xfrm>
            <a:off x="818776" y="569215"/>
            <a:ext cx="7569600" cy="647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Primary Key</a:t>
            </a:r>
            <a:endParaRPr/>
          </a:p>
        </p:txBody>
      </p:sp>
      <p:sp>
        <p:nvSpPr>
          <p:cNvPr id="242" name="Google Shape;242;g2628719712e_0_401"/>
          <p:cNvSpPr txBox="1">
            <a:spLocks noGrp="1"/>
          </p:cNvSpPr>
          <p:nvPr>
            <p:ph type="body" idx="1"/>
          </p:nvPr>
        </p:nvSpPr>
        <p:spPr>
          <a:xfrm>
            <a:off x="825000" y="2031075"/>
            <a:ext cx="10491300" cy="3066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09600" lvl="0" indent="-43180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Árvore B+ (b-tree)</a:t>
            </a:r>
            <a:endParaRPr sz="2000"/>
          </a:p>
          <a:p>
            <a:pPr marL="609600" lvl="0" indent="-431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Define a ordem em que os dados são fisicamente armazenados em uma tabela</a:t>
            </a:r>
            <a:endParaRPr/>
          </a:p>
          <a:p>
            <a:pPr marL="609600" lvl="0" indent="-431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Identificador único (Não permite NULL)</a:t>
            </a:r>
            <a:endParaRPr/>
          </a:p>
          <a:p>
            <a:pPr marL="609600" lvl="0" indent="-431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Acessar uma linha por meio do índice clusterizado é rápido porque a pesquisa do índice leva diretamente à página que contém os dados da linha. (Menos operações de I/O)</a:t>
            </a:r>
            <a:endParaRPr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628719712e_0_511"/>
          <p:cNvSpPr txBox="1">
            <a:spLocks noGrp="1"/>
          </p:cNvSpPr>
          <p:nvPr>
            <p:ph type="title"/>
          </p:nvPr>
        </p:nvSpPr>
        <p:spPr>
          <a:xfrm>
            <a:off x="818776" y="569215"/>
            <a:ext cx="7569600" cy="647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Primary Key</a:t>
            </a:r>
            <a:endParaRPr/>
          </a:p>
        </p:txBody>
      </p:sp>
      <p:pic>
        <p:nvPicPr>
          <p:cNvPr id="249" name="Google Shape;249;g2628719712e_0_5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8350" y="2693465"/>
            <a:ext cx="7915275" cy="20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628719712e_0_518"/>
          <p:cNvSpPr txBox="1">
            <a:spLocks noGrp="1"/>
          </p:cNvSpPr>
          <p:nvPr>
            <p:ph type="title"/>
          </p:nvPr>
        </p:nvSpPr>
        <p:spPr>
          <a:xfrm>
            <a:off x="818776" y="569215"/>
            <a:ext cx="7569600" cy="647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Primary Key</a:t>
            </a:r>
            <a:endParaRPr/>
          </a:p>
        </p:txBody>
      </p:sp>
      <p:pic>
        <p:nvPicPr>
          <p:cNvPr id="256" name="Google Shape;256;g2628719712e_0_5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9200" y="1216315"/>
            <a:ext cx="7213590" cy="5336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628719712e_0_498"/>
          <p:cNvSpPr txBox="1">
            <a:spLocks noGrp="1"/>
          </p:cNvSpPr>
          <p:nvPr>
            <p:ph type="title"/>
          </p:nvPr>
        </p:nvSpPr>
        <p:spPr>
          <a:xfrm>
            <a:off x="818776" y="569215"/>
            <a:ext cx="7569600" cy="647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Primary Key</a:t>
            </a:r>
            <a:endParaRPr/>
          </a:p>
        </p:txBody>
      </p:sp>
      <p:pic>
        <p:nvPicPr>
          <p:cNvPr id="263" name="Google Shape;263;g2628719712e_0_4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2988" y="2376477"/>
            <a:ext cx="10106025" cy="21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g2628719712e_0_498"/>
          <p:cNvSpPr txBox="1"/>
          <p:nvPr/>
        </p:nvSpPr>
        <p:spPr>
          <a:xfrm>
            <a:off x="1043000" y="4481500"/>
            <a:ext cx="10251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/>
              <a:t>https://medium.com/@genchilu/a-brief-introduction-to-cluster-index-and-secondary-index-in-innodb-9b8874d4da6a</a:t>
            </a:r>
            <a:endParaRPr sz="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628719712e_0_525"/>
          <p:cNvSpPr txBox="1">
            <a:spLocks noGrp="1"/>
          </p:cNvSpPr>
          <p:nvPr>
            <p:ph type="title"/>
          </p:nvPr>
        </p:nvSpPr>
        <p:spPr>
          <a:xfrm>
            <a:off x="818776" y="569215"/>
            <a:ext cx="7569600" cy="647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Primary Key</a:t>
            </a:r>
            <a:endParaRPr/>
          </a:p>
        </p:txBody>
      </p:sp>
      <p:sp>
        <p:nvSpPr>
          <p:cNvPr id="271" name="Google Shape;271;g2628719712e_0_525"/>
          <p:cNvSpPr txBox="1">
            <a:spLocks noGrp="1"/>
          </p:cNvSpPr>
          <p:nvPr>
            <p:ph type="body" idx="1"/>
          </p:nvPr>
        </p:nvSpPr>
        <p:spPr>
          <a:xfrm>
            <a:off x="825000" y="2031075"/>
            <a:ext cx="10491300" cy="3066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09600" lvl="0" indent="-43180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MySQL 8.0.30 - Invisible Primary Keys</a:t>
            </a:r>
            <a:br>
              <a:rPr lang="en-US"/>
            </a:br>
            <a:r>
              <a:rPr lang="en-US"/>
              <a:t>https://dev.mysql.com/doc/refman/8.0/en/create-table-gipks.html</a:t>
            </a:r>
            <a:endParaRPr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628719712e_0_532"/>
          <p:cNvSpPr txBox="1">
            <a:spLocks noGrp="1"/>
          </p:cNvSpPr>
          <p:nvPr>
            <p:ph type="title"/>
          </p:nvPr>
        </p:nvSpPr>
        <p:spPr>
          <a:xfrm>
            <a:off x="5010575" y="3497750"/>
            <a:ext cx="8218500" cy="8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#2</a:t>
            </a:r>
            <a:endParaRPr/>
          </a:p>
        </p:txBody>
      </p:sp>
      <p:sp>
        <p:nvSpPr>
          <p:cNvPr id="278" name="Google Shape;278;g2628719712e_0_532"/>
          <p:cNvSpPr txBox="1">
            <a:spLocks noGrp="1"/>
          </p:cNvSpPr>
          <p:nvPr>
            <p:ph type="title"/>
          </p:nvPr>
        </p:nvSpPr>
        <p:spPr>
          <a:xfrm>
            <a:off x="5010575" y="4360550"/>
            <a:ext cx="8218500" cy="8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Buffer Pool</a:t>
            </a:r>
            <a:endParaRPr/>
          </a:p>
        </p:txBody>
      </p:sp>
      <p:pic>
        <p:nvPicPr>
          <p:cNvPr id="279" name="Google Shape;279;g2628719712e_0_5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2125" y="3497750"/>
            <a:ext cx="2838625" cy="168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628719712e_0_538"/>
          <p:cNvSpPr txBox="1">
            <a:spLocks noGrp="1"/>
          </p:cNvSpPr>
          <p:nvPr>
            <p:ph type="title"/>
          </p:nvPr>
        </p:nvSpPr>
        <p:spPr>
          <a:xfrm>
            <a:off x="818776" y="569215"/>
            <a:ext cx="7569600" cy="647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Buffer Pool</a:t>
            </a:r>
            <a:endParaRPr/>
          </a:p>
        </p:txBody>
      </p:sp>
      <p:sp>
        <p:nvSpPr>
          <p:cNvPr id="286" name="Google Shape;286;g2628719712e_0_538"/>
          <p:cNvSpPr txBox="1">
            <a:spLocks noGrp="1"/>
          </p:cNvSpPr>
          <p:nvPr>
            <p:ph type="body" idx="1"/>
          </p:nvPr>
        </p:nvSpPr>
        <p:spPr>
          <a:xfrm>
            <a:off x="825000" y="2031075"/>
            <a:ext cx="10491300" cy="3066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09600" lvl="0" indent="-43180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O InnoDB buffer pool é o espaço de memória que contém estruturas de dados do InnoDB na memória(AHI, Change Buffer, caches, índices).</a:t>
            </a:r>
            <a:endParaRPr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628719712e_0_545"/>
          <p:cNvSpPr txBox="1">
            <a:spLocks noGrp="1"/>
          </p:cNvSpPr>
          <p:nvPr>
            <p:ph type="title"/>
          </p:nvPr>
        </p:nvSpPr>
        <p:spPr>
          <a:xfrm>
            <a:off x="818776" y="569215"/>
            <a:ext cx="7569600" cy="647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Buffer Pool</a:t>
            </a:r>
            <a:endParaRPr/>
          </a:p>
        </p:txBody>
      </p:sp>
      <p:pic>
        <p:nvPicPr>
          <p:cNvPr id="293" name="Google Shape;293;g2628719712e_0_5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1438" y="1104040"/>
            <a:ext cx="6849136" cy="533688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g2628719712e_0_545"/>
          <p:cNvSpPr/>
          <p:nvPr/>
        </p:nvSpPr>
        <p:spPr>
          <a:xfrm>
            <a:off x="2806625" y="1324725"/>
            <a:ext cx="2200500" cy="35589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628719712e_0_553"/>
          <p:cNvSpPr txBox="1">
            <a:spLocks noGrp="1"/>
          </p:cNvSpPr>
          <p:nvPr>
            <p:ph type="title"/>
          </p:nvPr>
        </p:nvSpPr>
        <p:spPr>
          <a:xfrm>
            <a:off x="818776" y="569215"/>
            <a:ext cx="7569600" cy="647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Buffer Pool</a:t>
            </a:r>
            <a:endParaRPr/>
          </a:p>
        </p:txBody>
      </p:sp>
      <p:sp>
        <p:nvSpPr>
          <p:cNvPr id="301" name="Google Shape;301;g2628719712e_0_553"/>
          <p:cNvSpPr txBox="1">
            <a:spLocks noGrp="1"/>
          </p:cNvSpPr>
          <p:nvPr>
            <p:ph type="body" idx="1"/>
          </p:nvPr>
        </p:nvSpPr>
        <p:spPr>
          <a:xfrm>
            <a:off x="850350" y="1515575"/>
            <a:ext cx="10491300" cy="1213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09600" lvl="0" indent="-43180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Regra dos 80% </a:t>
            </a:r>
            <a:endParaRPr sz="2000"/>
          </a:p>
        </p:txBody>
      </p:sp>
      <p:sp>
        <p:nvSpPr>
          <p:cNvPr id="302" name="Google Shape;302;g2628719712e_0_553"/>
          <p:cNvSpPr txBox="1">
            <a:spLocks noGrp="1"/>
          </p:cNvSpPr>
          <p:nvPr>
            <p:ph type="body" idx="1"/>
          </p:nvPr>
        </p:nvSpPr>
        <p:spPr>
          <a:xfrm>
            <a:off x="935375" y="3522025"/>
            <a:ext cx="10491300" cy="1213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| Total Server RAM | Buffer pool with 80% rule | Remaining RAM |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|------------------|---------------------------|---------------|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| 1G               | 800MB                     | 200MB         |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| 8G               | 6G                        | 2G            |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| 16G              | 13G                       | 3G            |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| 32G              | 26G                       | 6G            |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| 64G              | 51G                       | 13G           |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| 128G             | 102G                      | 26G           |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| 256G             | 205G                      | 51G           |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| 512G             | 409G                      | 103G          |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| 1024G            | 819G                      | 205G          |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628719712e_0_570"/>
          <p:cNvSpPr txBox="1">
            <a:spLocks noGrp="1"/>
          </p:cNvSpPr>
          <p:nvPr>
            <p:ph type="title"/>
          </p:nvPr>
        </p:nvSpPr>
        <p:spPr>
          <a:xfrm>
            <a:off x="5010575" y="3497750"/>
            <a:ext cx="8218500" cy="8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#3</a:t>
            </a:r>
            <a:endParaRPr/>
          </a:p>
        </p:txBody>
      </p:sp>
      <p:sp>
        <p:nvSpPr>
          <p:cNvPr id="309" name="Google Shape;309;g2628719712e_0_570"/>
          <p:cNvSpPr txBox="1">
            <a:spLocks noGrp="1"/>
          </p:cNvSpPr>
          <p:nvPr>
            <p:ph type="title"/>
          </p:nvPr>
        </p:nvSpPr>
        <p:spPr>
          <a:xfrm>
            <a:off x="5010575" y="4360550"/>
            <a:ext cx="8218500" cy="8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Redo Log Capacity</a:t>
            </a:r>
            <a:endParaRPr/>
          </a:p>
        </p:txBody>
      </p:sp>
      <p:pic>
        <p:nvPicPr>
          <p:cNvPr id="310" name="Google Shape;310;g2628719712e_0_5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700" y="3497750"/>
            <a:ext cx="3053550" cy="18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628719712e_0_583"/>
          <p:cNvSpPr txBox="1">
            <a:spLocks noGrp="1"/>
          </p:cNvSpPr>
          <p:nvPr>
            <p:ph type="title"/>
          </p:nvPr>
        </p:nvSpPr>
        <p:spPr>
          <a:xfrm>
            <a:off x="818776" y="569215"/>
            <a:ext cx="7569600" cy="647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Redo Log</a:t>
            </a:r>
            <a:endParaRPr/>
          </a:p>
        </p:txBody>
      </p:sp>
      <p:sp>
        <p:nvSpPr>
          <p:cNvPr id="317" name="Google Shape;317;g2628719712e_0_583"/>
          <p:cNvSpPr txBox="1">
            <a:spLocks noGrp="1"/>
          </p:cNvSpPr>
          <p:nvPr>
            <p:ph type="body" idx="1"/>
          </p:nvPr>
        </p:nvSpPr>
        <p:spPr>
          <a:xfrm>
            <a:off x="825000" y="2031075"/>
            <a:ext cx="10491300" cy="3066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09600" lvl="0" indent="-43180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O redo log é uma estrutura de dados em disco usada durante a recuperação de falhas Durante as operações normais, o redo log grava instruções SQL de escrita.</a:t>
            </a:r>
            <a:endParaRPr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628719712e_0_577"/>
          <p:cNvSpPr txBox="1">
            <a:spLocks noGrp="1"/>
          </p:cNvSpPr>
          <p:nvPr>
            <p:ph type="title"/>
          </p:nvPr>
        </p:nvSpPr>
        <p:spPr>
          <a:xfrm>
            <a:off x="818776" y="569215"/>
            <a:ext cx="7569600" cy="647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Redo Log</a:t>
            </a:r>
            <a:endParaRPr/>
          </a:p>
        </p:txBody>
      </p:sp>
      <p:pic>
        <p:nvPicPr>
          <p:cNvPr id="324" name="Google Shape;324;g2628719712e_0_5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1438" y="1104040"/>
            <a:ext cx="6849136" cy="533688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g2628719712e_0_577"/>
          <p:cNvSpPr/>
          <p:nvPr/>
        </p:nvSpPr>
        <p:spPr>
          <a:xfrm>
            <a:off x="5557100" y="4670225"/>
            <a:ext cx="2043300" cy="18861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628719712e_0_592"/>
          <p:cNvSpPr txBox="1">
            <a:spLocks noGrp="1"/>
          </p:cNvSpPr>
          <p:nvPr>
            <p:ph type="title"/>
          </p:nvPr>
        </p:nvSpPr>
        <p:spPr>
          <a:xfrm>
            <a:off x="818776" y="569215"/>
            <a:ext cx="7569600" cy="647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Buffer Pool</a:t>
            </a:r>
            <a:endParaRPr/>
          </a:p>
        </p:txBody>
      </p:sp>
      <p:sp>
        <p:nvSpPr>
          <p:cNvPr id="332" name="Google Shape;332;g2628719712e_0_592"/>
          <p:cNvSpPr txBox="1">
            <a:spLocks noGrp="1"/>
          </p:cNvSpPr>
          <p:nvPr>
            <p:ph type="body" idx="1"/>
          </p:nvPr>
        </p:nvSpPr>
        <p:spPr>
          <a:xfrm>
            <a:off x="850350" y="1515575"/>
            <a:ext cx="10491300" cy="1213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09600" lvl="0" indent="-43180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Regra de 1 hora</a:t>
            </a:r>
            <a:endParaRPr sz="2000"/>
          </a:p>
        </p:txBody>
      </p:sp>
      <p:sp>
        <p:nvSpPr>
          <p:cNvPr id="333" name="Google Shape;333;g2628719712e_0_592"/>
          <p:cNvSpPr txBox="1">
            <a:spLocks noGrp="1"/>
          </p:cNvSpPr>
          <p:nvPr>
            <p:ph type="body" idx="1"/>
          </p:nvPr>
        </p:nvSpPr>
        <p:spPr>
          <a:xfrm>
            <a:off x="850350" y="2500425"/>
            <a:ext cx="10491300" cy="1213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mysql&gt; SHOW GLOBAL STATUS LIKE 'Innodb_redo_log_current_lsn'; SELECT SLEEP(60); SHOW GLOBAL STATUS LIKE 'Innodb_redo_log_current_lsn';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4" name="Google Shape;334;g2628719712e_0_592"/>
          <p:cNvSpPr txBox="1">
            <a:spLocks noGrp="1"/>
          </p:cNvSpPr>
          <p:nvPr>
            <p:ph type="body" idx="1"/>
          </p:nvPr>
        </p:nvSpPr>
        <p:spPr>
          <a:xfrm>
            <a:off x="850350" y="4198725"/>
            <a:ext cx="10410000" cy="1841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mysql &gt; SELECT ABS(20641693317 - 20903377487) / 1024 / 1024 AS MB_per_min;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+--------------+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| MB_per_min   |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+--------------+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| 249.56147194 |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+--------------+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1 row in set (0.00 sec)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5" name="Google Shape;335;g2628719712e_0_592"/>
          <p:cNvSpPr txBox="1"/>
          <p:nvPr/>
        </p:nvSpPr>
        <p:spPr>
          <a:xfrm>
            <a:off x="8352525" y="3480225"/>
            <a:ext cx="460200" cy="3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KB</a:t>
            </a:r>
            <a:endParaRPr>
              <a:solidFill>
                <a:srgbClr val="FF000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36" name="Google Shape;336;g2628719712e_0_592"/>
          <p:cNvSpPr txBox="1"/>
          <p:nvPr/>
        </p:nvSpPr>
        <p:spPr>
          <a:xfrm>
            <a:off x="9447950" y="3480225"/>
            <a:ext cx="460200" cy="3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MB</a:t>
            </a:r>
            <a:endParaRPr>
              <a:solidFill>
                <a:srgbClr val="FF000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628719712e_0_608"/>
          <p:cNvSpPr txBox="1">
            <a:spLocks noGrp="1"/>
          </p:cNvSpPr>
          <p:nvPr>
            <p:ph type="title"/>
          </p:nvPr>
        </p:nvSpPr>
        <p:spPr>
          <a:xfrm>
            <a:off x="5022400" y="3497750"/>
            <a:ext cx="8206800" cy="8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#4</a:t>
            </a:r>
            <a:endParaRPr/>
          </a:p>
        </p:txBody>
      </p:sp>
      <p:sp>
        <p:nvSpPr>
          <p:cNvPr id="343" name="Google Shape;343;g2628719712e_0_608"/>
          <p:cNvSpPr txBox="1">
            <a:spLocks noGrp="1"/>
          </p:cNvSpPr>
          <p:nvPr>
            <p:ph type="title"/>
          </p:nvPr>
        </p:nvSpPr>
        <p:spPr>
          <a:xfrm>
            <a:off x="5022400" y="4360550"/>
            <a:ext cx="8206800" cy="8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Network Encryption</a:t>
            </a:r>
            <a:endParaRPr/>
          </a:p>
        </p:txBody>
      </p:sp>
      <p:pic>
        <p:nvPicPr>
          <p:cNvPr id="344" name="Google Shape;344;g2628719712e_0_6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0825" y="3497750"/>
            <a:ext cx="3223950" cy="17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628719712e_0_669"/>
          <p:cNvSpPr txBox="1">
            <a:spLocks noGrp="1"/>
          </p:cNvSpPr>
          <p:nvPr>
            <p:ph type="title"/>
          </p:nvPr>
        </p:nvSpPr>
        <p:spPr>
          <a:xfrm>
            <a:off x="818776" y="569215"/>
            <a:ext cx="7569600" cy="647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Encryption</a:t>
            </a:r>
            <a:endParaRPr/>
          </a:p>
        </p:txBody>
      </p:sp>
      <p:pic>
        <p:nvPicPr>
          <p:cNvPr id="351" name="Google Shape;351;g2628719712e_0_6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113" y="1795612"/>
            <a:ext cx="10759774" cy="32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g2628719712e_0_669"/>
          <p:cNvSpPr/>
          <p:nvPr/>
        </p:nvSpPr>
        <p:spPr>
          <a:xfrm>
            <a:off x="2570875" y="2795400"/>
            <a:ext cx="3760800" cy="303000"/>
          </a:xfrm>
          <a:prstGeom prst="rect">
            <a:avLst/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a0ddc2528a_2_9"/>
          <p:cNvSpPr txBox="1">
            <a:spLocks noGrp="1"/>
          </p:cNvSpPr>
          <p:nvPr>
            <p:ph type="title"/>
          </p:nvPr>
        </p:nvSpPr>
        <p:spPr>
          <a:xfrm>
            <a:off x="5010575" y="3497750"/>
            <a:ext cx="8218500" cy="8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#5</a:t>
            </a:r>
            <a:endParaRPr/>
          </a:p>
        </p:txBody>
      </p:sp>
      <p:sp>
        <p:nvSpPr>
          <p:cNvPr id="359" name="Google Shape;359;g2a0ddc2528a_2_9"/>
          <p:cNvSpPr txBox="1">
            <a:spLocks noGrp="1"/>
          </p:cNvSpPr>
          <p:nvPr>
            <p:ph type="title"/>
          </p:nvPr>
        </p:nvSpPr>
        <p:spPr>
          <a:xfrm>
            <a:off x="5010575" y="4360550"/>
            <a:ext cx="8218500" cy="8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Software Atualizado</a:t>
            </a:r>
            <a:endParaRPr/>
          </a:p>
        </p:txBody>
      </p:sp>
      <p:pic>
        <p:nvPicPr>
          <p:cNvPr id="360" name="Google Shape;360;g2a0ddc2528a_2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2575" y="3554050"/>
            <a:ext cx="3124200" cy="195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2a0ddc2528a_2_16"/>
          <p:cNvSpPr txBox="1">
            <a:spLocks noGrp="1"/>
          </p:cNvSpPr>
          <p:nvPr>
            <p:ph type="title"/>
          </p:nvPr>
        </p:nvSpPr>
        <p:spPr>
          <a:xfrm>
            <a:off x="818776" y="569215"/>
            <a:ext cx="7569600" cy="647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Ecosistema atualizado</a:t>
            </a:r>
            <a:endParaRPr/>
          </a:p>
        </p:txBody>
      </p:sp>
      <p:sp>
        <p:nvSpPr>
          <p:cNvPr id="367" name="Google Shape;367;g2a0ddc2528a_2_16"/>
          <p:cNvSpPr txBox="1">
            <a:spLocks noGrp="1"/>
          </p:cNvSpPr>
          <p:nvPr>
            <p:ph type="body" idx="1"/>
          </p:nvPr>
        </p:nvSpPr>
        <p:spPr>
          <a:xfrm>
            <a:off x="825000" y="2031075"/>
            <a:ext cx="10491300" cy="3066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09600" lvl="0" indent="-43180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Use a última versão disponível dentro da versão MAJOR.</a:t>
            </a:r>
            <a:endParaRPr/>
          </a:p>
          <a:p>
            <a:pPr marL="609600" lvl="0" indent="-431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Leia as release notes!</a:t>
            </a:r>
            <a:endParaRPr/>
          </a:p>
          <a:p>
            <a:pPr marL="609600" lvl="0" indent="-431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https://dev.mysql.com/doc/relnotes/mysql/8.2/en/news-8-2-0.html</a:t>
            </a:r>
            <a:endParaRPr/>
          </a:p>
          <a:p>
            <a:pPr marL="1219200" lvl="1" indent="-425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US" sz="2000" u="sng">
                <a:hlinkClick r:id="rId4"/>
              </a:rPr>
              <a:t>INFORMATION_SCHEMA.PROCESSLIST</a:t>
            </a:r>
            <a:r>
              <a:rPr lang="en-US" sz="2000"/>
              <a:t> is deprecated!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628719712e_0_733"/>
          <p:cNvSpPr txBox="1">
            <a:spLocks noGrp="1"/>
          </p:cNvSpPr>
          <p:nvPr>
            <p:ph type="title"/>
          </p:nvPr>
        </p:nvSpPr>
        <p:spPr>
          <a:xfrm>
            <a:off x="5022400" y="3497750"/>
            <a:ext cx="8206800" cy="8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#6</a:t>
            </a:r>
            <a:endParaRPr/>
          </a:p>
        </p:txBody>
      </p:sp>
      <p:sp>
        <p:nvSpPr>
          <p:cNvPr id="374" name="Google Shape;374;g2628719712e_0_733"/>
          <p:cNvSpPr txBox="1">
            <a:spLocks noGrp="1"/>
          </p:cNvSpPr>
          <p:nvPr>
            <p:ph type="title"/>
          </p:nvPr>
        </p:nvSpPr>
        <p:spPr>
          <a:xfrm>
            <a:off x="5022400" y="4360550"/>
            <a:ext cx="8206800" cy="8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Replicação</a:t>
            </a:r>
            <a:endParaRPr/>
          </a:p>
        </p:txBody>
      </p:sp>
      <p:pic>
        <p:nvPicPr>
          <p:cNvPr id="375" name="Google Shape;375;g2628719712e_0_7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0975" y="3497750"/>
            <a:ext cx="2549825" cy="175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3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2628719712e_0_740"/>
          <p:cNvSpPr txBox="1">
            <a:spLocks noGrp="1"/>
          </p:cNvSpPr>
          <p:nvPr>
            <p:ph type="title"/>
          </p:nvPr>
        </p:nvSpPr>
        <p:spPr>
          <a:xfrm>
            <a:off x="818776" y="569215"/>
            <a:ext cx="7569600" cy="647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Replicação</a:t>
            </a:r>
            <a:endParaRPr/>
          </a:p>
        </p:txBody>
      </p:sp>
      <p:pic>
        <p:nvPicPr>
          <p:cNvPr id="382" name="Google Shape;382;g2628719712e_0_7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1899" y="1348075"/>
            <a:ext cx="9168200" cy="485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628719712e_0_747"/>
          <p:cNvSpPr txBox="1">
            <a:spLocks noGrp="1"/>
          </p:cNvSpPr>
          <p:nvPr>
            <p:ph type="title"/>
          </p:nvPr>
        </p:nvSpPr>
        <p:spPr>
          <a:xfrm>
            <a:off x="818776" y="569215"/>
            <a:ext cx="7569600" cy="647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Alta Disponibilidade</a:t>
            </a:r>
            <a:endParaRPr/>
          </a:p>
        </p:txBody>
      </p:sp>
      <p:pic>
        <p:nvPicPr>
          <p:cNvPr id="389" name="Google Shape;389;g2628719712e_0_7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050" y="1409699"/>
            <a:ext cx="10629900" cy="4641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2628719712e_0_754"/>
          <p:cNvSpPr txBox="1">
            <a:spLocks noGrp="1"/>
          </p:cNvSpPr>
          <p:nvPr>
            <p:ph type="title"/>
          </p:nvPr>
        </p:nvSpPr>
        <p:spPr>
          <a:xfrm>
            <a:off x="818776" y="569215"/>
            <a:ext cx="7569600" cy="647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Alta Disponibilidade</a:t>
            </a:r>
            <a:endParaRPr/>
          </a:p>
        </p:txBody>
      </p:sp>
      <p:pic>
        <p:nvPicPr>
          <p:cNvPr id="396" name="Google Shape;396;g2628719712e_0_7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0838" y="1152815"/>
            <a:ext cx="10030316" cy="53368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2628719712e_0_762"/>
          <p:cNvSpPr txBox="1">
            <a:spLocks noGrp="1"/>
          </p:cNvSpPr>
          <p:nvPr>
            <p:ph type="title"/>
          </p:nvPr>
        </p:nvSpPr>
        <p:spPr>
          <a:xfrm>
            <a:off x="5010575" y="3497750"/>
            <a:ext cx="8218500" cy="8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#7</a:t>
            </a:r>
            <a:endParaRPr/>
          </a:p>
        </p:txBody>
      </p:sp>
      <p:sp>
        <p:nvSpPr>
          <p:cNvPr id="403" name="Google Shape;403;g2628719712e_0_762"/>
          <p:cNvSpPr txBox="1">
            <a:spLocks noGrp="1"/>
          </p:cNvSpPr>
          <p:nvPr>
            <p:ph type="title"/>
          </p:nvPr>
        </p:nvSpPr>
        <p:spPr>
          <a:xfrm>
            <a:off x="5010575" y="4360550"/>
            <a:ext cx="8218500" cy="8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Regular checkups</a:t>
            </a:r>
            <a:endParaRPr/>
          </a:p>
        </p:txBody>
      </p:sp>
      <p:pic>
        <p:nvPicPr>
          <p:cNvPr id="404" name="Google Shape;404;g2628719712e_0_7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425" y="2934750"/>
            <a:ext cx="4181026" cy="267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2628719712e_0_769"/>
          <p:cNvSpPr txBox="1">
            <a:spLocks noGrp="1"/>
          </p:cNvSpPr>
          <p:nvPr>
            <p:ph type="title"/>
          </p:nvPr>
        </p:nvSpPr>
        <p:spPr>
          <a:xfrm>
            <a:off x="818776" y="569215"/>
            <a:ext cx="7569600" cy="647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Checkups</a:t>
            </a:r>
            <a:endParaRPr/>
          </a:p>
        </p:txBody>
      </p:sp>
      <p:sp>
        <p:nvSpPr>
          <p:cNvPr id="411" name="Google Shape;411;g2628719712e_0_769"/>
          <p:cNvSpPr txBox="1">
            <a:spLocks noGrp="1"/>
          </p:cNvSpPr>
          <p:nvPr>
            <p:ph type="body" idx="1"/>
          </p:nvPr>
        </p:nvSpPr>
        <p:spPr>
          <a:xfrm>
            <a:off x="825000" y="2031075"/>
            <a:ext cx="10491300" cy="3066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09600" lvl="0" indent="-43180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Verifique frequentemente o uso da base de dados.</a:t>
            </a:r>
            <a:endParaRPr/>
          </a:p>
          <a:p>
            <a:pPr marL="609600" lvl="0" indent="-431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Monitore disco, CPU e memória.</a:t>
            </a:r>
            <a:endParaRPr/>
          </a:p>
          <a:p>
            <a:pPr marL="609600" lvl="0" indent="-431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Verifique queries (habilite slow log, performance schema).</a:t>
            </a:r>
            <a:endParaRPr/>
          </a:p>
          <a:p>
            <a:pPr marL="609600" lvl="0" indent="-431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Rode ANALYZE para atualizar estatísticas.</a:t>
            </a:r>
            <a:endParaRPr/>
          </a:p>
          <a:p>
            <a:pPr marL="609600" lvl="0" indent="-431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Casos de fragmentação extremos use o OPTIMIZE/</a:t>
            </a:r>
            <a:endParaRPr/>
          </a:p>
          <a:p>
            <a:pPr marL="609600" lvl="0" indent="-431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Não jogue dinheiro no problema! </a:t>
            </a:r>
            <a:endParaRPr/>
          </a:p>
        </p:txBody>
      </p:sp>
      <p:pic>
        <p:nvPicPr>
          <p:cNvPr id="412" name="Google Shape;412;g2628719712e_0_7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1976" y="4775200"/>
            <a:ext cx="2286396" cy="172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2628719712e_0_616"/>
          <p:cNvSpPr txBox="1">
            <a:spLocks noGrp="1"/>
          </p:cNvSpPr>
          <p:nvPr>
            <p:ph type="title"/>
          </p:nvPr>
        </p:nvSpPr>
        <p:spPr>
          <a:xfrm>
            <a:off x="5022400" y="3497750"/>
            <a:ext cx="8206800" cy="8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7 Erros</a:t>
            </a:r>
            <a:endParaRPr/>
          </a:p>
        </p:txBody>
      </p:sp>
      <p:pic>
        <p:nvPicPr>
          <p:cNvPr id="419" name="Google Shape;419;g2628719712e_0_6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600" y="1638775"/>
            <a:ext cx="3981450" cy="41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2628719712e_0_621"/>
          <p:cNvSpPr txBox="1">
            <a:spLocks noGrp="1"/>
          </p:cNvSpPr>
          <p:nvPr>
            <p:ph type="title"/>
          </p:nvPr>
        </p:nvSpPr>
        <p:spPr>
          <a:xfrm>
            <a:off x="5022400" y="3497750"/>
            <a:ext cx="8206800" cy="8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#1</a:t>
            </a:r>
            <a:endParaRPr/>
          </a:p>
        </p:txBody>
      </p:sp>
      <p:sp>
        <p:nvSpPr>
          <p:cNvPr id="426" name="Google Shape;426;g2628719712e_0_621"/>
          <p:cNvSpPr txBox="1">
            <a:spLocks noGrp="1"/>
          </p:cNvSpPr>
          <p:nvPr>
            <p:ph type="title"/>
          </p:nvPr>
        </p:nvSpPr>
        <p:spPr>
          <a:xfrm>
            <a:off x="5022400" y="4360550"/>
            <a:ext cx="8206800" cy="8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Excesso de Índices</a:t>
            </a:r>
            <a:endParaRPr/>
          </a:p>
        </p:txBody>
      </p:sp>
      <p:pic>
        <p:nvPicPr>
          <p:cNvPr id="427" name="Google Shape;427;g2628719712e_0_6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225" y="3306904"/>
            <a:ext cx="2063000" cy="2464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4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2628719712e_0_628"/>
          <p:cNvSpPr txBox="1">
            <a:spLocks noGrp="1"/>
          </p:cNvSpPr>
          <p:nvPr>
            <p:ph type="title"/>
          </p:nvPr>
        </p:nvSpPr>
        <p:spPr>
          <a:xfrm>
            <a:off x="818776" y="569215"/>
            <a:ext cx="7569600" cy="647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Excesso de Índices</a:t>
            </a:r>
            <a:endParaRPr/>
          </a:p>
        </p:txBody>
      </p:sp>
      <p:sp>
        <p:nvSpPr>
          <p:cNvPr id="434" name="Google Shape;434;g2628719712e_0_628"/>
          <p:cNvSpPr txBox="1">
            <a:spLocks noGrp="1"/>
          </p:cNvSpPr>
          <p:nvPr>
            <p:ph type="body" idx="1"/>
          </p:nvPr>
        </p:nvSpPr>
        <p:spPr>
          <a:xfrm>
            <a:off x="825000" y="2031075"/>
            <a:ext cx="10491300" cy="3066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09600" lvl="0" indent="-43180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Todo índice é árvore B+ (b-tree)</a:t>
            </a:r>
            <a:endParaRPr sz="2000"/>
          </a:p>
          <a:p>
            <a:pPr marL="609600" lvl="0" indent="-431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Cada DML obrigada todas as árvores da tabela a serem atualizadas.</a:t>
            </a:r>
            <a:endParaRPr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2628719712e_0_634"/>
          <p:cNvSpPr txBox="1">
            <a:spLocks noGrp="1"/>
          </p:cNvSpPr>
          <p:nvPr>
            <p:ph type="title"/>
          </p:nvPr>
        </p:nvSpPr>
        <p:spPr>
          <a:xfrm>
            <a:off x="818776" y="569215"/>
            <a:ext cx="7569600" cy="647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Excesso de Índices</a:t>
            </a:r>
            <a:endParaRPr/>
          </a:p>
        </p:txBody>
      </p:sp>
      <p:pic>
        <p:nvPicPr>
          <p:cNvPr id="441" name="Google Shape;441;g2628719712e_0_6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9349" y="1216324"/>
            <a:ext cx="9453300" cy="4998401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g2628719712e_0_634"/>
          <p:cNvSpPr/>
          <p:nvPr/>
        </p:nvSpPr>
        <p:spPr>
          <a:xfrm>
            <a:off x="1270000" y="1003300"/>
            <a:ext cx="9296400" cy="3340200"/>
          </a:xfrm>
          <a:prstGeom prst="rect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443" name="Google Shape;443;g2628719712e_0_634"/>
          <p:cNvSpPr/>
          <p:nvPr/>
        </p:nvSpPr>
        <p:spPr>
          <a:xfrm rot="10800000" flipH="1">
            <a:off x="1054100" y="5664200"/>
            <a:ext cx="9994800" cy="762000"/>
          </a:xfrm>
          <a:prstGeom prst="rect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2a0ddc2528a_2_1"/>
          <p:cNvSpPr txBox="1">
            <a:spLocks noGrp="1"/>
          </p:cNvSpPr>
          <p:nvPr>
            <p:ph type="title"/>
          </p:nvPr>
        </p:nvSpPr>
        <p:spPr>
          <a:xfrm>
            <a:off x="5010575" y="3497750"/>
            <a:ext cx="8218500" cy="8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#2</a:t>
            </a:r>
            <a:endParaRPr/>
          </a:p>
        </p:txBody>
      </p:sp>
      <p:sp>
        <p:nvSpPr>
          <p:cNvPr id="450" name="Google Shape;450;g2a0ddc2528a_2_1"/>
          <p:cNvSpPr txBox="1">
            <a:spLocks noGrp="1"/>
          </p:cNvSpPr>
          <p:nvPr>
            <p:ph type="title"/>
          </p:nvPr>
        </p:nvSpPr>
        <p:spPr>
          <a:xfrm>
            <a:off x="5010575" y="4360550"/>
            <a:ext cx="8218500" cy="8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Ausência de </a:t>
            </a:r>
            <a:br>
              <a:rPr lang="en-US"/>
            </a:br>
            <a:r>
              <a:rPr lang="en-US"/>
              <a:t>Backup/Restore</a:t>
            </a:r>
            <a:endParaRPr/>
          </a:p>
        </p:txBody>
      </p:sp>
      <p:pic>
        <p:nvPicPr>
          <p:cNvPr id="451" name="Google Shape;451;g2a0ddc2528a_2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2125" y="3497750"/>
            <a:ext cx="2838625" cy="168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2628719712e_0_640"/>
          <p:cNvSpPr txBox="1">
            <a:spLocks noGrp="1"/>
          </p:cNvSpPr>
          <p:nvPr>
            <p:ph type="title"/>
          </p:nvPr>
        </p:nvSpPr>
        <p:spPr>
          <a:xfrm>
            <a:off x="818776" y="569215"/>
            <a:ext cx="7569600" cy="647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Ausência de Backup</a:t>
            </a:r>
            <a:endParaRPr/>
          </a:p>
        </p:txBody>
      </p:sp>
      <p:pic>
        <p:nvPicPr>
          <p:cNvPr id="458" name="Google Shape;458;g2628719712e_0_6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8500" y="1485740"/>
            <a:ext cx="5715000" cy="441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2628719712e_0_648"/>
          <p:cNvSpPr txBox="1">
            <a:spLocks noGrp="1"/>
          </p:cNvSpPr>
          <p:nvPr>
            <p:ph type="title"/>
          </p:nvPr>
        </p:nvSpPr>
        <p:spPr>
          <a:xfrm>
            <a:off x="818776" y="569215"/>
            <a:ext cx="7569600" cy="647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Ausência de teste de Restore</a:t>
            </a:r>
            <a:endParaRPr/>
          </a:p>
        </p:txBody>
      </p:sp>
      <p:pic>
        <p:nvPicPr>
          <p:cNvPr id="465" name="Google Shape;465;g2628719712e_0_6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1000" y="1523990"/>
            <a:ext cx="381000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2628719712e_0_655"/>
          <p:cNvSpPr txBox="1">
            <a:spLocks noGrp="1"/>
          </p:cNvSpPr>
          <p:nvPr>
            <p:ph type="title"/>
          </p:nvPr>
        </p:nvSpPr>
        <p:spPr>
          <a:xfrm>
            <a:off x="5010575" y="3497750"/>
            <a:ext cx="8218500" cy="8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#3</a:t>
            </a:r>
            <a:endParaRPr/>
          </a:p>
        </p:txBody>
      </p:sp>
      <p:sp>
        <p:nvSpPr>
          <p:cNvPr id="472" name="Google Shape;472;g2628719712e_0_655"/>
          <p:cNvSpPr txBox="1">
            <a:spLocks noGrp="1"/>
          </p:cNvSpPr>
          <p:nvPr>
            <p:ph type="title"/>
          </p:nvPr>
        </p:nvSpPr>
        <p:spPr>
          <a:xfrm>
            <a:off x="5010575" y="4360550"/>
            <a:ext cx="8218500" cy="8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Ausência de </a:t>
            </a:r>
            <a:br>
              <a:rPr lang="en-US"/>
            </a:br>
            <a:r>
              <a:rPr lang="en-US"/>
              <a:t>Monitoramento</a:t>
            </a:r>
            <a:endParaRPr/>
          </a:p>
        </p:txBody>
      </p:sp>
      <p:pic>
        <p:nvPicPr>
          <p:cNvPr id="473" name="Google Shape;473;g2628719712e_0_6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700" y="3497750"/>
            <a:ext cx="3053550" cy="18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2628719712e_0_662"/>
          <p:cNvSpPr txBox="1">
            <a:spLocks noGrp="1"/>
          </p:cNvSpPr>
          <p:nvPr>
            <p:ph type="title"/>
          </p:nvPr>
        </p:nvSpPr>
        <p:spPr>
          <a:xfrm>
            <a:off x="818776" y="569215"/>
            <a:ext cx="7569600" cy="647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Ausência de Monitoramento</a:t>
            </a:r>
            <a:endParaRPr/>
          </a:p>
        </p:txBody>
      </p:sp>
      <p:pic>
        <p:nvPicPr>
          <p:cNvPr id="480" name="Google Shape;480;g2628719712e_0_6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5825" y="1295390"/>
            <a:ext cx="10420350" cy="426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2628719712e_0_682"/>
          <p:cNvSpPr txBox="1">
            <a:spLocks noGrp="1"/>
          </p:cNvSpPr>
          <p:nvPr>
            <p:ph type="title"/>
          </p:nvPr>
        </p:nvSpPr>
        <p:spPr>
          <a:xfrm>
            <a:off x="5022400" y="3497750"/>
            <a:ext cx="8206800" cy="8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#4</a:t>
            </a:r>
            <a:endParaRPr/>
          </a:p>
        </p:txBody>
      </p:sp>
      <p:sp>
        <p:nvSpPr>
          <p:cNvPr id="487" name="Google Shape;487;g2628719712e_0_682"/>
          <p:cNvSpPr txBox="1">
            <a:spLocks noGrp="1"/>
          </p:cNvSpPr>
          <p:nvPr>
            <p:ph type="title"/>
          </p:nvPr>
        </p:nvSpPr>
        <p:spPr>
          <a:xfrm>
            <a:off x="5022400" y="4360550"/>
            <a:ext cx="8206800" cy="8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Uso de MyISAM</a:t>
            </a:r>
            <a:endParaRPr/>
          </a:p>
        </p:txBody>
      </p:sp>
      <p:pic>
        <p:nvPicPr>
          <p:cNvPr id="488" name="Google Shape;488;g2628719712e_0_6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125" y="3404075"/>
            <a:ext cx="3105150" cy="181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4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2628719712e_0_689"/>
          <p:cNvSpPr txBox="1">
            <a:spLocks noGrp="1"/>
          </p:cNvSpPr>
          <p:nvPr>
            <p:ph type="title"/>
          </p:nvPr>
        </p:nvSpPr>
        <p:spPr>
          <a:xfrm>
            <a:off x="818776" y="569215"/>
            <a:ext cx="7569600" cy="647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MyISAM</a:t>
            </a:r>
            <a:endParaRPr/>
          </a:p>
        </p:txBody>
      </p:sp>
      <p:sp>
        <p:nvSpPr>
          <p:cNvPr id="495" name="Google Shape;495;g2628719712e_0_689"/>
          <p:cNvSpPr txBox="1">
            <a:spLocks noGrp="1"/>
          </p:cNvSpPr>
          <p:nvPr>
            <p:ph type="body" idx="1"/>
          </p:nvPr>
        </p:nvSpPr>
        <p:spPr>
          <a:xfrm>
            <a:off x="825000" y="2031075"/>
            <a:ext cx="10491300" cy="3066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09600" lvl="0" indent="-43180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MyISAM não é transacional (ausência de ACID)</a:t>
            </a:r>
            <a:endParaRPr/>
          </a:p>
          <a:p>
            <a:pPr marL="609600" lvl="0" indent="-431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Locks a nível de tabela</a:t>
            </a:r>
            <a:endParaRPr/>
          </a:p>
          <a:p>
            <a:pPr marL="609600" lvl="0" indent="-431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Pode corromper facilmente</a:t>
            </a:r>
            <a:endParaRPr/>
          </a:p>
          <a:p>
            <a:pPr marL="609600" lvl="0" indent="-431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Muito provavelmente será removido no MySQL 8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2628719712e_0_696"/>
          <p:cNvSpPr txBox="1">
            <a:spLocks noGrp="1"/>
          </p:cNvSpPr>
          <p:nvPr>
            <p:ph type="title"/>
          </p:nvPr>
        </p:nvSpPr>
        <p:spPr>
          <a:xfrm>
            <a:off x="5010575" y="3497750"/>
            <a:ext cx="8218500" cy="8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#5</a:t>
            </a:r>
            <a:endParaRPr/>
          </a:p>
        </p:txBody>
      </p:sp>
      <p:sp>
        <p:nvSpPr>
          <p:cNvPr id="502" name="Google Shape;502;g2628719712e_0_696"/>
          <p:cNvSpPr txBox="1">
            <a:spLocks noGrp="1"/>
          </p:cNvSpPr>
          <p:nvPr>
            <p:ph type="title"/>
          </p:nvPr>
        </p:nvSpPr>
        <p:spPr>
          <a:xfrm>
            <a:off x="5010575" y="4360550"/>
            <a:ext cx="8218500" cy="8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Query mal otimizada</a:t>
            </a:r>
            <a:endParaRPr/>
          </a:p>
        </p:txBody>
      </p:sp>
      <p:pic>
        <p:nvPicPr>
          <p:cNvPr id="503" name="Google Shape;503;g2628719712e_0_6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2575" y="3554050"/>
            <a:ext cx="3124200" cy="195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2628719712e_0_704"/>
          <p:cNvSpPr txBox="1">
            <a:spLocks noGrp="1"/>
          </p:cNvSpPr>
          <p:nvPr>
            <p:ph type="title"/>
          </p:nvPr>
        </p:nvSpPr>
        <p:spPr>
          <a:xfrm>
            <a:off x="818776" y="569215"/>
            <a:ext cx="7569600" cy="647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Queries</a:t>
            </a:r>
            <a:endParaRPr/>
          </a:p>
        </p:txBody>
      </p:sp>
      <p:sp>
        <p:nvSpPr>
          <p:cNvPr id="510" name="Google Shape;510;g2628719712e_0_704"/>
          <p:cNvSpPr txBox="1">
            <a:spLocks noGrp="1"/>
          </p:cNvSpPr>
          <p:nvPr>
            <p:ph type="body" idx="1"/>
          </p:nvPr>
        </p:nvSpPr>
        <p:spPr>
          <a:xfrm>
            <a:off x="825000" y="2031075"/>
            <a:ext cx="10491300" cy="3066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09600" lvl="0" indent="-43180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DELETE FROM vendas;</a:t>
            </a:r>
            <a:endParaRPr/>
          </a:p>
          <a:p>
            <a:pPr marL="609600" lvl="0" indent="-431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SELECT * …</a:t>
            </a:r>
            <a:endParaRPr/>
          </a:p>
          <a:p>
            <a:pPr marL="609600" lvl="0" indent="-431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SELECT * FROM vendas WHERE data BETWEEN '01/01/1500' and '01/01/2100';</a:t>
            </a:r>
            <a:endParaRPr/>
          </a:p>
          <a:p>
            <a:pPr marL="609600" lvl="0" indent="-431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SELECT x FROM vendas WHERE CAST(CPF AS CHAR(50)) LIKE '12345678990';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628719712e_0_711"/>
          <p:cNvSpPr txBox="1">
            <a:spLocks noGrp="1"/>
          </p:cNvSpPr>
          <p:nvPr>
            <p:ph type="title"/>
          </p:nvPr>
        </p:nvSpPr>
        <p:spPr>
          <a:xfrm>
            <a:off x="5022400" y="3497750"/>
            <a:ext cx="8206800" cy="8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#6</a:t>
            </a:r>
            <a:endParaRPr/>
          </a:p>
        </p:txBody>
      </p:sp>
      <p:sp>
        <p:nvSpPr>
          <p:cNvPr id="517" name="Google Shape;517;g2628719712e_0_711"/>
          <p:cNvSpPr txBox="1">
            <a:spLocks noGrp="1"/>
          </p:cNvSpPr>
          <p:nvPr>
            <p:ph type="title"/>
          </p:nvPr>
        </p:nvSpPr>
        <p:spPr>
          <a:xfrm>
            <a:off x="5022400" y="4360550"/>
            <a:ext cx="8206800" cy="8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ALL PRIVILEGES</a:t>
            </a:r>
            <a:endParaRPr/>
          </a:p>
        </p:txBody>
      </p:sp>
      <p:pic>
        <p:nvPicPr>
          <p:cNvPr id="518" name="Google Shape;518;g2628719712e_0_7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0975" y="3497750"/>
            <a:ext cx="2549825" cy="175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5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2628719712e_0_719"/>
          <p:cNvSpPr txBox="1">
            <a:spLocks noGrp="1"/>
          </p:cNvSpPr>
          <p:nvPr>
            <p:ph type="title"/>
          </p:nvPr>
        </p:nvSpPr>
        <p:spPr>
          <a:xfrm>
            <a:off x="818774" y="569225"/>
            <a:ext cx="10845600" cy="647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Grandes poderes, grandes responsabilidades</a:t>
            </a:r>
            <a:endParaRPr/>
          </a:p>
        </p:txBody>
      </p:sp>
      <p:sp>
        <p:nvSpPr>
          <p:cNvPr id="525" name="Google Shape;525;g2628719712e_0_719"/>
          <p:cNvSpPr txBox="1">
            <a:spLocks noGrp="1"/>
          </p:cNvSpPr>
          <p:nvPr>
            <p:ph type="body" idx="1"/>
          </p:nvPr>
        </p:nvSpPr>
        <p:spPr>
          <a:xfrm>
            <a:off x="825000" y="2031075"/>
            <a:ext cx="10491300" cy="3066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09600" lvl="0" indent="-43180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GRANT ALL PRIVILEGES ON *.* TO estagiario@'%';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2628719712e_0_725"/>
          <p:cNvSpPr txBox="1">
            <a:spLocks noGrp="1"/>
          </p:cNvSpPr>
          <p:nvPr>
            <p:ph type="title"/>
          </p:nvPr>
        </p:nvSpPr>
        <p:spPr>
          <a:xfrm>
            <a:off x="5010575" y="3497750"/>
            <a:ext cx="8218500" cy="8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#7</a:t>
            </a:r>
            <a:endParaRPr/>
          </a:p>
        </p:txBody>
      </p:sp>
      <p:sp>
        <p:nvSpPr>
          <p:cNvPr id="532" name="Google Shape;532;g2628719712e_0_725"/>
          <p:cNvSpPr txBox="1">
            <a:spLocks noGrp="1"/>
          </p:cNvSpPr>
          <p:nvPr>
            <p:ph type="title"/>
          </p:nvPr>
        </p:nvSpPr>
        <p:spPr>
          <a:xfrm>
            <a:off x="5010575" y="4360550"/>
            <a:ext cx="8218500" cy="8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???</a:t>
            </a:r>
            <a:endParaRPr/>
          </a:p>
        </p:txBody>
      </p:sp>
      <p:pic>
        <p:nvPicPr>
          <p:cNvPr id="533" name="Google Shape;533;g2628719712e_0_7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425" y="2934750"/>
            <a:ext cx="4181026" cy="267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2"/>
          <p:cNvSpPr txBox="1">
            <a:spLocks noGrp="1"/>
          </p:cNvSpPr>
          <p:nvPr>
            <p:ph type="subTitle" idx="1"/>
          </p:nvPr>
        </p:nvSpPr>
        <p:spPr>
          <a:xfrm>
            <a:off x="1129650" y="1274750"/>
            <a:ext cx="9932700" cy="10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4200"/>
              <a:buNone/>
            </a:pPr>
            <a:r>
              <a:rPr lang="en-US"/>
              <a:t>Perguntas?</a:t>
            </a:r>
            <a:endParaRPr/>
          </a:p>
        </p:txBody>
      </p:sp>
      <p:sp>
        <p:nvSpPr>
          <p:cNvPr id="540" name="Google Shape;540;p22"/>
          <p:cNvSpPr txBox="1">
            <a:spLocks noGrp="1"/>
          </p:cNvSpPr>
          <p:nvPr>
            <p:ph type="title"/>
          </p:nvPr>
        </p:nvSpPr>
        <p:spPr>
          <a:xfrm>
            <a:off x="2782950" y="5477525"/>
            <a:ext cx="66261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pic>
        <p:nvPicPr>
          <p:cNvPr id="541" name="Google Shape;541;p22"/>
          <p:cNvPicPr preferRelativeResize="0"/>
          <p:nvPr/>
        </p:nvPicPr>
        <p:blipFill rotWithShape="1">
          <a:blip r:embed="rId3">
            <a:alphaModFix/>
          </a:blip>
          <a:srcRect b="20482"/>
          <a:stretch/>
        </p:blipFill>
        <p:spPr>
          <a:xfrm>
            <a:off x="5405525" y="3231435"/>
            <a:ext cx="1380951" cy="1423627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22"/>
          <p:cNvSpPr txBox="1"/>
          <p:nvPr/>
        </p:nvSpPr>
        <p:spPr>
          <a:xfrm>
            <a:off x="5523750" y="2670675"/>
            <a:ext cx="11445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Vagas</a:t>
            </a:r>
            <a:endParaRPr sz="2000" b="0" i="0" u="none" strike="noStrike" cap="non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43" name="Google Shape;543;p22"/>
          <p:cNvSpPr txBox="1"/>
          <p:nvPr/>
        </p:nvSpPr>
        <p:spPr>
          <a:xfrm>
            <a:off x="6367800" y="-55900"/>
            <a:ext cx="5032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3"/>
          <p:cNvSpPr txBox="1">
            <a:spLocks noGrp="1"/>
          </p:cNvSpPr>
          <p:nvPr>
            <p:ph type="subTitle" idx="1"/>
          </p:nvPr>
        </p:nvSpPr>
        <p:spPr>
          <a:xfrm>
            <a:off x="5540050" y="5998325"/>
            <a:ext cx="5386500" cy="5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percona.com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49" name="Google Shape;549;p23"/>
          <p:cNvPicPr preferRelativeResize="0"/>
          <p:nvPr/>
        </p:nvPicPr>
        <p:blipFill rotWithShape="1">
          <a:blip r:embed="rId3">
            <a:alphaModFix/>
          </a:blip>
          <a:srcRect l="24744"/>
          <a:stretch/>
        </p:blipFill>
        <p:spPr>
          <a:xfrm>
            <a:off x="-67902" y="177900"/>
            <a:ext cx="5386575" cy="6194825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23"/>
          <p:cNvSpPr txBox="1"/>
          <p:nvPr/>
        </p:nvSpPr>
        <p:spPr>
          <a:xfrm>
            <a:off x="5540050" y="3399575"/>
            <a:ext cx="49677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Obrigado!!</a:t>
            </a:r>
            <a:endParaRPr sz="6000" b="0" i="0" u="none" strike="noStrike" cap="non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cona 2023 Colour Palette">
  <a:themeElements>
    <a:clrScheme name="Percona">
      <a:dk1>
        <a:srgbClr val="0E1A53"/>
      </a:dk1>
      <a:lt1>
        <a:srgbClr val="FFFFFF"/>
      </a:lt1>
      <a:dk2>
        <a:srgbClr val="0E1A53"/>
      </a:dk2>
      <a:lt2>
        <a:srgbClr val="F24500"/>
      </a:lt2>
      <a:accent1>
        <a:srgbClr val="FF7E1A"/>
      </a:accent1>
      <a:accent2>
        <a:srgbClr val="1486FF"/>
      </a:accent2>
      <a:accent3>
        <a:srgbClr val="F0B336"/>
      </a:accent3>
      <a:accent4>
        <a:srgbClr val="30D1B2"/>
      </a:accent4>
      <a:accent5>
        <a:srgbClr val="A86FEF"/>
      </a:accent5>
      <a:accent6>
        <a:srgbClr val="697793"/>
      </a:accent6>
      <a:hlink>
        <a:srgbClr val="0E265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ercona 2023 Colour Palette">
  <a:themeElements>
    <a:clrScheme name="Percona">
      <a:dk1>
        <a:srgbClr val="0E1A53"/>
      </a:dk1>
      <a:lt1>
        <a:srgbClr val="FFFFFF"/>
      </a:lt1>
      <a:dk2>
        <a:srgbClr val="0E1A53"/>
      </a:dk2>
      <a:lt2>
        <a:srgbClr val="F24500"/>
      </a:lt2>
      <a:accent1>
        <a:srgbClr val="FF7E1A"/>
      </a:accent1>
      <a:accent2>
        <a:srgbClr val="1486FF"/>
      </a:accent2>
      <a:accent3>
        <a:srgbClr val="F0B336"/>
      </a:accent3>
      <a:accent4>
        <a:srgbClr val="30D1B2"/>
      </a:accent4>
      <a:accent5>
        <a:srgbClr val="A86FEF"/>
      </a:accent5>
      <a:accent6>
        <a:srgbClr val="697793"/>
      </a:accent6>
      <a:hlink>
        <a:srgbClr val="0E265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741</Words>
  <Application>Microsoft Macintosh PowerPoint</Application>
  <PresentationFormat>Widescreen</PresentationFormat>
  <Paragraphs>164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45</vt:i4>
      </vt:variant>
    </vt:vector>
  </HeadingPairs>
  <TitlesOfParts>
    <vt:vector size="55" baseType="lpstr">
      <vt:lpstr>Poppins</vt:lpstr>
      <vt:lpstr>Poppins Medium</vt:lpstr>
      <vt:lpstr>Courier New</vt:lpstr>
      <vt:lpstr>Arial</vt:lpstr>
      <vt:lpstr>Poppins SemiBold</vt:lpstr>
      <vt:lpstr>Calibri</vt:lpstr>
      <vt:lpstr>Montserrat</vt:lpstr>
      <vt:lpstr>Lato</vt:lpstr>
      <vt:lpstr>Percona 2023 Colour Palette</vt:lpstr>
      <vt:lpstr>Percona 2023 Colour Palette</vt:lpstr>
      <vt:lpstr>PowerPoint Presentation</vt:lpstr>
      <vt:lpstr>About me</vt:lpstr>
      <vt:lpstr>7 Dicas</vt:lpstr>
      <vt:lpstr>#1</vt:lpstr>
      <vt:lpstr>Primary Key</vt:lpstr>
      <vt:lpstr>Primary Key</vt:lpstr>
      <vt:lpstr>Primary Key</vt:lpstr>
      <vt:lpstr>Primary Key</vt:lpstr>
      <vt:lpstr>Primary Key</vt:lpstr>
      <vt:lpstr>#2</vt:lpstr>
      <vt:lpstr>Buffer Pool</vt:lpstr>
      <vt:lpstr>Buffer Pool</vt:lpstr>
      <vt:lpstr>Buffer Pool</vt:lpstr>
      <vt:lpstr>#3</vt:lpstr>
      <vt:lpstr>Redo Log</vt:lpstr>
      <vt:lpstr>Redo Log</vt:lpstr>
      <vt:lpstr>Buffer Pool</vt:lpstr>
      <vt:lpstr>#4</vt:lpstr>
      <vt:lpstr>Network Encryption</vt:lpstr>
      <vt:lpstr>#5</vt:lpstr>
      <vt:lpstr>Ecosistema atualizado</vt:lpstr>
      <vt:lpstr>#6</vt:lpstr>
      <vt:lpstr>Replicação</vt:lpstr>
      <vt:lpstr>Alta Disponibilidade</vt:lpstr>
      <vt:lpstr>Alta Disponibilidade</vt:lpstr>
      <vt:lpstr>#7</vt:lpstr>
      <vt:lpstr>Checkups</vt:lpstr>
      <vt:lpstr>7 Erros</vt:lpstr>
      <vt:lpstr>#1</vt:lpstr>
      <vt:lpstr>Excesso de Índices</vt:lpstr>
      <vt:lpstr>Excesso de Índices</vt:lpstr>
      <vt:lpstr>#2</vt:lpstr>
      <vt:lpstr>Ausência de Backup</vt:lpstr>
      <vt:lpstr>Ausência de teste de Restore</vt:lpstr>
      <vt:lpstr>#3</vt:lpstr>
      <vt:lpstr>Ausência de Monitoramento</vt:lpstr>
      <vt:lpstr>#4</vt:lpstr>
      <vt:lpstr>MyISAM</vt:lpstr>
      <vt:lpstr>#5</vt:lpstr>
      <vt:lpstr>Queries</vt:lpstr>
      <vt:lpstr>#6</vt:lpstr>
      <vt:lpstr>Grandes poderes, grandes responsabilidades</vt:lpstr>
      <vt:lpstr>#7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Vinicius Grippa</cp:lastModifiedBy>
  <cp:revision>1</cp:revision>
  <dcterms:modified xsi:type="dcterms:W3CDTF">2026-01-25T21:13:56Z</dcterms:modified>
</cp:coreProperties>
</file>